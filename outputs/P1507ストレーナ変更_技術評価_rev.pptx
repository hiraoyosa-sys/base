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463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FFFFFF"/>
                </a:solidFill>
              </a:defRPr>
            </a:pPr>
            <a:r>
              <a:t>P-1507A/B 吸入ストレーナ メッシュ変更(40→250) 技術評価</a:t>
            </a:r>
          </a:p>
          <a:p>
            <a:pPr>
              <a:spcAft>
                <a:spcPts val="400"/>
              </a:spcAft>
              <a:defRPr sz="1800" b="0">
                <a:solidFill>
                  <a:srgbClr val="DDE6F1"/>
                </a:solidFill>
              </a:defRPr>
            </a:pPr>
            <a:r>
              <a:t>圧力(ヘッド)バランスで読む：NPSH・CV監視・低温起動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22222"/>
                </a:solidFill>
              </a:defRPr>
            </a:pPr>
            <a:r>
              <a:t>目的：①キャビ限界 ②FC-1531開度で閉塞監視できるか ③低温起動(冷却DEG)で運転できるか を、</a:t>
            </a:r>
          </a:p>
          <a:p>
            <a:pPr>
              <a:spcAft>
                <a:spcPts val="400"/>
              </a:spcAft>
              <a:defRPr sz="1600" b="0">
                <a:solidFill>
                  <a:srgbClr val="222222"/>
                </a:solidFill>
              </a:defRPr>
            </a:pPr>
            <a:r>
              <a:t>　　　同じ圧力バランス式から定量評価し、運転管理方針を確定する。</a:t>
            </a:r>
          </a:p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</a:defRPr>
            </a:pPr>
            <a:r>
              <a:t>EO課 プロセス技術 / rev（実績データ・性能曲線・Azbil仕様で再評価）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考え方：すべてはポンプまわりの圧力バランス1本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F4E79"/>
                </a:solidFill>
              </a:defRPr>
            </a:pPr>
            <a:r>
              <a:t>吸込側 ： P_suction = P_塔(5.7kPaA) + ρg·H_静水頭(~14m) − ΔP_ストレーナ − ΔP_吸込配管</a:t>
            </a:r>
          </a:p>
          <a:p>
            <a:pPr>
              <a:spcAft>
                <a:spcPts val="400"/>
              </a:spcAft>
              <a:defRPr sz="1600" b="1">
                <a:solidFill>
                  <a:srgbClr val="1F4E79"/>
                </a:solidFill>
              </a:defRPr>
            </a:pPr>
            <a:r>
              <a:t>ポンプ ： P_吐出 = P_suction + ρg·H_pump(Q)   ← 性能曲線はほぼフラット(~60m)</a:t>
            </a:r>
          </a:p>
          <a:p>
            <a:pPr>
              <a:spcAft>
                <a:spcPts val="400"/>
              </a:spcAft>
              <a:defRPr sz="1600" b="1">
                <a:solidFill>
                  <a:srgbClr val="1F4E79"/>
                </a:solidFill>
              </a:defRPr>
            </a:pPr>
            <a:r>
              <a:t>吐出側 ： P_吐出 − ΔP_クーラー − ΔP_配管 − ΔP_CV = P_タンク   ← 余りをCVが絞る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2222"/>
                </a:solidFill>
              </a:defRPr>
            </a:pPr>
            <a:r>
              <a:t>3つの評価＝同じバランスの違う断面：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</a:defRPr>
            </a:pPr>
            <a:r>
              <a:t>① NPSH/キャビ（吸込側）：NPSHa−ΔP_ストレーナ=NPSHr → 限界ΔP=NPSHa−NPSHr=11.8m≒117kPa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</a:defRPr>
            </a:pPr>
            <a:r>
              <a:t>② CV監視（吐出側）：Q一定→目詰まりで吐出↓=ΔP_CV↓→弁が開く。ΔP_CV=SG·(Q/(0.0865·Cv))²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</a:defRPr>
            </a:pPr>
            <a:r>
              <a:t>③ 低温起動（ストレーナの温度依存）：細目網は低Re=層流→ ΔP∝粘度μ。冷態でΔPが桁増</a:t>
            </a:r>
          </a:p>
          <a:p>
            <a:pPr>
              <a:spcAft>
                <a:spcPts val="400"/>
              </a:spcAft>
              <a:defRPr sz="1000" b="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基本式： ΔP_ストレーナ∝1/開口比²(クリーン)・∝μ(低温) ／ NPSHa≈静水頭 ／ Q=0.0865·Cv·√(ΔP/SG)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圧力バランス図：ヘッドの大半はCVが絞る → だから開度は鈍い</a:t>
            </a:r>
          </a:p>
        </p:txBody>
      </p:sp>
      <p:pic>
        <p:nvPicPr>
          <p:cNvPr id="3" name="Picture 2" descr="P1507_pressur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7654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① NPSH / キャビ限界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22222"/>
                </a:solidFill>
              </a:defRPr>
            </a:pPr>
            <a:r>
              <a:t>吸込側だけ見る。塔圧(5.7kPaA)≒DEG蒸気圧で相殺 → NPSHa≈静水頭で運転中ほぼ一定。</a:t>
            </a:r>
          </a:p>
          <a:p>
            <a:pPr>
              <a:spcAft>
                <a:spcPts val="400"/>
              </a:spcAft>
              <a:defRPr sz="1800" b="1">
                <a:solidFill>
                  <a:srgbClr val="1F4E79"/>
                </a:solidFill>
              </a:defRPr>
            </a:pPr>
            <a:r>
              <a:t>NPSHa 14.0 m − NPSHr 2.2 m ＝ 余力 11.8 m ＝ 約117 kPa</a:t>
            </a:r>
          </a:p>
          <a:p>
            <a:pPr>
              <a:spcAft>
                <a:spcPts val="400"/>
              </a:spcAft>
              <a:defRPr sz="1600" b="0">
                <a:solidFill>
                  <a:srgbClr val="C00000"/>
                </a:solidFill>
              </a:defRPr>
            </a:pPr>
            <a:r>
              <a:t>キャビ条件：ストレーナΔP が 117 kPa に達したとき（≒開口13〜17%＝約85%閉塞）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E7D32"/>
                </a:solidFill>
              </a:defRPr>
            </a:pPr>
            <a:r>
              <a:t>250メッシュ クリーン差圧(158.8℃)＝3.6 kPa（余力の約3%＝無視可）</a:t>
            </a:r>
          </a:p>
          <a:p>
            <a:pPr>
              <a:spcAft>
                <a:spcPts val="400"/>
              </a:spcAft>
              <a:defRPr sz="1600" b="1">
                <a:solidFill>
                  <a:srgbClr val="222222"/>
                </a:solidFill>
              </a:defRPr>
            </a:pPr>
            <a:r>
              <a:t>→ 通常運転(150〜160℃)ではNPSHは支配要因でない。</a:t>
            </a:r>
          </a:p>
          <a:p>
            <a:pPr>
              <a:spcAft>
                <a:spcPts val="400"/>
              </a:spcAft>
              <a:defRPr sz="1600" b="1">
                <a:solidFill>
                  <a:srgbClr val="1F4E79"/>
                </a:solidFill>
              </a:defRPr>
            </a:pPr>
            <a:r>
              <a:t>→ 管理：ストレーナ前後差圧を直接「117 kPa」に対して監視（フラット曲線ゆえ手前で切替清掃）。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② FC-1531開度は監視に使えるか → 使えない(+5%だけ)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4E79"/>
                </a:solidFill>
              </a:defRPr>
            </a:pPr>
            <a:r>
              <a:t>実績から今のCV差圧を逆算：FC-1531 流量2.33m³/h・開度30%・実Cv1.4(等％AGVB) → ΔP_CV ≈ 411 kPa</a:t>
            </a:r>
          </a:p>
          <a:p>
            <a:pPr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（2014実検討 LV-1512=340kPa／簡易結果424kPaと同オーダーで整合）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目詰まりでΔP_CVが117kPa下がる(411→294)→必要Cv×1.18→開度 30→35%（+5%だけ）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</a:defRPr>
            </a:pPr>
            <a:r>
              <a:t>通常の開度変動は流量依存で±5〜10%(固定流量でもσ3%)。+5%はこれに埋もれる。</a:t>
            </a:r>
          </a:p>
          <a:p>
            <a:pPr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過去4年(40メッシュ)でも目詰まりによる開度ドリフトは検出されていない(100%張付きはS/D時)。</a:t>
            </a:r>
          </a:p>
          <a:p>
            <a:pPr>
              <a:spcAft>
                <a:spcPts val="400"/>
              </a:spcAft>
              <a:defRPr sz="1600" b="1">
                <a:solidFill>
                  <a:srgbClr val="1F4E79"/>
                </a:solidFill>
              </a:defRPr>
            </a:pPr>
            <a:r>
              <a:t>→ FC開度は監視の主役にできない。主指標はストレーナ差圧の直読。FC開度は寒候期の副指標どまり。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③ 低温起動(S/D後冷却DEG)：粘度の影響 ← 評価追加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4E79"/>
                </a:solidFill>
              </a:defRPr>
            </a:pPr>
            <a:r>
              <a:t>細目網は低Re=層流→ ΔP∝粘度μ。冷却DEGは粘度が桁で増え、ストレーナΔPがNPSH余力(117kPa)を食う。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377440"/>
          <a:ext cx="6949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55448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温度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粘度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250クリーンΔP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NPSH余力残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158.8℃(通常)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113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◎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△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▲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20℃(大気相当)</a:t>
                      </a:r>
                    </a:p>
                  </a:txBody>
                  <a:tcPr>
                    <a:solidFill>
                      <a:srgbClr val="F4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38 cP</a:t>
                      </a:r>
                    </a:p>
                  </a:txBody>
                  <a:tcPr>
                    <a:solidFill>
                      <a:srgbClr val="F4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116 kPa</a:t>
                      </a:r>
                    </a:p>
                  </a:txBody>
                  <a:tcPr>
                    <a:solidFill>
                      <a:srgbClr val="F4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≒1 kPa</a:t>
                      </a:r>
                    </a:p>
                  </a:txBody>
                  <a:tcPr>
                    <a:solidFill>
                      <a:srgbClr val="F4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✕</a:t>
                      </a:r>
                    </a:p>
                  </a:txBody>
                  <a:tcPr>
                    <a:solidFill>
                      <a:srgbClr val="F4B8B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23774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判断ポイント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</a:defRPr>
            </a:pPr>
            <a:r>
              <a:t>・通常運転(150〜160℃)は問題なし。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</a:defRPr>
            </a:pPr>
            <a:r>
              <a:t>・大気温度(~20〜25℃)まで冷えると、250はクリーン差圧だけで余力をほぼ使い切る→冷態起動でキャビ懸念。</a:t>
            </a: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対策：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</a:defRPr>
            </a:pPr>
            <a:r>
              <a:t>(a)起動前に~50℃以上へ暖機/循環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</a:defRPr>
            </a:pPr>
            <a:r>
              <a:t>(b)冷態起動時のみ40メッシュ運用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</a:defRPr>
            </a:pPr>
            <a:r>
              <a:t>(c)起動は低流量から</a:t>
            </a:r>
          </a:p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</a:defRPr>
            </a:pPr>
            <a:r>
              <a:t>評価温度：通常最低50℃＋冷態最悪20〜25℃を併記して可否判断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2222"/>
                </a:solidFill>
              </a:defRPr>
            </a:pPr>
            <a:r>
              <a:t>1. 圧力バランス(ヘッド逆算)は実績と整合：送出CV(FC-1531)は数百kPa(≈411kPa)を絞る。</a:t>
            </a:r>
          </a:p>
          <a:p>
            <a:pPr>
              <a:spcAft>
                <a:spcPts val="400"/>
              </a:spcAft>
              <a:defRPr sz="1600" b="1">
                <a:solidFill>
                  <a:srgbClr val="222222"/>
                </a:solidFill>
              </a:defRPr>
            </a:pPr>
            <a:r>
              <a:t>2. NPSHキャビ限界＝ストレーナΔP 117kPa(=NPSHa14−NPSHr2.2)。通常運転では余力大・支配要因でない。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3. FC-1531開度はキャビまでに+5%しか動かず流量変動に埋もれる → 監視の主役にできない。</a:t>
            </a:r>
          </a:p>
          <a:p>
            <a:pPr>
              <a:spcAft>
                <a:spcPts val="400"/>
              </a:spcAft>
              <a:defRPr sz="1600" b="1">
                <a:solidFill>
                  <a:srgbClr val="1F4E79"/>
                </a:solidFill>
              </a:defRPr>
            </a:pPr>
            <a:r>
              <a:t>4. 主監視＝ストレーナ前後差圧の直読(vs117kPa)。FC開度は寒候期の副指標。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5. 低温起動(冷却DEG)：~20〜25℃では250クリーンΔPが余力をほぼ使い切る → 暖機後通液/冷態は40メッシュ。</a:t>
            </a:r>
          </a:p>
          <a:p>
            <a:pPr>
              <a:spcAft>
                <a:spcPts val="400"/>
              </a:spcAft>
              <a:defRPr sz="1000" b="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次アクション：下流圧1点(タンク側)でΔP_CVを実測確定／起動温度の運転標準化／差圧計の監視値設定。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