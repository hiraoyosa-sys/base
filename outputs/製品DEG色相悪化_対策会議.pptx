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20" r:id="rId4"/>
    <p:sldMasterId id="2147483987" r:id="rId5"/>
  </p:sldMasterIdLst>
  <p:notesMasterIdLst>
    <p:notesMasterId r:id="rId14"/>
  </p:notesMasterIdLst>
  <p:handoutMasterIdLst>
    <p:handoutMasterId r:id="rId15"/>
  </p:handoutMasterIdLst>
  <p:sldIdLst>
    <p:sldId id="2147483567" r:id="rId22"/>
    <p:sldId id="2147483568" r:id="rId23"/>
    <p:sldId id="2147483569" r:id="rId24"/>
    <p:sldId id="2147483570" r:id="rId25"/>
    <p:sldId id="2147483571" r:id="rId26"/>
    <p:sldId id="2147483572" r:id="rId27"/>
    <p:sldId id="2147483573" r:id="rId28"/>
    <p:sldId id="2147483574" r:id="rId29"/>
    <p:sldId id="2147483575" r:id="rId30"/>
    <p:sldId id="2147483576" r:id="rId31"/>
    <p:sldId id="2147483577" r:id="rId32"/>
    <p:sldId id="2147483578" r:id="rId33"/>
    <p:sldId id="2147483579" r:id="rId34"/>
    <p:sldId id="2147483580" r:id="rId35"/>
  </p:sldIdLst>
  <p:sldSz cx="12192000" cy="6858000"/>
  <p:notesSz cx="6807200" cy="9939338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表題" id="{B3FEFFA8-0125-4B10-B1BB-383480E17AF0}">
          <p14:sldIdLst>
            <p14:sldId id="2147483559"/>
            <p14:sldId id="2147483560"/>
            <p14:sldId id="2147483563"/>
            <p14:sldId id="2147483561"/>
            <p14:sldId id="2147483562"/>
            <p14:sldId id="2147483564"/>
            <p14:sldId id="2147483565"/>
            <p14:sldId id="2147483566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996633"/>
    <a:srgbClr val="669900"/>
    <a:srgbClr val="0066FF"/>
    <a:srgbClr val="2980FF"/>
    <a:srgbClr val="1574FF"/>
    <a:srgbClr val="0D6FFF"/>
    <a:srgbClr val="FF00FF"/>
    <a:srgbClr val="E7EAF1"/>
    <a:srgbClr val="CBD2E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0902060-2CF8-B697-0053-6C35618F227F}" v="8" dt="2026-06-17T07:36:40.485"/>
    <p1510:client id="{201A2447-3EAC-E9B5-44BF-A70DC1C02550}" v="126" dt="2026-06-17T06:41:51.103"/>
    <p1510:client id="{339BF3AC-F176-4630-AC9A-8D680AAAAB98}" v="2477" dt="2026-06-17T07:48:35.403"/>
    <p1510:client id="{39E879CF-D684-5149-35F0-EF1D8EA0BFF2}" v="9" dt="2026-06-17T08:34:50.695"/>
    <p1510:client id="{CE9F7A7A-DFC6-9164-59C8-AAB1A10267D4}" v="4" dt="2026-06-17T09:43:13.530"/>
    <p1510:client id="{E574A9E3-7C35-40B3-A25C-A6BC8E6DC05C}" v="615" dt="2026-06-17T11:06:04.837"/>
    <p1510:client id="{F10D3AE0-36BE-76F1-F47C-32D11C8A840E}" v="52" dt="2026-06-17T06:55:48.349"/>
  </p1510:revLst>
</p1510:revInfo>
</file>

<file path=ppt/tableStyles.xml><?xml version="1.0" encoding="utf-8"?>
<a:tblStyleLst xmlns:a="http://schemas.openxmlformats.org/drawingml/2006/main" def="{5C22544A-7EE6-4342-B048-85BDC9FD1C3A}">
  <a:tblStyle styleId="{F5AB1C69-6EDB-4FF4-983F-18BD219EF322}" styleName="中間スタイル 2 - アクセント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14" Type="http://schemas.openxmlformats.org/officeDocument/2006/relationships/notesMaster" Target="notesMasters/notesMaster1.xml"/><Relationship Id="rId15" Type="http://schemas.openxmlformats.org/officeDocument/2006/relationships/handoutMaster" Target="handoutMasters/handout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Relationship Id="rId20" Type="http://schemas.microsoft.com/office/2016/11/relationships/changesInfo" Target="changesInfos/changesInfo1.xml"/><Relationship Id="rId21" Type="http://schemas.microsoft.com/office/2015/10/relationships/revisionInfo" Target="revisionInfo.xml"/><Relationship Id="rId22" Type="http://schemas.openxmlformats.org/officeDocument/2006/relationships/slide" Target="slides/slide9.xml"/><Relationship Id="rId23" Type="http://schemas.openxmlformats.org/officeDocument/2006/relationships/slide" Target="slides/slide10.xml"/><Relationship Id="rId24" Type="http://schemas.openxmlformats.org/officeDocument/2006/relationships/slide" Target="slides/slide11.xml"/><Relationship Id="rId25" Type="http://schemas.openxmlformats.org/officeDocument/2006/relationships/slide" Target="slides/slide12.xml"/><Relationship Id="rId26" Type="http://schemas.openxmlformats.org/officeDocument/2006/relationships/slide" Target="slides/slide13.xml"/><Relationship Id="rId27" Type="http://schemas.openxmlformats.org/officeDocument/2006/relationships/slide" Target="slides/slide14.xml"/><Relationship Id="rId28" Type="http://schemas.openxmlformats.org/officeDocument/2006/relationships/slide" Target="slides/slide15.xml"/><Relationship Id="rId29" Type="http://schemas.openxmlformats.org/officeDocument/2006/relationships/slide" Target="slides/slide16.xml"/><Relationship Id="rId30" Type="http://schemas.openxmlformats.org/officeDocument/2006/relationships/slide" Target="slides/slide17.xml"/><Relationship Id="rId31" Type="http://schemas.openxmlformats.org/officeDocument/2006/relationships/slide" Target="slides/slide18.xml"/><Relationship Id="rId32" Type="http://schemas.openxmlformats.org/officeDocument/2006/relationships/slide" Target="slides/slide19.xml"/><Relationship Id="rId33" Type="http://schemas.openxmlformats.org/officeDocument/2006/relationships/slide" Target="slides/slide20.xml"/><Relationship Id="rId34" Type="http://schemas.openxmlformats.org/officeDocument/2006/relationships/slide" Target="slides/slide21.xml"/><Relationship Id="rId35" Type="http://schemas.openxmlformats.org/officeDocument/2006/relationships/slide" Target="slides/slide2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ano kazuki/2118944/佐野　一樹" userId="S::2118944@mchcgr.com::a9cd0562-d456-4fb5-9e4e-fdb51a455c05" providerId="AD" clId="Web-{10902060-2CF8-B697-0053-6C35618F227F}"/>
    <pc:docChg chg="addSld modSld modSection">
      <pc:chgData name="sano kazuki/2118944/佐野　一樹" userId="S::2118944@mchcgr.com::a9cd0562-d456-4fb5-9e4e-fdb51a455c05" providerId="AD" clId="Web-{10902060-2CF8-B697-0053-6C35618F227F}" dt="2026-06-17T07:36:40.485" v="7" actId="1076"/>
      <pc:docMkLst>
        <pc:docMk/>
      </pc:docMkLst>
      <pc:sldChg chg="addSp delSp modSp new">
        <pc:chgData name="sano kazuki/2118944/佐野　一樹" userId="S::2118944@mchcgr.com::a9cd0562-d456-4fb5-9e4e-fdb51a455c05" providerId="AD" clId="Web-{10902060-2CF8-B697-0053-6C35618F227F}" dt="2026-06-17T07:36:40.485" v="7" actId="1076"/>
        <pc:sldMkLst>
          <pc:docMk/>
          <pc:sldMk cId="598967656" sldId="2147483565"/>
        </pc:sldMkLst>
        <pc:spChg chg="mod">
          <ac:chgData name="sano kazuki/2118944/佐野　一樹" userId="S::2118944@mchcgr.com::a9cd0562-d456-4fb5-9e4e-fdb51a455c05" providerId="AD" clId="Web-{10902060-2CF8-B697-0053-6C35618F227F}" dt="2026-06-17T07:36:15.421" v="4" actId="20577"/>
          <ac:spMkLst>
            <pc:docMk/>
            <pc:sldMk cId="598967656" sldId="2147483565"/>
            <ac:spMk id="2" creationId="{968F607B-6555-EBC0-329E-E8E3F569F637}"/>
          </ac:spMkLst>
        </pc:spChg>
        <pc:spChg chg="del">
          <ac:chgData name="sano kazuki/2118944/佐野　一樹" userId="S::2118944@mchcgr.com::a9cd0562-d456-4fb5-9e4e-fdb51a455c05" providerId="AD" clId="Web-{10902060-2CF8-B697-0053-6C35618F227F}" dt="2026-06-17T07:36:18.906" v="5"/>
          <ac:spMkLst>
            <pc:docMk/>
            <pc:sldMk cId="598967656" sldId="2147483565"/>
            <ac:spMk id="3" creationId="{E64C7F7B-F5D6-A664-9648-B4FA4CD2D3BE}"/>
          </ac:spMkLst>
        </pc:spChg>
        <pc:graphicFrameChg chg="add mod">
          <ac:chgData name="sano kazuki/2118944/佐野　一樹" userId="S::2118944@mchcgr.com::a9cd0562-d456-4fb5-9e4e-fdb51a455c05" providerId="AD" clId="Web-{10902060-2CF8-B697-0053-6C35618F227F}" dt="2026-06-17T07:36:40.485" v="7" actId="1076"/>
          <ac:graphicFrameMkLst>
            <pc:docMk/>
            <pc:sldMk cId="598967656" sldId="2147483565"/>
            <ac:graphicFrameMk id="6" creationId="{78BF5BA4-6459-1AC3-226F-C0768EA22018}"/>
          </ac:graphicFrameMkLst>
        </pc:graphicFrameChg>
      </pc:sldChg>
    </pc:docChg>
  </pc:docChgLst>
  <pc:docChgLst>
    <pc:chgData name="hirao kazuaki/0465811/平尾　一陽" userId="S::0465811@mchcgr.com::9e66de65-d0a9-4f8a-bbab-8b21a05aa8f1" providerId="AD" clId="Web-{39E879CF-D684-5149-35F0-EF1D8EA0BFF2}"/>
    <pc:docChg chg="modSld">
      <pc:chgData name="hirao kazuaki/0465811/平尾　一陽" userId="S::0465811@mchcgr.com::9e66de65-d0a9-4f8a-bbab-8b21a05aa8f1" providerId="AD" clId="Web-{39E879CF-D684-5149-35F0-EF1D8EA0BFF2}" dt="2026-06-17T08:34:50.695" v="8" actId="14100"/>
      <pc:docMkLst>
        <pc:docMk/>
      </pc:docMkLst>
      <pc:sldChg chg="addSp delSp modSp">
        <pc:chgData name="hirao kazuaki/0465811/平尾　一陽" userId="S::0465811@mchcgr.com::9e66de65-d0a9-4f8a-bbab-8b21a05aa8f1" providerId="AD" clId="Web-{39E879CF-D684-5149-35F0-EF1D8EA0BFF2}" dt="2026-06-17T08:34:50.695" v="8" actId="14100"/>
        <pc:sldMkLst>
          <pc:docMk/>
          <pc:sldMk cId="2032908252" sldId="2147483559"/>
        </pc:sldMkLst>
        <pc:spChg chg="add del mod">
          <ac:chgData name="hirao kazuaki/0465811/平尾　一陽" userId="S::0465811@mchcgr.com::9e66de65-d0a9-4f8a-bbab-8b21a05aa8f1" providerId="AD" clId="Web-{39E879CF-D684-5149-35F0-EF1D8EA0BFF2}" dt="2026-06-17T08:34:50.695" v="8" actId="14100"/>
          <ac:spMkLst>
            <pc:docMk/>
            <pc:sldMk cId="2032908252" sldId="2147483559"/>
            <ac:spMk id="5" creationId="{3C8895DA-5A75-FEE0-2FE8-652841D4D91C}"/>
          </ac:spMkLst>
        </pc:spChg>
      </pc:sldChg>
    </pc:docChg>
  </pc:docChgLst>
  <pc:docChgLst>
    <pc:chgData name="sano kazuki/2118944/佐野　一樹" userId="S::2118944@mchcgr.com::a9cd0562-d456-4fb5-9e4e-fdb51a455c05" providerId="AD" clId="Web-{F10D3AE0-36BE-76F1-F47C-32D11C8A840E}"/>
    <pc:docChg chg="modSld">
      <pc:chgData name="sano kazuki/2118944/佐野　一樹" userId="S::2118944@mchcgr.com::a9cd0562-d456-4fb5-9e4e-fdb51a455c05" providerId="AD" clId="Web-{F10D3AE0-36BE-76F1-F47C-32D11C8A840E}" dt="2026-06-17T06:55:48.349" v="51" actId="1076"/>
      <pc:docMkLst>
        <pc:docMk/>
      </pc:docMkLst>
      <pc:sldChg chg="addSp delSp modSp">
        <pc:chgData name="sano kazuki/2118944/佐野　一樹" userId="S::2118944@mchcgr.com::a9cd0562-d456-4fb5-9e4e-fdb51a455c05" providerId="AD" clId="Web-{F10D3AE0-36BE-76F1-F47C-32D11C8A840E}" dt="2026-06-17T06:19:31.700" v="2" actId="1076"/>
        <pc:sldMkLst>
          <pc:docMk/>
          <pc:sldMk cId="1161198265" sldId="2147483562"/>
        </pc:sldMkLst>
        <pc:spChg chg="add del mod">
          <ac:chgData name="sano kazuki/2118944/佐野　一樹" userId="S::2118944@mchcgr.com::a9cd0562-d456-4fb5-9e4e-fdb51a455c05" providerId="AD" clId="Web-{F10D3AE0-36BE-76F1-F47C-32D11C8A840E}" dt="2026-06-17T06:19:31.700" v="2" actId="1076"/>
          <ac:spMkLst>
            <pc:docMk/>
            <pc:sldMk cId="1161198265" sldId="2147483562"/>
            <ac:spMk id="2" creationId="{40875B0C-238A-4B74-9BB8-63C9C0770213}"/>
          </ac:spMkLst>
        </pc:spChg>
        <pc:spChg chg="add del mod">
          <ac:chgData name="sano kazuki/2118944/佐野　一樹" userId="S::2118944@mchcgr.com::a9cd0562-d456-4fb5-9e4e-fdb51a455c05" providerId="AD" clId="Web-{F10D3AE0-36BE-76F1-F47C-32D11C8A840E}" dt="2026-06-17T06:19:19.809" v="1"/>
          <ac:spMkLst>
            <pc:docMk/>
            <pc:sldMk cId="1161198265" sldId="2147483562"/>
            <ac:spMk id="7" creationId="{B238A491-37D7-FF78-617F-38DAC782539B}"/>
          </ac:spMkLst>
        </pc:spChg>
      </pc:sldChg>
      <pc:sldChg chg="modSp">
        <pc:chgData name="sano kazuki/2118944/佐野　一樹" userId="S::2118944@mchcgr.com::a9cd0562-d456-4fb5-9e4e-fdb51a455c05" providerId="AD" clId="Web-{F10D3AE0-36BE-76F1-F47C-32D11C8A840E}" dt="2026-06-17T06:55:48.349" v="51" actId="1076"/>
        <pc:sldMkLst>
          <pc:docMk/>
          <pc:sldMk cId="1321792111" sldId="2147483564"/>
        </pc:sldMkLst>
        <pc:spChg chg="mod">
          <ac:chgData name="sano kazuki/2118944/佐野　一樹" userId="S::2118944@mchcgr.com::a9cd0562-d456-4fb5-9e4e-fdb51a455c05" providerId="AD" clId="Web-{F10D3AE0-36BE-76F1-F47C-32D11C8A840E}" dt="2026-06-17T06:55:48.349" v="51" actId="1076"/>
          <ac:spMkLst>
            <pc:docMk/>
            <pc:sldMk cId="1321792111" sldId="2147483564"/>
            <ac:spMk id="3" creationId="{C220891E-B3A2-86E1-E847-099CA0B76352}"/>
          </ac:spMkLst>
        </pc:spChg>
      </pc:sldChg>
    </pc:docChg>
  </pc:docChgLst>
  <pc:docChgLst>
    <pc:chgData name="hirao kazuaki/0465811/平尾　一陽" userId="9e66de65-d0a9-4f8a-bbab-8b21a05aa8f1" providerId="ADAL" clId="{A9EC1E61-743A-4CD6-9BDD-68DCAF42FAEB}"/>
    <pc:docChg chg="undo custSel modSld">
      <pc:chgData name="hirao kazuaki/0465811/平尾　一陽" userId="9e66de65-d0a9-4f8a-bbab-8b21a05aa8f1" providerId="ADAL" clId="{A9EC1E61-743A-4CD6-9BDD-68DCAF42FAEB}" dt="2026-06-17T11:06:04.837" v="597" actId="1076"/>
      <pc:docMkLst>
        <pc:docMk/>
      </pc:docMkLst>
      <pc:sldChg chg="addSp delSp modSp mod">
        <pc:chgData name="hirao kazuaki/0465811/平尾　一陽" userId="9e66de65-d0a9-4f8a-bbab-8b21a05aa8f1" providerId="ADAL" clId="{A9EC1E61-743A-4CD6-9BDD-68DCAF42FAEB}" dt="2026-06-17T10:18:24.996" v="591" actId="478"/>
        <pc:sldMkLst>
          <pc:docMk/>
          <pc:sldMk cId="2032908252" sldId="2147483559"/>
        </pc:sldMkLst>
        <pc:spChg chg="del mod">
          <ac:chgData name="hirao kazuaki/0465811/平尾　一陽" userId="9e66de65-d0a9-4f8a-bbab-8b21a05aa8f1" providerId="ADAL" clId="{A9EC1E61-743A-4CD6-9BDD-68DCAF42FAEB}" dt="2026-06-17T10:18:24.996" v="591" actId="478"/>
          <ac:spMkLst>
            <pc:docMk/>
            <pc:sldMk cId="2032908252" sldId="2147483559"/>
            <ac:spMk id="5" creationId="{3C8895DA-5A75-FEE0-2FE8-652841D4D91C}"/>
          </ac:spMkLst>
        </pc:spChg>
        <pc:spChg chg="add mod">
          <ac:chgData name="hirao kazuaki/0465811/平尾　一陽" userId="9e66de65-d0a9-4f8a-bbab-8b21a05aa8f1" providerId="ADAL" clId="{A9EC1E61-743A-4CD6-9BDD-68DCAF42FAEB}" dt="2026-06-17T09:00:19.958" v="149" actId="1076"/>
          <ac:spMkLst>
            <pc:docMk/>
            <pc:sldMk cId="2032908252" sldId="2147483559"/>
            <ac:spMk id="8" creationId="{74FF30DC-EB80-FCD3-516B-1D6855323EA1}"/>
          </ac:spMkLst>
        </pc:spChg>
        <pc:spChg chg="add mod">
          <ac:chgData name="hirao kazuaki/0465811/平尾　一陽" userId="9e66de65-d0a9-4f8a-bbab-8b21a05aa8f1" providerId="ADAL" clId="{A9EC1E61-743A-4CD6-9BDD-68DCAF42FAEB}" dt="2026-06-17T09:00:16.538" v="148" actId="1076"/>
          <ac:spMkLst>
            <pc:docMk/>
            <pc:sldMk cId="2032908252" sldId="2147483559"/>
            <ac:spMk id="10" creationId="{FDFCF527-3EDB-DFA0-8D24-483FD0D79AA7}"/>
          </ac:spMkLst>
        </pc:spChg>
        <pc:spChg chg="add mod">
          <ac:chgData name="hirao kazuaki/0465811/平尾　一陽" userId="9e66de65-d0a9-4f8a-bbab-8b21a05aa8f1" providerId="ADAL" clId="{A9EC1E61-743A-4CD6-9BDD-68DCAF42FAEB}" dt="2026-06-17T09:00:27.168" v="152" actId="1076"/>
          <ac:spMkLst>
            <pc:docMk/>
            <pc:sldMk cId="2032908252" sldId="2147483559"/>
            <ac:spMk id="16" creationId="{DD91730F-578B-0EF8-8B34-023064371DFE}"/>
          </ac:spMkLst>
        </pc:spChg>
        <pc:spChg chg="add mod">
          <ac:chgData name="hirao kazuaki/0465811/平尾　一陽" userId="9e66de65-d0a9-4f8a-bbab-8b21a05aa8f1" providerId="ADAL" clId="{A9EC1E61-743A-4CD6-9BDD-68DCAF42FAEB}" dt="2026-06-17T09:00:22.389" v="151" actId="1076"/>
          <ac:spMkLst>
            <pc:docMk/>
            <pc:sldMk cId="2032908252" sldId="2147483559"/>
            <ac:spMk id="29" creationId="{36177881-2D6F-A30B-AE6C-D28CE6722166}"/>
          </ac:spMkLst>
        </pc:spChg>
        <pc:spChg chg="add mod">
          <ac:chgData name="hirao kazuaki/0465811/平尾　一陽" userId="9e66de65-d0a9-4f8a-bbab-8b21a05aa8f1" providerId="ADAL" clId="{A9EC1E61-743A-4CD6-9BDD-68DCAF42FAEB}" dt="2026-06-17T09:01:15.227" v="164" actId="1076"/>
          <ac:spMkLst>
            <pc:docMk/>
            <pc:sldMk cId="2032908252" sldId="2147483559"/>
            <ac:spMk id="31" creationId="{B533F0C0-243F-7172-5A5C-85807C4ABB68}"/>
          </ac:spMkLst>
        </pc:spChg>
        <pc:spChg chg="add mod">
          <ac:chgData name="hirao kazuaki/0465811/平尾　一陽" userId="9e66de65-d0a9-4f8a-bbab-8b21a05aa8f1" providerId="ADAL" clId="{A9EC1E61-743A-4CD6-9BDD-68DCAF42FAEB}" dt="2026-06-17T09:40:54.520" v="285" actId="1076"/>
          <ac:spMkLst>
            <pc:docMk/>
            <pc:sldMk cId="2032908252" sldId="2147483559"/>
            <ac:spMk id="33" creationId="{D65C219C-2A12-724E-1264-680DFE10E947}"/>
          </ac:spMkLst>
        </pc:spChg>
        <pc:spChg chg="add mod">
          <ac:chgData name="hirao kazuaki/0465811/平尾　一陽" userId="9e66de65-d0a9-4f8a-bbab-8b21a05aa8f1" providerId="ADAL" clId="{A9EC1E61-743A-4CD6-9BDD-68DCAF42FAEB}" dt="2026-06-17T09:02:42.295" v="204" actId="404"/>
          <ac:spMkLst>
            <pc:docMk/>
            <pc:sldMk cId="2032908252" sldId="2147483559"/>
            <ac:spMk id="34" creationId="{7772497A-F140-AD6B-B477-8AEEC416870D}"/>
          </ac:spMkLst>
        </pc:spChg>
        <pc:spChg chg="add mod">
          <ac:chgData name="hirao kazuaki/0465811/平尾　一陽" userId="9e66de65-d0a9-4f8a-bbab-8b21a05aa8f1" providerId="ADAL" clId="{A9EC1E61-743A-4CD6-9BDD-68DCAF42FAEB}" dt="2026-06-17T09:40:54.520" v="285" actId="1076"/>
          <ac:spMkLst>
            <pc:docMk/>
            <pc:sldMk cId="2032908252" sldId="2147483559"/>
            <ac:spMk id="36" creationId="{6792B2CD-EFCE-E15C-5886-2278004AE366}"/>
          </ac:spMkLst>
        </pc:spChg>
        <pc:picChg chg="mod">
          <ac:chgData name="hirao kazuaki/0465811/平尾　一陽" userId="9e66de65-d0a9-4f8a-bbab-8b21a05aa8f1" providerId="ADAL" clId="{A9EC1E61-743A-4CD6-9BDD-68DCAF42FAEB}" dt="2026-06-17T09:00:36.994" v="153" actId="1076"/>
          <ac:picMkLst>
            <pc:docMk/>
            <pc:sldMk cId="2032908252" sldId="2147483559"/>
            <ac:picMk id="7" creationId="{DC82FD0B-1EA6-0650-D72D-1FA21B163863}"/>
          </ac:picMkLst>
        </pc:picChg>
        <pc:picChg chg="mod">
          <ac:chgData name="hirao kazuaki/0465811/平尾　一陽" userId="9e66de65-d0a9-4f8a-bbab-8b21a05aa8f1" providerId="ADAL" clId="{A9EC1E61-743A-4CD6-9BDD-68DCAF42FAEB}" dt="2026-06-17T09:01:01.496" v="160" actId="1076"/>
          <ac:picMkLst>
            <pc:docMk/>
            <pc:sldMk cId="2032908252" sldId="2147483559"/>
            <ac:picMk id="22" creationId="{EB74C424-A937-A9B5-C294-AE7275A05958}"/>
          </ac:picMkLst>
        </pc:picChg>
      </pc:sldChg>
      <pc:sldChg chg="addSp modSp mod">
        <pc:chgData name="hirao kazuaki/0465811/平尾　一陽" userId="9e66de65-d0a9-4f8a-bbab-8b21a05aa8f1" providerId="ADAL" clId="{A9EC1E61-743A-4CD6-9BDD-68DCAF42FAEB}" dt="2026-06-17T10:05:08.496" v="564" actId="20577"/>
        <pc:sldMkLst>
          <pc:docMk/>
          <pc:sldMk cId="2391073697" sldId="2147483560"/>
        </pc:sldMkLst>
        <pc:spChg chg="mod">
          <ac:chgData name="hirao kazuaki/0465811/平尾　一陽" userId="9e66de65-d0a9-4f8a-bbab-8b21a05aa8f1" providerId="ADAL" clId="{A9EC1E61-743A-4CD6-9BDD-68DCAF42FAEB}" dt="2026-06-17T10:05:08.496" v="564" actId="20577"/>
          <ac:spMkLst>
            <pc:docMk/>
            <pc:sldMk cId="2391073697" sldId="2147483560"/>
            <ac:spMk id="4" creationId="{D38946D5-8F11-0F5C-1095-D1CC8059E3FB}"/>
          </ac:spMkLst>
        </pc:spChg>
        <pc:spChg chg="add mod">
          <ac:chgData name="hirao kazuaki/0465811/平尾　一陽" userId="9e66de65-d0a9-4f8a-bbab-8b21a05aa8f1" providerId="ADAL" clId="{A9EC1E61-743A-4CD6-9BDD-68DCAF42FAEB}" dt="2026-06-17T08:48:57.826" v="96" actId="115"/>
          <ac:spMkLst>
            <pc:docMk/>
            <pc:sldMk cId="2391073697" sldId="2147483560"/>
            <ac:spMk id="5" creationId="{AB8B3B5F-A7BE-C0BE-4114-EB75D1068684}"/>
          </ac:spMkLst>
        </pc:spChg>
        <pc:graphicFrameChg chg="modGraphic">
          <ac:chgData name="hirao kazuaki/0465811/平尾　一陽" userId="9e66de65-d0a9-4f8a-bbab-8b21a05aa8f1" providerId="ADAL" clId="{A9EC1E61-743A-4CD6-9BDD-68DCAF42FAEB}" dt="2026-06-17T08:59:08.549" v="132" actId="115"/>
          <ac:graphicFrameMkLst>
            <pc:docMk/>
            <pc:sldMk cId="2391073697" sldId="2147483560"/>
            <ac:graphicFrameMk id="6" creationId="{B2FBF0C3-6175-D9F1-DE58-C0E4C12431B8}"/>
          </ac:graphicFrameMkLst>
        </pc:graphicFrameChg>
      </pc:sldChg>
      <pc:sldChg chg="modSp mod">
        <pc:chgData name="hirao kazuaki/0465811/平尾　一陽" userId="9e66de65-d0a9-4f8a-bbab-8b21a05aa8f1" providerId="ADAL" clId="{A9EC1E61-743A-4CD6-9BDD-68DCAF42FAEB}" dt="2026-06-17T09:35:46.558" v="237" actId="207"/>
        <pc:sldMkLst>
          <pc:docMk/>
          <pc:sldMk cId="1278396755" sldId="2147483561"/>
        </pc:sldMkLst>
        <pc:graphicFrameChg chg="modGraphic">
          <ac:chgData name="hirao kazuaki/0465811/平尾　一陽" userId="9e66de65-d0a9-4f8a-bbab-8b21a05aa8f1" providerId="ADAL" clId="{A9EC1E61-743A-4CD6-9BDD-68DCAF42FAEB}" dt="2026-06-17T09:35:46.558" v="237" actId="207"/>
          <ac:graphicFrameMkLst>
            <pc:docMk/>
            <pc:sldMk cId="1278396755" sldId="2147483561"/>
            <ac:graphicFrameMk id="7" creationId="{08F6E271-9870-F71F-4892-F87F6899B0DE}"/>
          </ac:graphicFrameMkLst>
        </pc:graphicFrameChg>
      </pc:sldChg>
      <pc:sldChg chg="modSp mod">
        <pc:chgData name="hirao kazuaki/0465811/平尾　一陽" userId="9e66de65-d0a9-4f8a-bbab-8b21a05aa8f1" providerId="ADAL" clId="{A9EC1E61-743A-4CD6-9BDD-68DCAF42FAEB}" dt="2026-06-17T09:51:13.532" v="410"/>
        <pc:sldMkLst>
          <pc:docMk/>
          <pc:sldMk cId="1161198265" sldId="2147483562"/>
        </pc:sldMkLst>
        <pc:graphicFrameChg chg="mod modGraphic">
          <ac:chgData name="hirao kazuaki/0465811/平尾　一陽" userId="9e66de65-d0a9-4f8a-bbab-8b21a05aa8f1" providerId="ADAL" clId="{A9EC1E61-743A-4CD6-9BDD-68DCAF42FAEB}" dt="2026-06-17T09:51:13.532" v="410"/>
          <ac:graphicFrameMkLst>
            <pc:docMk/>
            <pc:sldMk cId="1161198265" sldId="2147483562"/>
            <ac:graphicFrameMk id="3" creationId="{D5FDAF93-FFDB-0A8D-C9CF-44D69F6F0873}"/>
          </ac:graphicFrameMkLst>
        </pc:graphicFrameChg>
      </pc:sldChg>
      <pc:sldChg chg="modSp mod">
        <pc:chgData name="hirao kazuaki/0465811/平尾　一陽" userId="9e66de65-d0a9-4f8a-bbab-8b21a05aa8f1" providerId="ADAL" clId="{A9EC1E61-743A-4CD6-9BDD-68DCAF42FAEB}" dt="2026-06-17T10:05:20.685" v="589" actId="20577"/>
        <pc:sldMkLst>
          <pc:docMk/>
          <pc:sldMk cId="1026278820" sldId="2147483563"/>
        </pc:sldMkLst>
        <pc:spChg chg="mod">
          <ac:chgData name="hirao kazuaki/0465811/平尾　一陽" userId="9e66de65-d0a9-4f8a-bbab-8b21a05aa8f1" providerId="ADAL" clId="{A9EC1E61-743A-4CD6-9BDD-68DCAF42FAEB}" dt="2026-06-17T10:05:20.685" v="589" actId="20577"/>
          <ac:spMkLst>
            <pc:docMk/>
            <pc:sldMk cId="1026278820" sldId="2147483563"/>
            <ac:spMk id="8" creationId="{DED4F063-243C-F662-50C2-2B741456A2D1}"/>
          </ac:spMkLst>
        </pc:spChg>
        <pc:graphicFrameChg chg="modGraphic">
          <ac:chgData name="hirao kazuaki/0465811/平尾　一陽" userId="9e66de65-d0a9-4f8a-bbab-8b21a05aa8f1" providerId="ADAL" clId="{A9EC1E61-743A-4CD6-9BDD-68DCAF42FAEB}" dt="2026-06-17T08:57:24.970" v="108" actId="207"/>
          <ac:graphicFrameMkLst>
            <pc:docMk/>
            <pc:sldMk cId="1026278820" sldId="2147483563"/>
            <ac:graphicFrameMk id="7" creationId="{260ADA5A-954B-3263-ADC6-CAA1C1AE8B14}"/>
          </ac:graphicFrameMkLst>
        </pc:graphicFrameChg>
      </pc:sldChg>
      <pc:sldChg chg="addSp delSp modSp mod">
        <pc:chgData name="hirao kazuaki/0465811/平尾　一陽" userId="9e66de65-d0a9-4f8a-bbab-8b21a05aa8f1" providerId="ADAL" clId="{A9EC1E61-743A-4CD6-9BDD-68DCAF42FAEB}" dt="2026-06-17T11:06:04.837" v="597" actId="1076"/>
        <pc:sldMkLst>
          <pc:docMk/>
          <pc:sldMk cId="1321792111" sldId="2147483564"/>
        </pc:sldMkLst>
        <pc:spChg chg="mod">
          <ac:chgData name="hirao kazuaki/0465811/平尾　一陽" userId="9e66de65-d0a9-4f8a-bbab-8b21a05aa8f1" providerId="ADAL" clId="{A9EC1E61-743A-4CD6-9BDD-68DCAF42FAEB}" dt="2026-06-17T09:59:26.288" v="518" actId="14100"/>
          <ac:spMkLst>
            <pc:docMk/>
            <pc:sldMk cId="1321792111" sldId="2147483564"/>
            <ac:spMk id="3" creationId="{C220891E-B3A2-86E1-E847-099CA0B76352}"/>
          </ac:spMkLst>
        </pc:spChg>
        <pc:spChg chg="del">
          <ac:chgData name="hirao kazuaki/0465811/平尾　一陽" userId="9e66de65-d0a9-4f8a-bbab-8b21a05aa8f1" providerId="ADAL" clId="{A9EC1E61-743A-4CD6-9BDD-68DCAF42FAEB}" dt="2026-06-17T08:31:33.549" v="17" actId="478"/>
          <ac:spMkLst>
            <pc:docMk/>
            <pc:sldMk cId="1321792111" sldId="2147483564"/>
            <ac:spMk id="4" creationId="{45BC06AC-4C7A-6E0B-D684-262ABB3F63BE}"/>
          </ac:spMkLst>
        </pc:spChg>
        <pc:spChg chg="add del mod">
          <ac:chgData name="hirao kazuaki/0465811/平尾　一陽" userId="9e66de65-d0a9-4f8a-bbab-8b21a05aa8f1" providerId="ADAL" clId="{A9EC1E61-743A-4CD6-9BDD-68DCAF42FAEB}" dt="2026-06-17T08:30:15.514" v="16" actId="478"/>
          <ac:spMkLst>
            <pc:docMk/>
            <pc:sldMk cId="1321792111" sldId="2147483564"/>
            <ac:spMk id="6" creationId="{578D78E1-63EA-5D9C-5240-F2D58C984814}"/>
          </ac:spMkLst>
        </pc:spChg>
        <pc:spChg chg="add mod">
          <ac:chgData name="hirao kazuaki/0465811/平尾　一陽" userId="9e66de65-d0a9-4f8a-bbab-8b21a05aa8f1" providerId="ADAL" clId="{A9EC1E61-743A-4CD6-9BDD-68DCAF42FAEB}" dt="2026-06-17T09:39:43.262" v="274"/>
          <ac:spMkLst>
            <pc:docMk/>
            <pc:sldMk cId="1321792111" sldId="2147483564"/>
            <ac:spMk id="7" creationId="{C3A1571D-D9E3-6854-6D72-A37725DABE39}"/>
          </ac:spMkLst>
        </pc:spChg>
        <pc:picChg chg="add mod modCrop">
          <ac:chgData name="hirao kazuaki/0465811/平尾　一陽" userId="9e66de65-d0a9-4f8a-bbab-8b21a05aa8f1" providerId="ADAL" clId="{A9EC1E61-743A-4CD6-9BDD-68DCAF42FAEB}" dt="2026-06-17T11:06:04.837" v="597" actId="1076"/>
          <ac:picMkLst>
            <pc:docMk/>
            <pc:sldMk cId="1321792111" sldId="2147483564"/>
            <ac:picMk id="9" creationId="{271D4E0C-87AE-EB5D-62D0-50C80D3FCC24}"/>
          </ac:picMkLst>
        </pc:picChg>
      </pc:sldChg>
      <pc:sldChg chg="addSp delSp modSp mod">
        <pc:chgData name="hirao kazuaki/0465811/平尾　一陽" userId="9e66de65-d0a9-4f8a-bbab-8b21a05aa8f1" providerId="ADAL" clId="{A9EC1E61-743A-4CD6-9BDD-68DCAF42FAEB}" dt="2026-06-17T09:58:22.372" v="514" actId="478"/>
        <pc:sldMkLst>
          <pc:docMk/>
          <pc:sldMk cId="598967656" sldId="2147483565"/>
        </pc:sldMkLst>
        <pc:spChg chg="del">
          <ac:chgData name="hirao kazuaki/0465811/平尾　一陽" userId="9e66de65-d0a9-4f8a-bbab-8b21a05aa8f1" providerId="ADAL" clId="{A9EC1E61-743A-4CD6-9BDD-68DCAF42FAEB}" dt="2026-06-17T09:58:22.372" v="514" actId="478"/>
          <ac:spMkLst>
            <pc:docMk/>
            <pc:sldMk cId="598967656" sldId="2147483565"/>
            <ac:spMk id="4" creationId="{F513BFA9-763D-A190-7CF9-643CE43D59E8}"/>
          </ac:spMkLst>
        </pc:spChg>
        <pc:spChg chg="add del mod">
          <ac:chgData name="hirao kazuaki/0465811/平尾　一陽" userId="9e66de65-d0a9-4f8a-bbab-8b21a05aa8f1" providerId="ADAL" clId="{A9EC1E61-743A-4CD6-9BDD-68DCAF42FAEB}" dt="2026-06-17T09:48:12.995" v="408" actId="478"/>
          <ac:spMkLst>
            <pc:docMk/>
            <pc:sldMk cId="598967656" sldId="2147483565"/>
            <ac:spMk id="7" creationId="{93E4D283-76F4-0E21-89B3-C7F6CB18AFBB}"/>
          </ac:spMkLst>
        </pc:spChg>
        <pc:graphicFrameChg chg="mod modGraphic">
          <ac:chgData name="hirao kazuaki/0465811/平尾　一陽" userId="9e66de65-d0a9-4f8a-bbab-8b21a05aa8f1" providerId="ADAL" clId="{A9EC1E61-743A-4CD6-9BDD-68DCAF42FAEB}" dt="2026-06-17T09:58:12.619" v="513" actId="404"/>
          <ac:graphicFrameMkLst>
            <pc:docMk/>
            <pc:sldMk cId="598967656" sldId="2147483565"/>
            <ac:graphicFrameMk id="3" creationId="{AE93B446-EF06-AA4E-3E7A-C1DE3EA1AC21}"/>
          </ac:graphicFrameMkLst>
        </pc:graphicFrameChg>
        <pc:graphicFrameChg chg="modGraphic">
          <ac:chgData name="hirao kazuaki/0465811/平尾　一陽" userId="9e66de65-d0a9-4f8a-bbab-8b21a05aa8f1" providerId="ADAL" clId="{A9EC1E61-743A-4CD6-9BDD-68DCAF42FAEB}" dt="2026-06-17T08:36:39.854" v="19" actId="5793"/>
          <ac:graphicFrameMkLst>
            <pc:docMk/>
            <pc:sldMk cId="598967656" sldId="2147483565"/>
            <ac:graphicFrameMk id="6" creationId="{78BF5BA4-6459-1AC3-226F-C0768EA22018}"/>
          </ac:graphicFrameMkLst>
        </pc:graphicFrameChg>
      </pc:sldChg>
    </pc:docChg>
  </pc:docChgLst>
  <pc:docChgLst>
    <pc:chgData name="sano kazuki/2118944/佐野　一樹" userId="S::2118944@mchcgr.com::a9cd0562-d456-4fb5-9e4e-fdb51a455c05" providerId="AD" clId="Web-{CE9F7A7A-DFC6-9164-59C8-AAB1A10267D4}"/>
    <pc:docChg chg="addSld modSld modSection">
      <pc:chgData name="sano kazuki/2118944/佐野　一樹" userId="S::2118944@mchcgr.com::a9cd0562-d456-4fb5-9e4e-fdb51a455c05" providerId="AD" clId="Web-{CE9F7A7A-DFC6-9164-59C8-AAB1A10267D4}" dt="2026-06-17T09:43:13.530" v="3" actId="20577"/>
      <pc:docMkLst>
        <pc:docMk/>
      </pc:docMkLst>
      <pc:sldChg chg="modSp new">
        <pc:chgData name="sano kazuki/2118944/佐野　一樹" userId="S::2118944@mchcgr.com::a9cd0562-d456-4fb5-9e4e-fdb51a455c05" providerId="AD" clId="Web-{CE9F7A7A-DFC6-9164-59C8-AAB1A10267D4}" dt="2026-06-17T09:43:13.530" v="3" actId="20577"/>
        <pc:sldMkLst>
          <pc:docMk/>
          <pc:sldMk cId="3672752607" sldId="2147483566"/>
        </pc:sldMkLst>
        <pc:spChg chg="mod">
          <ac:chgData name="sano kazuki/2118944/佐野　一樹" userId="S::2118944@mchcgr.com::a9cd0562-d456-4fb5-9e4e-fdb51a455c05" providerId="AD" clId="Web-{CE9F7A7A-DFC6-9164-59C8-AAB1A10267D4}" dt="2026-06-17T09:43:13.530" v="3" actId="20577"/>
          <ac:spMkLst>
            <pc:docMk/>
            <pc:sldMk cId="3672752607" sldId="2147483566"/>
            <ac:spMk id="2" creationId="{FE9810AE-4918-0074-F203-16048C2696CE}"/>
          </ac:spMkLst>
        </pc:spChg>
      </pc:sldChg>
    </pc:docChg>
  </pc:docChgLst>
  <pc:docChgLst>
    <pc:chgData name="sano kazuki/2118944/佐野　一樹" userId="a9cd0562-d456-4fb5-9e4e-fdb51a455c05" providerId="ADAL" clId="{B20A3F9A-AEEB-4A5E-BC90-72DBFE264B76}"/>
    <pc:docChg chg="undo custSel addSld delSld modSld modSection">
      <pc:chgData name="sano kazuki/2118944/佐野　一樹" userId="a9cd0562-d456-4fb5-9e4e-fdb51a455c05" providerId="ADAL" clId="{B20A3F9A-AEEB-4A5E-BC90-72DBFE264B76}" dt="2026-06-17T07:48:35.403" v="5055" actId="1076"/>
      <pc:docMkLst>
        <pc:docMk/>
      </pc:docMkLst>
      <pc:sldChg chg="del">
        <pc:chgData name="sano kazuki/2118944/佐野　一樹" userId="a9cd0562-d456-4fb5-9e4e-fdb51a455c05" providerId="ADAL" clId="{B20A3F9A-AEEB-4A5E-BC90-72DBFE264B76}" dt="2026-06-16T11:15:30.138" v="198" actId="47"/>
        <pc:sldMkLst>
          <pc:docMk/>
          <pc:sldMk cId="1638448340" sldId="256"/>
        </pc:sldMkLst>
      </pc:sldChg>
      <pc:sldChg chg="add del">
        <pc:chgData name="sano kazuki/2118944/佐野　一樹" userId="a9cd0562-d456-4fb5-9e4e-fdb51a455c05" providerId="ADAL" clId="{B20A3F9A-AEEB-4A5E-BC90-72DBFE264B76}" dt="2026-06-17T05:43:42.898" v="4047" actId="47"/>
        <pc:sldMkLst>
          <pc:docMk/>
          <pc:sldMk cId="473284953" sldId="259"/>
        </pc:sldMkLst>
      </pc:sldChg>
      <pc:sldChg chg="del">
        <pc:chgData name="sano kazuki/2118944/佐野　一樹" userId="a9cd0562-d456-4fb5-9e4e-fdb51a455c05" providerId="ADAL" clId="{B20A3F9A-AEEB-4A5E-BC90-72DBFE264B76}" dt="2026-06-16T11:15:39.499" v="218" actId="47"/>
        <pc:sldMkLst>
          <pc:docMk/>
          <pc:sldMk cId="3962789386" sldId="259"/>
        </pc:sldMkLst>
      </pc:sldChg>
      <pc:sldChg chg="del">
        <pc:chgData name="sano kazuki/2118944/佐野　一樹" userId="a9cd0562-d456-4fb5-9e4e-fdb51a455c05" providerId="ADAL" clId="{B20A3F9A-AEEB-4A5E-BC90-72DBFE264B76}" dt="2026-06-16T11:15:32.715" v="202" actId="47"/>
        <pc:sldMkLst>
          <pc:docMk/>
          <pc:sldMk cId="733500379" sldId="2147475626"/>
        </pc:sldMkLst>
      </pc:sldChg>
      <pc:sldChg chg="del">
        <pc:chgData name="sano kazuki/2118944/佐野　一樹" userId="a9cd0562-d456-4fb5-9e4e-fdb51a455c05" providerId="ADAL" clId="{B20A3F9A-AEEB-4A5E-BC90-72DBFE264B76}" dt="2026-06-16T11:15:31.779" v="200" actId="47"/>
        <pc:sldMkLst>
          <pc:docMk/>
          <pc:sldMk cId="1478996696" sldId="2147475627"/>
        </pc:sldMkLst>
      </pc:sldChg>
      <pc:sldChg chg="del">
        <pc:chgData name="sano kazuki/2118944/佐野　一樹" userId="a9cd0562-d456-4fb5-9e4e-fdb51a455c05" providerId="ADAL" clId="{B20A3F9A-AEEB-4A5E-BC90-72DBFE264B76}" dt="2026-06-16T11:15:40.748" v="221" actId="47"/>
        <pc:sldMkLst>
          <pc:docMk/>
          <pc:sldMk cId="942985073" sldId="2147475647"/>
        </pc:sldMkLst>
      </pc:sldChg>
      <pc:sldChg chg="del">
        <pc:chgData name="sano kazuki/2118944/佐野　一樹" userId="a9cd0562-d456-4fb5-9e4e-fdb51a455c05" providerId="ADAL" clId="{B20A3F9A-AEEB-4A5E-BC90-72DBFE264B76}" dt="2026-06-16T11:15:41.079" v="222" actId="47"/>
        <pc:sldMkLst>
          <pc:docMk/>
          <pc:sldMk cId="1678222766" sldId="2147475659"/>
        </pc:sldMkLst>
      </pc:sldChg>
      <pc:sldChg chg="del">
        <pc:chgData name="sano kazuki/2118944/佐野　一樹" userId="a9cd0562-d456-4fb5-9e4e-fdb51a455c05" providerId="ADAL" clId="{B20A3F9A-AEEB-4A5E-BC90-72DBFE264B76}" dt="2026-06-16T11:15:37.377" v="215" actId="47"/>
        <pc:sldMkLst>
          <pc:docMk/>
          <pc:sldMk cId="3018636980" sldId="2147475662"/>
        </pc:sldMkLst>
      </pc:sldChg>
      <pc:sldChg chg="del">
        <pc:chgData name="sano kazuki/2118944/佐野　一樹" userId="a9cd0562-d456-4fb5-9e4e-fdb51a455c05" providerId="ADAL" clId="{B20A3F9A-AEEB-4A5E-BC90-72DBFE264B76}" dt="2026-06-16T11:15:41.322" v="223" actId="47"/>
        <pc:sldMkLst>
          <pc:docMk/>
          <pc:sldMk cId="4094575868" sldId="2147475663"/>
        </pc:sldMkLst>
      </pc:sldChg>
      <pc:sldChg chg="del">
        <pc:chgData name="sano kazuki/2118944/佐野　一樹" userId="a9cd0562-d456-4fb5-9e4e-fdb51a455c05" providerId="ADAL" clId="{B20A3F9A-AEEB-4A5E-BC90-72DBFE264B76}" dt="2026-06-16T11:15:40.462" v="220" actId="47"/>
        <pc:sldMkLst>
          <pc:docMk/>
          <pc:sldMk cId="4149469424" sldId="2147477976"/>
        </pc:sldMkLst>
      </pc:sldChg>
      <pc:sldChg chg="del">
        <pc:chgData name="sano kazuki/2118944/佐野　一樹" userId="a9cd0562-d456-4fb5-9e4e-fdb51a455c05" providerId="ADAL" clId="{B20A3F9A-AEEB-4A5E-BC90-72DBFE264B76}" dt="2026-06-16T11:15:39.955" v="219" actId="47"/>
        <pc:sldMkLst>
          <pc:docMk/>
          <pc:sldMk cId="509925485" sldId="2147477981"/>
        </pc:sldMkLst>
      </pc:sldChg>
      <pc:sldChg chg="del">
        <pc:chgData name="sano kazuki/2118944/佐野　一樹" userId="a9cd0562-d456-4fb5-9e4e-fdb51a455c05" providerId="ADAL" clId="{B20A3F9A-AEEB-4A5E-BC90-72DBFE264B76}" dt="2026-06-16T11:15:30.862" v="199" actId="47"/>
        <pc:sldMkLst>
          <pc:docMk/>
          <pc:sldMk cId="190398405" sldId="2147477982"/>
        </pc:sldMkLst>
      </pc:sldChg>
      <pc:sldChg chg="del">
        <pc:chgData name="sano kazuki/2118944/佐野　一樹" userId="a9cd0562-d456-4fb5-9e4e-fdb51a455c05" providerId="ADAL" clId="{B20A3F9A-AEEB-4A5E-BC90-72DBFE264B76}" dt="2026-06-16T11:15:36.166" v="210" actId="47"/>
        <pc:sldMkLst>
          <pc:docMk/>
          <pc:sldMk cId="1598253203" sldId="2147477988"/>
        </pc:sldMkLst>
      </pc:sldChg>
      <pc:sldChg chg="del">
        <pc:chgData name="sano kazuki/2118944/佐野　一樹" userId="a9cd0562-d456-4fb5-9e4e-fdb51a455c05" providerId="ADAL" clId="{B20A3F9A-AEEB-4A5E-BC90-72DBFE264B76}" dt="2026-06-16T11:15:38.866" v="217" actId="47"/>
        <pc:sldMkLst>
          <pc:docMk/>
          <pc:sldMk cId="4227064545" sldId="2147477989"/>
        </pc:sldMkLst>
      </pc:sldChg>
      <pc:sldChg chg="del">
        <pc:chgData name="sano kazuki/2118944/佐野　一樹" userId="a9cd0562-d456-4fb5-9e4e-fdb51a455c05" providerId="ADAL" clId="{B20A3F9A-AEEB-4A5E-BC90-72DBFE264B76}" dt="2026-06-16T11:15:37.745" v="216" actId="47"/>
        <pc:sldMkLst>
          <pc:docMk/>
          <pc:sldMk cId="943073327" sldId="2147477990"/>
        </pc:sldMkLst>
      </pc:sldChg>
      <pc:sldChg chg="del">
        <pc:chgData name="sano kazuki/2118944/佐野　一樹" userId="a9cd0562-d456-4fb5-9e4e-fdb51a455c05" providerId="ADAL" clId="{B20A3F9A-AEEB-4A5E-BC90-72DBFE264B76}" dt="2026-06-16T11:15:36.874" v="213" actId="47"/>
        <pc:sldMkLst>
          <pc:docMk/>
          <pc:sldMk cId="780212101" sldId="2147477992"/>
        </pc:sldMkLst>
      </pc:sldChg>
      <pc:sldChg chg="del">
        <pc:chgData name="sano kazuki/2118944/佐野　一樹" userId="a9cd0562-d456-4fb5-9e4e-fdb51a455c05" providerId="ADAL" clId="{B20A3F9A-AEEB-4A5E-BC90-72DBFE264B76}" dt="2026-06-16T11:15:34.583" v="204" actId="47"/>
        <pc:sldMkLst>
          <pc:docMk/>
          <pc:sldMk cId="76505000" sldId="2147477993"/>
        </pc:sldMkLst>
      </pc:sldChg>
      <pc:sldChg chg="del">
        <pc:chgData name="sano kazuki/2118944/佐野　一樹" userId="a9cd0562-d456-4fb5-9e4e-fdb51a455c05" providerId="ADAL" clId="{B20A3F9A-AEEB-4A5E-BC90-72DBFE264B76}" dt="2026-06-16T11:15:36.617" v="212" actId="47"/>
        <pc:sldMkLst>
          <pc:docMk/>
          <pc:sldMk cId="1501301873" sldId="2147477994"/>
        </pc:sldMkLst>
      </pc:sldChg>
      <pc:sldChg chg="del">
        <pc:chgData name="sano kazuki/2118944/佐野　一樹" userId="a9cd0562-d456-4fb5-9e4e-fdb51a455c05" providerId="ADAL" clId="{B20A3F9A-AEEB-4A5E-BC90-72DBFE264B76}" dt="2026-06-16T11:15:41.842" v="224" actId="47"/>
        <pc:sldMkLst>
          <pc:docMk/>
          <pc:sldMk cId="2235656871" sldId="2147477997"/>
        </pc:sldMkLst>
      </pc:sldChg>
      <pc:sldChg chg="del">
        <pc:chgData name="sano kazuki/2118944/佐野　一樹" userId="a9cd0562-d456-4fb5-9e4e-fdb51a455c05" providerId="ADAL" clId="{B20A3F9A-AEEB-4A5E-BC90-72DBFE264B76}" dt="2026-06-16T11:15:37.133" v="214" actId="47"/>
        <pc:sldMkLst>
          <pc:docMk/>
          <pc:sldMk cId="529835970" sldId="2147477999"/>
        </pc:sldMkLst>
      </pc:sldChg>
      <pc:sldChg chg="del">
        <pc:chgData name="sano kazuki/2118944/佐野　一樹" userId="a9cd0562-d456-4fb5-9e4e-fdb51a455c05" providerId="ADAL" clId="{B20A3F9A-AEEB-4A5E-BC90-72DBFE264B76}" dt="2026-06-16T11:15:34.533" v="203" actId="47"/>
        <pc:sldMkLst>
          <pc:docMk/>
          <pc:sldMk cId="3965714178" sldId="2147478000"/>
        </pc:sldMkLst>
      </pc:sldChg>
      <pc:sldChg chg="del">
        <pc:chgData name="sano kazuki/2118944/佐野　一樹" userId="a9cd0562-d456-4fb5-9e4e-fdb51a455c05" providerId="ADAL" clId="{B20A3F9A-AEEB-4A5E-BC90-72DBFE264B76}" dt="2026-06-16T11:15:32.130" v="201" actId="47"/>
        <pc:sldMkLst>
          <pc:docMk/>
          <pc:sldMk cId="370514901" sldId="2147478001"/>
        </pc:sldMkLst>
      </pc:sldChg>
      <pc:sldChg chg="del">
        <pc:chgData name="sano kazuki/2118944/佐野　一樹" userId="a9cd0562-d456-4fb5-9e4e-fdb51a455c05" providerId="ADAL" clId="{B20A3F9A-AEEB-4A5E-BC90-72DBFE264B76}" dt="2026-06-16T11:15:36.401" v="211" actId="47"/>
        <pc:sldMkLst>
          <pc:docMk/>
          <pc:sldMk cId="4131392519" sldId="2147478002"/>
        </pc:sldMkLst>
      </pc:sldChg>
      <pc:sldChg chg="del">
        <pc:chgData name="sano kazuki/2118944/佐野　一樹" userId="a9cd0562-d456-4fb5-9e4e-fdb51a455c05" providerId="ADAL" clId="{B20A3F9A-AEEB-4A5E-BC90-72DBFE264B76}" dt="2026-06-16T11:15:34.616" v="205" actId="47"/>
        <pc:sldMkLst>
          <pc:docMk/>
          <pc:sldMk cId="3200171920" sldId="2147478003"/>
        </pc:sldMkLst>
      </pc:sldChg>
      <pc:sldChg chg="del">
        <pc:chgData name="sano kazuki/2118944/佐野　一樹" userId="a9cd0562-d456-4fb5-9e4e-fdb51a455c05" providerId="ADAL" clId="{B20A3F9A-AEEB-4A5E-BC90-72DBFE264B76}" dt="2026-06-16T11:15:34.754" v="206" actId="47"/>
        <pc:sldMkLst>
          <pc:docMk/>
          <pc:sldMk cId="2873570679" sldId="2147478004"/>
        </pc:sldMkLst>
      </pc:sldChg>
      <pc:sldChg chg="del">
        <pc:chgData name="sano kazuki/2118944/佐野　一樹" userId="a9cd0562-d456-4fb5-9e4e-fdb51a455c05" providerId="ADAL" clId="{B20A3F9A-AEEB-4A5E-BC90-72DBFE264B76}" dt="2026-06-16T11:15:35.626" v="208" actId="47"/>
        <pc:sldMkLst>
          <pc:docMk/>
          <pc:sldMk cId="2019168288" sldId="2147483555"/>
        </pc:sldMkLst>
      </pc:sldChg>
      <pc:sldChg chg="del">
        <pc:chgData name="sano kazuki/2118944/佐野　一樹" userId="a9cd0562-d456-4fb5-9e4e-fdb51a455c05" providerId="ADAL" clId="{B20A3F9A-AEEB-4A5E-BC90-72DBFE264B76}" dt="2026-06-16T11:15:35.917" v="209" actId="47"/>
        <pc:sldMkLst>
          <pc:docMk/>
          <pc:sldMk cId="2254430666" sldId="2147483556"/>
        </pc:sldMkLst>
      </pc:sldChg>
      <pc:sldChg chg="del">
        <pc:chgData name="sano kazuki/2118944/佐野　一樹" userId="a9cd0562-d456-4fb5-9e4e-fdb51a455c05" providerId="ADAL" clId="{B20A3F9A-AEEB-4A5E-BC90-72DBFE264B76}" dt="2026-06-16T11:15:35.341" v="207" actId="47"/>
        <pc:sldMkLst>
          <pc:docMk/>
          <pc:sldMk cId="807011413" sldId="2147483557"/>
        </pc:sldMkLst>
      </pc:sldChg>
      <pc:sldChg chg="del">
        <pc:chgData name="sano kazuki/2118944/佐野　一樹" userId="a9cd0562-d456-4fb5-9e4e-fdb51a455c05" providerId="ADAL" clId="{B20A3F9A-AEEB-4A5E-BC90-72DBFE264B76}" dt="2026-06-16T11:15:29.179" v="197" actId="47"/>
        <pc:sldMkLst>
          <pc:docMk/>
          <pc:sldMk cId="677572079" sldId="2147483558"/>
        </pc:sldMkLst>
      </pc:sldChg>
      <pc:sldChg chg="addSp delSp modSp new mod">
        <pc:chgData name="sano kazuki/2118944/佐野　一樹" userId="a9cd0562-d456-4fb5-9e4e-fdb51a455c05" providerId="ADAL" clId="{B20A3F9A-AEEB-4A5E-BC90-72DBFE264B76}" dt="2026-06-17T05:43:50.185" v="4049" actId="20577"/>
        <pc:sldMkLst>
          <pc:docMk/>
          <pc:sldMk cId="2032908252" sldId="2147483559"/>
        </pc:sldMkLst>
        <pc:spChg chg="mod">
          <ac:chgData name="sano kazuki/2118944/佐野　一樹" userId="a9cd0562-d456-4fb5-9e4e-fdb51a455c05" providerId="ADAL" clId="{B20A3F9A-AEEB-4A5E-BC90-72DBFE264B76}" dt="2026-06-17T05:43:50.185" v="4049" actId="20577"/>
          <ac:spMkLst>
            <pc:docMk/>
            <pc:sldMk cId="2032908252" sldId="2147483559"/>
            <ac:spMk id="4" creationId="{70A18BF3-4997-4EC8-AEAF-934DA3690759}"/>
          </ac:spMkLst>
        </pc:spChg>
        <pc:spChg chg="del mod">
          <ac:chgData name="sano kazuki/2118944/佐野　一樹" userId="a9cd0562-d456-4fb5-9e4e-fdb51a455c05" providerId="ADAL" clId="{B20A3F9A-AEEB-4A5E-BC90-72DBFE264B76}" dt="2026-06-16T10:18:41.104" v="56" actId="478"/>
          <ac:spMkLst>
            <pc:docMk/>
            <pc:sldMk cId="2032908252" sldId="2147483559"/>
            <ac:spMk id="5" creationId="{A176DB1B-7E63-47FF-7516-1558E67895CC}"/>
          </ac:spMkLst>
        </pc:spChg>
        <pc:spChg chg="add del mod">
          <ac:chgData name="sano kazuki/2118944/佐野　一樹" userId="a9cd0562-d456-4fb5-9e4e-fdb51a455c05" providerId="ADAL" clId="{B20A3F9A-AEEB-4A5E-BC90-72DBFE264B76}" dt="2026-06-17T01:14:06.400" v="2642" actId="478"/>
          <ac:spMkLst>
            <pc:docMk/>
            <pc:sldMk cId="2032908252" sldId="2147483559"/>
            <ac:spMk id="5" creationId="{D8D387D5-A624-E096-EBE1-3ED23FCF7013}"/>
          </ac:spMkLst>
        </pc:spChg>
        <pc:spChg chg="add del mod">
          <ac:chgData name="sano kazuki/2118944/佐野　一樹" userId="a9cd0562-d456-4fb5-9e4e-fdb51a455c05" providerId="ADAL" clId="{B20A3F9A-AEEB-4A5E-BC90-72DBFE264B76}" dt="2026-06-17T01:14:08.502" v="2643" actId="478"/>
          <ac:spMkLst>
            <pc:docMk/>
            <pc:sldMk cId="2032908252" sldId="2147483559"/>
            <ac:spMk id="6" creationId="{9A962E01-D068-9422-70CA-01D5CD4FE0CF}"/>
          </ac:spMkLst>
        </pc:spChg>
        <pc:spChg chg="add del mod">
          <ac:chgData name="sano kazuki/2118944/佐野　一樹" userId="a9cd0562-d456-4fb5-9e4e-fdb51a455c05" providerId="ADAL" clId="{B20A3F9A-AEEB-4A5E-BC90-72DBFE264B76}" dt="2026-06-16T11:12:34.604" v="181" actId="478"/>
          <ac:spMkLst>
            <pc:docMk/>
            <pc:sldMk cId="2032908252" sldId="2147483559"/>
            <ac:spMk id="8" creationId="{6B6BBFA0-CFB3-5E41-4E03-7EA41AE26707}"/>
          </ac:spMkLst>
        </pc:spChg>
        <pc:spChg chg="add del mod">
          <ac:chgData name="sano kazuki/2118944/佐野　一樹" userId="a9cd0562-d456-4fb5-9e4e-fdb51a455c05" providerId="ADAL" clId="{B20A3F9A-AEEB-4A5E-BC90-72DBFE264B76}" dt="2026-06-17T01:14:09.754" v="2644" actId="478"/>
          <ac:spMkLst>
            <pc:docMk/>
            <pc:sldMk cId="2032908252" sldId="2147483559"/>
            <ac:spMk id="8" creationId="{C3890724-C555-92A8-2FC4-2044AF55EA2A}"/>
          </ac:spMkLst>
        </pc:spChg>
        <pc:spChg chg="add del mod">
          <ac:chgData name="sano kazuki/2118944/佐野　一樹" userId="a9cd0562-d456-4fb5-9e4e-fdb51a455c05" providerId="ADAL" clId="{B20A3F9A-AEEB-4A5E-BC90-72DBFE264B76}" dt="2026-06-17T01:14:11.064" v="2645" actId="478"/>
          <ac:spMkLst>
            <pc:docMk/>
            <pc:sldMk cId="2032908252" sldId="2147483559"/>
            <ac:spMk id="9" creationId="{5F9D479F-80FD-0F48-469B-9C628BA030A7}"/>
          </ac:spMkLst>
        </pc:spChg>
        <pc:spChg chg="add del mod">
          <ac:chgData name="sano kazuki/2118944/佐野　一樹" userId="a9cd0562-d456-4fb5-9e4e-fdb51a455c05" providerId="ADAL" clId="{B20A3F9A-AEEB-4A5E-BC90-72DBFE264B76}" dt="2026-06-17T01:14:13.411" v="2646" actId="478"/>
          <ac:spMkLst>
            <pc:docMk/>
            <pc:sldMk cId="2032908252" sldId="2147483559"/>
            <ac:spMk id="10" creationId="{DB78AFC8-259E-2D81-051E-72A3FD855C11}"/>
          </ac:spMkLst>
        </pc:spChg>
        <pc:spChg chg="add mod">
          <ac:chgData name="sano kazuki/2118944/佐野　一樹" userId="a9cd0562-d456-4fb5-9e4e-fdb51a455c05" providerId="ADAL" clId="{B20A3F9A-AEEB-4A5E-BC90-72DBFE264B76}" dt="2026-06-16T11:25:59.321" v="231" actId="1076"/>
          <ac:spMkLst>
            <pc:docMk/>
            <pc:sldMk cId="2032908252" sldId="2147483559"/>
            <ac:spMk id="11" creationId="{069FD0B1-CF7B-FFF0-F7B9-34F4AF18BFC4}"/>
          </ac:spMkLst>
        </pc:spChg>
        <pc:spChg chg="add mod">
          <ac:chgData name="sano kazuki/2118944/佐野　一樹" userId="a9cd0562-d456-4fb5-9e4e-fdb51a455c05" providerId="ADAL" clId="{B20A3F9A-AEEB-4A5E-BC90-72DBFE264B76}" dt="2026-06-16T23:14:48.448" v="308" actId="14100"/>
          <ac:spMkLst>
            <pc:docMk/>
            <pc:sldMk cId="2032908252" sldId="2147483559"/>
            <ac:spMk id="12" creationId="{A3688449-1891-8DDD-2E62-D834BB110016}"/>
          </ac:spMkLst>
        </pc:spChg>
        <pc:spChg chg="add mod">
          <ac:chgData name="sano kazuki/2118944/佐野　一樹" userId="a9cd0562-d456-4fb5-9e4e-fdb51a455c05" providerId="ADAL" clId="{B20A3F9A-AEEB-4A5E-BC90-72DBFE264B76}" dt="2026-06-16T23:14:50.580" v="309" actId="14100"/>
          <ac:spMkLst>
            <pc:docMk/>
            <pc:sldMk cId="2032908252" sldId="2147483559"/>
            <ac:spMk id="13" creationId="{11F0E3C7-9306-396E-7BD7-16197C3F3ABA}"/>
          </ac:spMkLst>
        </pc:spChg>
        <pc:spChg chg="add del mod">
          <ac:chgData name="sano kazuki/2118944/佐野　一樹" userId="a9cd0562-d456-4fb5-9e4e-fdb51a455c05" providerId="ADAL" clId="{B20A3F9A-AEEB-4A5E-BC90-72DBFE264B76}" dt="2026-06-17T01:14:15.053" v="2647" actId="478"/>
          <ac:spMkLst>
            <pc:docMk/>
            <pc:sldMk cId="2032908252" sldId="2147483559"/>
            <ac:spMk id="14" creationId="{0BD0E24A-B3B3-E0D4-1B37-315B11E40B2B}"/>
          </ac:spMkLst>
        </pc:spChg>
        <pc:spChg chg="add del mod">
          <ac:chgData name="sano kazuki/2118944/佐野　一樹" userId="a9cd0562-d456-4fb5-9e4e-fdb51a455c05" providerId="ADAL" clId="{B20A3F9A-AEEB-4A5E-BC90-72DBFE264B76}" dt="2026-06-16T11:10:39.887" v="176" actId="478"/>
          <ac:spMkLst>
            <pc:docMk/>
            <pc:sldMk cId="2032908252" sldId="2147483559"/>
            <ac:spMk id="14" creationId="{146A7925-F182-2D07-023F-B90EF12AC29E}"/>
          </ac:spMkLst>
        </pc:spChg>
        <pc:spChg chg="add mod">
          <ac:chgData name="sano kazuki/2118944/佐野　一樹" userId="a9cd0562-d456-4fb5-9e4e-fdb51a455c05" providerId="ADAL" clId="{B20A3F9A-AEEB-4A5E-BC90-72DBFE264B76}" dt="2026-06-16T11:25:59.321" v="231" actId="1076"/>
          <ac:spMkLst>
            <pc:docMk/>
            <pc:sldMk cId="2032908252" sldId="2147483559"/>
            <ac:spMk id="15" creationId="{1224EA37-830B-E6A2-97DD-1AE6CF3B7B81}"/>
          </ac:spMkLst>
        </pc:spChg>
        <pc:spChg chg="add del mod">
          <ac:chgData name="sano kazuki/2118944/佐野　一樹" userId="a9cd0562-d456-4fb5-9e4e-fdb51a455c05" providerId="ADAL" clId="{B20A3F9A-AEEB-4A5E-BC90-72DBFE264B76}" dt="2026-06-17T01:14:16.138" v="2648" actId="478"/>
          <ac:spMkLst>
            <pc:docMk/>
            <pc:sldMk cId="2032908252" sldId="2147483559"/>
            <ac:spMk id="16" creationId="{7DCC71CF-5783-ED7C-3F6F-F2D4FD88C6A6}"/>
          </ac:spMkLst>
        </pc:spChg>
        <pc:spChg chg="add mod">
          <ac:chgData name="sano kazuki/2118944/佐野　一樹" userId="a9cd0562-d456-4fb5-9e4e-fdb51a455c05" providerId="ADAL" clId="{B20A3F9A-AEEB-4A5E-BC90-72DBFE264B76}" dt="2026-06-16T11:25:59.321" v="231" actId="1076"/>
          <ac:spMkLst>
            <pc:docMk/>
            <pc:sldMk cId="2032908252" sldId="2147483559"/>
            <ac:spMk id="17" creationId="{F9B36291-715C-2058-0EB7-7F204E46B59B}"/>
          </ac:spMkLst>
        </pc:spChg>
        <pc:spChg chg="add mod">
          <ac:chgData name="sano kazuki/2118944/佐野　一樹" userId="a9cd0562-d456-4fb5-9e4e-fdb51a455c05" providerId="ADAL" clId="{B20A3F9A-AEEB-4A5E-BC90-72DBFE264B76}" dt="2026-06-16T11:25:59.321" v="231" actId="1076"/>
          <ac:spMkLst>
            <pc:docMk/>
            <pc:sldMk cId="2032908252" sldId="2147483559"/>
            <ac:spMk id="18" creationId="{8F642EA3-A3A7-1135-8A1C-950B912B7C24}"/>
          </ac:spMkLst>
        </pc:spChg>
        <pc:spChg chg="add mod">
          <ac:chgData name="sano kazuki/2118944/佐野　一樹" userId="a9cd0562-d456-4fb5-9e4e-fdb51a455c05" providerId="ADAL" clId="{B20A3F9A-AEEB-4A5E-BC90-72DBFE264B76}" dt="2026-06-16T11:25:59.321" v="231" actId="1076"/>
          <ac:spMkLst>
            <pc:docMk/>
            <pc:sldMk cId="2032908252" sldId="2147483559"/>
            <ac:spMk id="19" creationId="{639B34C9-B9E5-6801-25A2-AE82F1A45546}"/>
          </ac:spMkLst>
        </pc:spChg>
        <pc:spChg chg="add mod">
          <ac:chgData name="sano kazuki/2118944/佐野　一樹" userId="a9cd0562-d456-4fb5-9e4e-fdb51a455c05" providerId="ADAL" clId="{B20A3F9A-AEEB-4A5E-BC90-72DBFE264B76}" dt="2026-06-16T11:25:59.321" v="231" actId="1076"/>
          <ac:spMkLst>
            <pc:docMk/>
            <pc:sldMk cId="2032908252" sldId="2147483559"/>
            <ac:spMk id="20" creationId="{E5428F67-64BE-3485-1201-BAF1A355A503}"/>
          </ac:spMkLst>
        </pc:spChg>
        <pc:spChg chg="add mod">
          <ac:chgData name="sano kazuki/2118944/佐野　一樹" userId="a9cd0562-d456-4fb5-9e4e-fdb51a455c05" providerId="ADAL" clId="{B20A3F9A-AEEB-4A5E-BC90-72DBFE264B76}" dt="2026-06-16T11:25:59.321" v="231" actId="1076"/>
          <ac:spMkLst>
            <pc:docMk/>
            <pc:sldMk cId="2032908252" sldId="2147483559"/>
            <ac:spMk id="21" creationId="{F7AFC487-ADE9-473F-DD28-9EC4DDF142A3}"/>
          </ac:spMkLst>
        </pc:spChg>
        <pc:spChg chg="add mod">
          <ac:chgData name="sano kazuki/2118944/佐野　一樹" userId="a9cd0562-d456-4fb5-9e4e-fdb51a455c05" providerId="ADAL" clId="{B20A3F9A-AEEB-4A5E-BC90-72DBFE264B76}" dt="2026-06-16T11:26:35.630" v="250" actId="14100"/>
          <ac:spMkLst>
            <pc:docMk/>
            <pc:sldMk cId="2032908252" sldId="2147483559"/>
            <ac:spMk id="23" creationId="{D5ED23A2-8CE0-7F67-4CA0-655189803DB6}"/>
          </ac:spMkLst>
        </pc:spChg>
        <pc:spChg chg="add mod">
          <ac:chgData name="sano kazuki/2118944/佐野　一樹" userId="a9cd0562-d456-4fb5-9e4e-fdb51a455c05" providerId="ADAL" clId="{B20A3F9A-AEEB-4A5E-BC90-72DBFE264B76}" dt="2026-06-17T04:26:24.863" v="3357" actId="1076"/>
          <ac:spMkLst>
            <pc:docMk/>
            <pc:sldMk cId="2032908252" sldId="2147483559"/>
            <ac:spMk id="24" creationId="{A018C5DD-1DB2-8964-AB56-7DEBF93CC33A}"/>
          </ac:spMkLst>
        </pc:spChg>
        <pc:spChg chg="add del mod">
          <ac:chgData name="sano kazuki/2118944/佐野　一樹" userId="a9cd0562-d456-4fb5-9e4e-fdb51a455c05" providerId="ADAL" clId="{B20A3F9A-AEEB-4A5E-BC90-72DBFE264B76}" dt="2026-06-16T11:27:54.116" v="262" actId="478"/>
          <ac:spMkLst>
            <pc:docMk/>
            <pc:sldMk cId="2032908252" sldId="2147483559"/>
            <ac:spMk id="25" creationId="{1CCAA3B1-7CBB-03F9-3D38-43BFAEF5A40A}"/>
          </ac:spMkLst>
        </pc:spChg>
        <pc:spChg chg="add mod">
          <ac:chgData name="sano kazuki/2118944/佐野　一樹" userId="a9cd0562-d456-4fb5-9e4e-fdb51a455c05" providerId="ADAL" clId="{B20A3F9A-AEEB-4A5E-BC90-72DBFE264B76}" dt="2026-06-16T11:28:12.339" v="267" actId="14100"/>
          <ac:spMkLst>
            <pc:docMk/>
            <pc:sldMk cId="2032908252" sldId="2147483559"/>
            <ac:spMk id="26" creationId="{A9744025-6CC5-2493-A032-A419396D8ABB}"/>
          </ac:spMkLst>
        </pc:spChg>
        <pc:spChg chg="add mod">
          <ac:chgData name="sano kazuki/2118944/佐野　一樹" userId="a9cd0562-d456-4fb5-9e4e-fdb51a455c05" providerId="ADAL" clId="{B20A3F9A-AEEB-4A5E-BC90-72DBFE264B76}" dt="2026-06-16T11:28:59.297" v="272" actId="1037"/>
          <ac:spMkLst>
            <pc:docMk/>
            <pc:sldMk cId="2032908252" sldId="2147483559"/>
            <ac:spMk id="27" creationId="{81BC43F9-AACF-695B-1424-C307DB6A53FB}"/>
          </ac:spMkLst>
        </pc:spChg>
        <pc:spChg chg="add mod">
          <ac:chgData name="sano kazuki/2118944/佐野　一樹" userId="a9cd0562-d456-4fb5-9e4e-fdb51a455c05" providerId="ADAL" clId="{B20A3F9A-AEEB-4A5E-BC90-72DBFE264B76}" dt="2026-06-16T11:29:21.979" v="275" actId="1076"/>
          <ac:spMkLst>
            <pc:docMk/>
            <pc:sldMk cId="2032908252" sldId="2147483559"/>
            <ac:spMk id="28" creationId="{B8BC7E68-4395-4B40-079B-D319C890ED73}"/>
          </ac:spMkLst>
        </pc:spChg>
        <pc:picChg chg="add mod">
          <ac:chgData name="sano kazuki/2118944/佐野　一樹" userId="a9cd0562-d456-4fb5-9e4e-fdb51a455c05" providerId="ADAL" clId="{B20A3F9A-AEEB-4A5E-BC90-72DBFE264B76}" dt="2026-06-16T11:25:55.950" v="230" actId="1076"/>
          <ac:picMkLst>
            <pc:docMk/>
            <pc:sldMk cId="2032908252" sldId="2147483559"/>
            <ac:picMk id="7" creationId="{DC82FD0B-1EA6-0650-D72D-1FA21B163863}"/>
          </ac:picMkLst>
        </pc:picChg>
        <pc:picChg chg="add mod">
          <ac:chgData name="sano kazuki/2118944/佐野　一樹" userId="a9cd0562-d456-4fb5-9e4e-fdb51a455c05" providerId="ADAL" clId="{B20A3F9A-AEEB-4A5E-BC90-72DBFE264B76}" dt="2026-06-16T11:26:20.271" v="244" actId="692"/>
          <ac:picMkLst>
            <pc:docMk/>
            <pc:sldMk cId="2032908252" sldId="2147483559"/>
            <ac:picMk id="22" creationId="{EB74C424-A937-A9B5-C294-AE7275A05958}"/>
          </ac:picMkLst>
        </pc:picChg>
        <pc:cxnChg chg="add del mod">
          <ac:chgData name="sano kazuki/2118944/佐野　一樹" userId="a9cd0562-d456-4fb5-9e4e-fdb51a455c05" providerId="ADAL" clId="{B20A3F9A-AEEB-4A5E-BC90-72DBFE264B76}" dt="2026-06-16T11:28:01.939" v="263" actId="478"/>
          <ac:cxnSpMkLst>
            <pc:docMk/>
            <pc:sldMk cId="2032908252" sldId="2147483559"/>
            <ac:cxnSpMk id="10" creationId="{BC0183A2-F452-3937-E47D-4DFA16DFDFA7}"/>
          </ac:cxnSpMkLst>
        </pc:cxnChg>
      </pc:sldChg>
      <pc:sldChg chg="addSp delSp modSp new mod">
        <pc:chgData name="sano kazuki/2118944/佐野　一樹" userId="a9cd0562-d456-4fb5-9e4e-fdb51a455c05" providerId="ADAL" clId="{B20A3F9A-AEEB-4A5E-BC90-72DBFE264B76}" dt="2026-06-17T05:38:56.058" v="3784" actId="20577"/>
        <pc:sldMkLst>
          <pc:docMk/>
          <pc:sldMk cId="2391073697" sldId="2147483560"/>
        </pc:sldMkLst>
        <pc:spChg chg="mod">
          <ac:chgData name="sano kazuki/2118944/佐野　一樹" userId="a9cd0562-d456-4fb5-9e4e-fdb51a455c05" providerId="ADAL" clId="{B20A3F9A-AEEB-4A5E-BC90-72DBFE264B76}" dt="2026-06-17T02:36:28.526" v="2862" actId="1076"/>
          <ac:spMkLst>
            <pc:docMk/>
            <pc:sldMk cId="2391073697" sldId="2147483560"/>
            <ac:spMk id="4" creationId="{D38946D5-8F11-0F5C-1095-D1CC8059E3FB}"/>
          </ac:spMkLst>
        </pc:spChg>
        <pc:spChg chg="del">
          <ac:chgData name="sano kazuki/2118944/佐野　一樹" userId="a9cd0562-d456-4fb5-9e4e-fdb51a455c05" providerId="ADAL" clId="{B20A3F9A-AEEB-4A5E-BC90-72DBFE264B76}" dt="2026-06-16T23:15:29.192" v="323" actId="478"/>
          <ac:spMkLst>
            <pc:docMk/>
            <pc:sldMk cId="2391073697" sldId="2147483560"/>
            <ac:spMk id="5" creationId="{E23EAE10-763D-AE49-0CDB-214224A7BB70}"/>
          </ac:spMkLst>
        </pc:spChg>
        <pc:graphicFrameChg chg="add mod modGraphic">
          <ac:chgData name="sano kazuki/2118944/佐野　一樹" userId="a9cd0562-d456-4fb5-9e4e-fdb51a455c05" providerId="ADAL" clId="{B20A3F9A-AEEB-4A5E-BC90-72DBFE264B76}" dt="2026-06-17T05:38:56.058" v="3784" actId="20577"/>
          <ac:graphicFrameMkLst>
            <pc:docMk/>
            <pc:sldMk cId="2391073697" sldId="2147483560"/>
            <ac:graphicFrameMk id="6" creationId="{B2FBF0C3-6175-D9F1-DE58-C0E4C12431B8}"/>
          </ac:graphicFrameMkLst>
        </pc:graphicFrameChg>
      </pc:sldChg>
      <pc:sldChg chg="addSp delSp modSp new mod">
        <pc:chgData name="sano kazuki/2118944/佐野　一樹" userId="a9cd0562-d456-4fb5-9e4e-fdb51a455c05" providerId="ADAL" clId="{B20A3F9A-AEEB-4A5E-BC90-72DBFE264B76}" dt="2026-06-17T05:43:32.619" v="4046" actId="20577"/>
        <pc:sldMkLst>
          <pc:docMk/>
          <pc:sldMk cId="1278396755" sldId="2147483561"/>
        </pc:sldMkLst>
        <pc:spChg chg="del">
          <ac:chgData name="sano kazuki/2118944/佐野　一樹" userId="a9cd0562-d456-4fb5-9e4e-fdb51a455c05" providerId="ADAL" clId="{B20A3F9A-AEEB-4A5E-BC90-72DBFE264B76}" dt="2026-06-17T02:35:38.304" v="2800"/>
          <ac:spMkLst>
            <pc:docMk/>
            <pc:sldMk cId="1278396755" sldId="2147483561"/>
            <ac:spMk id="4" creationId="{3A99D041-1650-8AB5-AB8E-616A2EAFA740}"/>
          </ac:spMkLst>
        </pc:spChg>
        <pc:spChg chg="del">
          <ac:chgData name="sano kazuki/2118944/佐野　一樹" userId="a9cd0562-d456-4fb5-9e4e-fdb51a455c05" providerId="ADAL" clId="{B20A3F9A-AEEB-4A5E-BC90-72DBFE264B76}" dt="2026-06-17T02:35:47.683" v="2801" actId="478"/>
          <ac:spMkLst>
            <pc:docMk/>
            <pc:sldMk cId="1278396755" sldId="2147483561"/>
            <ac:spMk id="5" creationId="{6007D992-3CEB-0167-B334-3BB4B59240B9}"/>
          </ac:spMkLst>
        </pc:spChg>
        <pc:spChg chg="add mod">
          <ac:chgData name="sano kazuki/2118944/佐野　一樹" userId="a9cd0562-d456-4fb5-9e4e-fdb51a455c05" providerId="ADAL" clId="{B20A3F9A-AEEB-4A5E-BC90-72DBFE264B76}" dt="2026-06-17T05:43:32.619" v="4046" actId="20577"/>
          <ac:spMkLst>
            <pc:docMk/>
            <pc:sldMk cId="1278396755" sldId="2147483561"/>
            <ac:spMk id="6" creationId="{CF1D0FC2-CC79-69E6-B10C-688419B3F68C}"/>
          </ac:spMkLst>
        </pc:spChg>
        <pc:graphicFrameChg chg="add mod modGraphic">
          <ac:chgData name="sano kazuki/2118944/佐野　一樹" userId="a9cd0562-d456-4fb5-9e4e-fdb51a455c05" providerId="ADAL" clId="{B20A3F9A-AEEB-4A5E-BC90-72DBFE264B76}" dt="2026-06-17T03:06:39.403" v="3339" actId="1076"/>
          <ac:graphicFrameMkLst>
            <pc:docMk/>
            <pc:sldMk cId="1278396755" sldId="2147483561"/>
            <ac:graphicFrameMk id="7" creationId="{08F6E271-9870-F71F-4892-F87F6899B0DE}"/>
          </ac:graphicFrameMkLst>
        </pc:graphicFrameChg>
      </pc:sldChg>
      <pc:sldChg chg="addSp delSp modSp new mod">
        <pc:chgData name="sano kazuki/2118944/佐野　一樹" userId="a9cd0562-d456-4fb5-9e4e-fdb51a455c05" providerId="ADAL" clId="{B20A3F9A-AEEB-4A5E-BC90-72DBFE264B76}" dt="2026-06-17T06:06:19.291" v="4580" actId="20577"/>
        <pc:sldMkLst>
          <pc:docMk/>
          <pc:sldMk cId="1161198265" sldId="2147483562"/>
        </pc:sldMkLst>
        <pc:spChg chg="mod">
          <ac:chgData name="sano kazuki/2118944/佐野　一樹" userId="a9cd0562-d456-4fb5-9e4e-fdb51a455c05" providerId="ADAL" clId="{B20A3F9A-AEEB-4A5E-BC90-72DBFE264B76}" dt="2026-06-17T05:45:56.469" v="4055" actId="20577"/>
          <ac:spMkLst>
            <pc:docMk/>
            <pc:sldMk cId="1161198265" sldId="2147483562"/>
            <ac:spMk id="2" creationId="{40875B0C-238A-4B74-9BB8-63C9C0770213}"/>
          </ac:spMkLst>
        </pc:spChg>
        <pc:spChg chg="del mod">
          <ac:chgData name="sano kazuki/2118944/佐野　一樹" userId="a9cd0562-d456-4fb5-9e4e-fdb51a455c05" providerId="ADAL" clId="{B20A3F9A-AEEB-4A5E-BC90-72DBFE264B76}" dt="2026-06-17T04:43:24.876" v="3396" actId="478"/>
          <ac:spMkLst>
            <pc:docMk/>
            <pc:sldMk cId="1161198265" sldId="2147483562"/>
            <ac:spMk id="3" creationId="{A317F03E-8661-048F-AF53-120F9200AE11}"/>
          </ac:spMkLst>
        </pc:spChg>
        <pc:graphicFrameChg chg="add mod modGraphic">
          <ac:chgData name="sano kazuki/2118944/佐野　一樹" userId="a9cd0562-d456-4fb5-9e4e-fdb51a455c05" providerId="ADAL" clId="{B20A3F9A-AEEB-4A5E-BC90-72DBFE264B76}" dt="2026-06-17T06:06:19.291" v="4580" actId="20577"/>
          <ac:graphicFrameMkLst>
            <pc:docMk/>
            <pc:sldMk cId="1161198265" sldId="2147483562"/>
            <ac:graphicFrameMk id="3" creationId="{D5FDAF93-FFDB-0A8D-C9CF-44D69F6F0873}"/>
          </ac:graphicFrameMkLst>
        </pc:graphicFrameChg>
      </pc:sldChg>
      <pc:sldChg chg="addSp delSp modSp new mod">
        <pc:chgData name="sano kazuki/2118944/佐野　一樹" userId="a9cd0562-d456-4fb5-9e4e-fdb51a455c05" providerId="ADAL" clId="{B20A3F9A-AEEB-4A5E-BC90-72DBFE264B76}" dt="2026-06-17T05:43:20.020" v="4003"/>
        <pc:sldMkLst>
          <pc:docMk/>
          <pc:sldMk cId="1026278820" sldId="2147483563"/>
        </pc:sldMkLst>
        <pc:spChg chg="del mod">
          <ac:chgData name="sano kazuki/2118944/佐野　一樹" userId="a9cd0562-d456-4fb5-9e4e-fdb51a455c05" providerId="ADAL" clId="{B20A3F9A-AEEB-4A5E-BC90-72DBFE264B76}" dt="2026-06-17T04:44:04.586" v="3410"/>
          <ac:spMkLst>
            <pc:docMk/>
            <pc:sldMk cId="1026278820" sldId="2147483563"/>
            <ac:spMk id="4" creationId="{FFD7F543-961C-C743-962F-59ABFBB2CE4A}"/>
          </ac:spMkLst>
        </pc:spChg>
        <pc:spChg chg="del">
          <ac:chgData name="sano kazuki/2118944/佐野　一樹" userId="a9cd0562-d456-4fb5-9e4e-fdb51a455c05" providerId="ADAL" clId="{B20A3F9A-AEEB-4A5E-BC90-72DBFE264B76}" dt="2026-06-17T04:43:45.785" v="3399"/>
          <ac:spMkLst>
            <pc:docMk/>
            <pc:sldMk cId="1026278820" sldId="2147483563"/>
            <ac:spMk id="5" creationId="{B3FEFAAF-6690-345B-7BCE-48A7F17F7CC6}"/>
          </ac:spMkLst>
        </pc:spChg>
        <pc:spChg chg="add mod">
          <ac:chgData name="sano kazuki/2118944/佐野　一樹" userId="a9cd0562-d456-4fb5-9e4e-fdb51a455c05" providerId="ADAL" clId="{B20A3F9A-AEEB-4A5E-BC90-72DBFE264B76}" dt="2026-06-17T04:44:04.586" v="3410"/>
          <ac:spMkLst>
            <pc:docMk/>
            <pc:sldMk cId="1026278820" sldId="2147483563"/>
            <ac:spMk id="8" creationId="{DED4F063-243C-F662-50C2-2B741456A2D1}"/>
          </ac:spMkLst>
        </pc:spChg>
        <pc:spChg chg="add del mod">
          <ac:chgData name="sano kazuki/2118944/佐野　一樹" userId="a9cd0562-d456-4fb5-9e4e-fdb51a455c05" providerId="ADAL" clId="{B20A3F9A-AEEB-4A5E-BC90-72DBFE264B76}" dt="2026-06-17T05:29:02.891" v="3426" actId="478"/>
          <ac:spMkLst>
            <pc:docMk/>
            <pc:sldMk cId="1026278820" sldId="2147483563"/>
            <ac:spMk id="10" creationId="{43B3F5E9-F638-88A7-40FC-AB2D8056D991}"/>
          </ac:spMkLst>
        </pc:spChg>
        <pc:graphicFrameChg chg="add del mod">
          <ac:chgData name="sano kazuki/2118944/佐野　一樹" userId="a9cd0562-d456-4fb5-9e4e-fdb51a455c05" providerId="ADAL" clId="{B20A3F9A-AEEB-4A5E-BC90-72DBFE264B76}" dt="2026-06-17T05:29:00.906" v="3425" actId="478"/>
          <ac:graphicFrameMkLst>
            <pc:docMk/>
            <pc:sldMk cId="1026278820" sldId="2147483563"/>
            <ac:graphicFrameMk id="6" creationId="{F07F5994-DFDD-13D8-2A21-6C4C57EFAF63}"/>
          </ac:graphicFrameMkLst>
        </pc:graphicFrameChg>
        <pc:graphicFrameChg chg="add mod modGraphic">
          <ac:chgData name="sano kazuki/2118944/佐野　一樹" userId="a9cd0562-d456-4fb5-9e4e-fdb51a455c05" providerId="ADAL" clId="{B20A3F9A-AEEB-4A5E-BC90-72DBFE264B76}" dt="2026-06-17T05:43:20.020" v="4003"/>
          <ac:graphicFrameMkLst>
            <pc:docMk/>
            <pc:sldMk cId="1026278820" sldId="2147483563"/>
            <ac:graphicFrameMk id="7" creationId="{260ADA5A-954B-3263-ADC6-CAA1C1AE8B14}"/>
          </ac:graphicFrameMkLst>
        </pc:graphicFrameChg>
      </pc:sldChg>
      <pc:sldChg chg="addSp modSp mod">
        <pc:chgData name="sano kazuki/2118944/佐野　一樹" userId="a9cd0562-d456-4fb5-9e4e-fdb51a455c05" providerId="ADAL" clId="{B20A3F9A-AEEB-4A5E-BC90-72DBFE264B76}" dt="2026-06-17T07:48:35.403" v="5055" actId="1076"/>
        <pc:sldMkLst>
          <pc:docMk/>
          <pc:sldMk cId="598967656" sldId="2147483565"/>
        </pc:sldMkLst>
        <pc:graphicFrameChg chg="add mod modGraphic">
          <ac:chgData name="sano kazuki/2118944/佐野　一樹" userId="a9cd0562-d456-4fb5-9e4e-fdb51a455c05" providerId="ADAL" clId="{B20A3F9A-AEEB-4A5E-BC90-72DBFE264B76}" dt="2026-06-17T07:48:35.403" v="5055" actId="1076"/>
          <ac:graphicFrameMkLst>
            <pc:docMk/>
            <pc:sldMk cId="598967656" sldId="2147483565"/>
            <ac:graphicFrameMk id="3" creationId="{AE93B446-EF06-AA4E-3E7A-C1DE3EA1AC21}"/>
          </ac:graphicFrameMkLst>
        </pc:graphicFrameChg>
        <pc:graphicFrameChg chg="mod modGraphic">
          <ac:chgData name="sano kazuki/2118944/佐野　一樹" userId="a9cd0562-d456-4fb5-9e4e-fdb51a455c05" providerId="ADAL" clId="{B20A3F9A-AEEB-4A5E-BC90-72DBFE264B76}" dt="2026-06-17T07:48:20.406" v="5051" actId="20577"/>
          <ac:graphicFrameMkLst>
            <pc:docMk/>
            <pc:sldMk cId="598967656" sldId="2147483565"/>
            <ac:graphicFrameMk id="6" creationId="{78BF5BA4-6459-1AC3-226F-C0768EA22018}"/>
          </ac:graphicFrameMkLst>
        </pc:graphicFrameChg>
      </pc:sldChg>
      <pc:sldMasterChg chg="delSldLayout">
        <pc:chgData name="sano kazuki/2118944/佐野　一樹" userId="a9cd0562-d456-4fb5-9e4e-fdb51a455c05" providerId="ADAL" clId="{B20A3F9A-AEEB-4A5E-BC90-72DBFE264B76}" dt="2026-06-16T11:15:41.842" v="224" actId="47"/>
        <pc:sldMasterMkLst>
          <pc:docMk/>
          <pc:sldMasterMk cId="1696390841" sldId="2147483820"/>
        </pc:sldMasterMkLst>
        <pc:sldLayoutChg chg="del">
          <pc:chgData name="sano kazuki/2118944/佐野　一樹" userId="a9cd0562-d456-4fb5-9e4e-fdb51a455c05" providerId="ADAL" clId="{B20A3F9A-AEEB-4A5E-BC90-72DBFE264B76}" dt="2026-06-16T11:15:41.842" v="224" actId="47"/>
          <pc:sldLayoutMkLst>
            <pc:docMk/>
            <pc:sldMasterMk cId="1696390841" sldId="2147483820"/>
            <pc:sldLayoutMk cId="173739361" sldId="2147484058"/>
          </pc:sldLayoutMkLst>
        </pc:sldLayoutChg>
        <pc:sldLayoutChg chg="del">
          <pc:chgData name="sano kazuki/2118944/佐野　一樹" userId="a9cd0562-d456-4fb5-9e4e-fdb51a455c05" providerId="ADAL" clId="{B20A3F9A-AEEB-4A5E-BC90-72DBFE264B76}" dt="2026-06-16T11:15:39.499" v="218" actId="47"/>
          <pc:sldLayoutMkLst>
            <pc:docMk/>
            <pc:sldMasterMk cId="1696390841" sldId="2147483820"/>
            <pc:sldLayoutMk cId="3783461818" sldId="2147484059"/>
          </pc:sldLayoutMkLst>
        </pc:sldLayoutChg>
        <pc:sldLayoutChg chg="del">
          <pc:chgData name="sano kazuki/2118944/佐野　一樹" userId="a9cd0562-d456-4fb5-9e4e-fdb51a455c05" providerId="ADAL" clId="{B20A3F9A-AEEB-4A5E-BC90-72DBFE264B76}" dt="2026-06-16T11:15:41.322" v="223" actId="47"/>
          <pc:sldLayoutMkLst>
            <pc:docMk/>
            <pc:sldMasterMk cId="1696390841" sldId="2147483820"/>
            <pc:sldLayoutMk cId="4285825205" sldId="2147484060"/>
          </pc:sldLayoutMkLst>
        </pc:sldLayoutChg>
        <pc:sldLayoutChg chg="del">
          <pc:chgData name="sano kazuki/2118944/佐野　一樹" userId="a9cd0562-d456-4fb5-9e4e-fdb51a455c05" providerId="ADAL" clId="{B20A3F9A-AEEB-4A5E-BC90-72DBFE264B76}" dt="2026-06-16T11:15:35.917" v="209" actId="47"/>
          <pc:sldLayoutMkLst>
            <pc:docMk/>
            <pc:sldMasterMk cId="1696390841" sldId="2147483820"/>
            <pc:sldLayoutMk cId="608871463" sldId="2147484061"/>
          </pc:sldLayoutMkLst>
        </pc:sldLayoutChg>
      </pc:sldMasterChg>
    </pc:docChg>
  </pc:docChgLst>
  <pc:docChgLst>
    <pc:chgData name="sano kazuki/2118944/佐野　一樹" userId="S::2118944@mchcgr.com::a9cd0562-d456-4fb5-9e4e-fdb51a455c05" providerId="AD" clId="Web-{201A2447-3EAC-E9B5-44BF-A70DC1C02550}"/>
    <pc:docChg chg="addSld modSld modSection">
      <pc:chgData name="sano kazuki/2118944/佐野　一樹" userId="S::2118944@mchcgr.com::a9cd0562-d456-4fb5-9e4e-fdb51a455c05" providerId="AD" clId="Web-{201A2447-3EAC-E9B5-44BF-A70DC1C02550}" dt="2026-06-17T06:41:51.103" v="127" actId="1076"/>
      <pc:docMkLst>
        <pc:docMk/>
      </pc:docMkLst>
      <pc:sldChg chg="modSp new">
        <pc:chgData name="sano kazuki/2118944/佐野　一樹" userId="S::2118944@mchcgr.com::a9cd0562-d456-4fb5-9e4e-fdb51a455c05" providerId="AD" clId="Web-{201A2447-3EAC-E9B5-44BF-A70DC1C02550}" dt="2026-06-17T06:41:51.103" v="127" actId="1076"/>
        <pc:sldMkLst>
          <pc:docMk/>
          <pc:sldMk cId="1321792111" sldId="2147483564"/>
        </pc:sldMkLst>
        <pc:spChg chg="mod">
          <ac:chgData name="sano kazuki/2118944/佐野　一樹" userId="S::2118944@mchcgr.com::a9cd0562-d456-4fb5-9e4e-fdb51a455c05" providerId="AD" clId="Web-{201A2447-3EAC-E9B5-44BF-A70DC1C02550}" dt="2026-06-17T06:41:48.056" v="126" actId="1076"/>
          <ac:spMkLst>
            <pc:docMk/>
            <pc:sldMk cId="1321792111" sldId="2147483564"/>
            <ac:spMk id="2" creationId="{A1F55204-03B2-7BA8-B7EB-C27855597917}"/>
          </ac:spMkLst>
        </pc:spChg>
        <pc:spChg chg="mod">
          <ac:chgData name="sano kazuki/2118944/佐野　一樹" userId="S::2118944@mchcgr.com::a9cd0562-d456-4fb5-9e4e-fdb51a455c05" providerId="AD" clId="Web-{201A2447-3EAC-E9B5-44BF-A70DC1C02550}" dt="2026-06-17T06:41:51.103" v="127" actId="1076"/>
          <ac:spMkLst>
            <pc:docMk/>
            <pc:sldMk cId="1321792111" sldId="2147483564"/>
            <ac:spMk id="3" creationId="{C220891E-B3A2-86E1-E847-099CA0B76352}"/>
          </ac:spMkLst>
        </pc:spChg>
      </pc:sld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>
            <a:extLst>
              <a:ext uri="{FF2B5EF4-FFF2-40B4-BE49-F238E27FC236}">
                <a16:creationId xmlns:a16="http://schemas.microsoft.com/office/drawing/2014/main" id="{62707A5F-A7D6-C641-8208-3E6DFDB2F48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9787" cy="49869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70554B22-9586-484A-A766-0C4435114699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55838" y="0"/>
            <a:ext cx="2949787" cy="49869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F02A3B7-46B2-E94A-9EF8-D8D874E780F7}" type="datetimeFigureOut">
              <a:rPr kumimoji="1" lang="ja-JP" altLang="en-US" smtClean="0"/>
              <a:t>2026/6/17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ED85D71E-D7E7-1E4D-A100-20172004F57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440647"/>
            <a:ext cx="2949787" cy="49869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51F7FD02-B9AC-5040-9426-86C1B469DF6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55838" y="9440647"/>
            <a:ext cx="2949787" cy="49869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A6C1043-B07B-A34C-A6AD-E266C03B38C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20931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9787" cy="49869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55838" y="0"/>
            <a:ext cx="2949787" cy="49869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62F1F98-6922-D549-90B4-4FEE2DCA453F}" type="datetimeFigureOut">
              <a:rPr kumimoji="1" lang="ja-JP" altLang="en-US" smtClean="0"/>
              <a:t>2026/6/17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422275" y="1243013"/>
            <a:ext cx="5962650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0720" y="4783307"/>
            <a:ext cx="5445760" cy="3913614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kumimoji="1" lang="ja-JP" altLang="en-US"/>
              <a:t>マスター テキストの書式設定
第 </a:t>
            </a:r>
            <a:r>
              <a:rPr kumimoji="1" lang="en-US" altLang="ja-JP"/>
              <a:t>2 </a:t>
            </a:r>
            <a:r>
              <a:rPr kumimoji="1" lang="ja-JP" altLang="en-US"/>
              <a:t>レベル
第 </a:t>
            </a:r>
            <a:r>
              <a:rPr kumimoji="1" lang="en-US" altLang="ja-JP"/>
              <a:t>3 </a:t>
            </a:r>
            <a:r>
              <a:rPr kumimoji="1" lang="ja-JP" altLang="en-US"/>
              <a:t>レベル
第 </a:t>
            </a:r>
            <a:r>
              <a:rPr kumimoji="1" lang="en-US" altLang="ja-JP"/>
              <a:t>4 </a:t>
            </a:r>
            <a:r>
              <a:rPr kumimoji="1" lang="ja-JP" altLang="en-US"/>
              <a:t>レベル
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9440647"/>
            <a:ext cx="2949787" cy="49869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55838" y="9440647"/>
            <a:ext cx="2949787" cy="49869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E9B8F7-F11D-7247-854D-760B01224C6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38678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.jpe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1.jpe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2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1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2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3.png"/><Relationship Id="rId4" Type="http://schemas.openxmlformats.org/officeDocument/2006/relationships/image" Target="../media/image1.jpe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4.png"/><Relationship Id="rId4" Type="http://schemas.openxmlformats.org/officeDocument/2006/relationships/image" Target="../media/image1.jpe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6.png"/><Relationship Id="rId4" Type="http://schemas.openxmlformats.org/officeDocument/2006/relationships/image" Target="../media/image1.jpe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7.png"/><Relationship Id="rId4" Type="http://schemas.openxmlformats.org/officeDocument/2006/relationships/image" Target="../media/image1.jpe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.jpe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11.png"/><Relationship Id="rId4" Type="http://schemas.openxmlformats.org/officeDocument/2006/relationships/image" Target="../media/image1.jpe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asic_cov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正方形/長方形 55">
            <a:extLst>
              <a:ext uri="{FF2B5EF4-FFF2-40B4-BE49-F238E27FC236}">
                <a16:creationId xmlns:a16="http://schemas.microsoft.com/office/drawing/2014/main" id="{8145FA22-8B15-8165-6374-D653E8B173C9}"/>
              </a:ext>
            </a:extLst>
          </p:cNvPr>
          <p:cNvSpPr/>
          <p:nvPr userDrawn="1"/>
        </p:nvSpPr>
        <p:spPr>
          <a:xfrm>
            <a:off x="119063" y="728663"/>
            <a:ext cx="11953875" cy="6012000"/>
          </a:xfrm>
          <a:prstGeom prst="rect">
            <a:avLst/>
          </a:prstGeom>
          <a:solidFill>
            <a:srgbClr val="ECF1F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タイトル 66"/>
          <p:cNvSpPr>
            <a:spLocks noGrp="1"/>
          </p:cNvSpPr>
          <p:nvPr>
            <p:ph type="title" hasCustomPrompt="1"/>
          </p:nvPr>
        </p:nvSpPr>
        <p:spPr>
          <a:xfrm>
            <a:off x="750626" y="2520666"/>
            <a:ext cx="10925374" cy="184204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lvl1pPr>
              <a:lnSpc>
                <a:spcPct val="95000"/>
              </a:lnSpc>
              <a:defRPr sz="4200" b="1" spc="-100" baseline="0">
                <a:latin typeface="+mj-lt"/>
                <a:ea typeface="+mj-ea"/>
              </a:defRPr>
            </a:lvl1pPr>
          </a:lstStyle>
          <a:p>
            <a:r>
              <a:rPr kumimoji="1" lang="ja-JP" altLang="en-US"/>
              <a:t>プレゼンテーション</a:t>
            </a:r>
            <a:r>
              <a:rPr kumimoji="1" lang="en-US" altLang="ja-JP"/>
              <a:t> </a:t>
            </a:r>
            <a:r>
              <a:rPr kumimoji="1" lang="ja-JP" altLang="en-US"/>
              <a:t>タイトル</a:t>
            </a:r>
            <a:br>
              <a:rPr kumimoji="1" lang="en-US" altLang="ja-JP"/>
            </a:br>
            <a:r>
              <a:rPr kumimoji="1" lang="ja-JP" altLang="en-US"/>
              <a:t>游ゴシック</a:t>
            </a:r>
            <a:r>
              <a:rPr kumimoji="1" lang="en-US" altLang="ja-JP"/>
              <a:t> Bold 42pt </a:t>
            </a:r>
            <a:br>
              <a:rPr kumimoji="1" lang="en-US" altLang="ja-JP"/>
            </a:br>
            <a:r>
              <a:rPr kumimoji="1" lang="ja-JP" altLang="en-US"/>
              <a:t>行間</a:t>
            </a:r>
            <a:r>
              <a:rPr kumimoji="1" lang="en-US" altLang="ja-JP"/>
              <a:t>0.95</a:t>
            </a:r>
            <a:endParaRPr kumimoji="1" lang="ja-JP" altLang="en-US"/>
          </a:p>
        </p:txBody>
      </p:sp>
      <p:sp>
        <p:nvSpPr>
          <p:cNvPr id="16" name="テキスト プレースホルダー 28"/>
          <p:cNvSpPr>
            <a:spLocks noGrp="1"/>
          </p:cNvSpPr>
          <p:nvPr>
            <p:ph type="body" sz="quarter" idx="11" hasCustomPrompt="1"/>
          </p:nvPr>
        </p:nvSpPr>
        <p:spPr>
          <a:xfrm>
            <a:off x="750626" y="4704321"/>
            <a:ext cx="10925374" cy="553998"/>
          </a:xfrm>
          <a:prstGeom prst="rect">
            <a:avLst/>
          </a:prstGeom>
          <a:noFill/>
        </p:spPr>
        <p:txBody>
          <a:bodyPr wrap="square" lIns="0" tIns="0" rIns="0" bIns="0" anchor="t" anchorCtr="0">
            <a:noAutofit/>
          </a:bodyPr>
          <a:lstStyle>
            <a:lvl1pPr marL="0" indent="0" defTabSz="158400">
              <a:lnSpc>
                <a:spcPct val="100000"/>
              </a:lnSpc>
              <a:spcBef>
                <a:spcPts val="0"/>
              </a:spcBef>
              <a:buNone/>
              <a:defRPr sz="1800" b="0" spc="-30" baseline="0">
                <a:latin typeface="+mj-lt"/>
                <a:ea typeface="+mj-ea"/>
              </a:defRPr>
            </a:lvl1pPr>
            <a:lvl2pPr marL="0" indent="0" defTabSz="158400">
              <a:buNone/>
              <a:defRPr sz="1400" b="1"/>
            </a:lvl2pPr>
            <a:lvl3pPr marL="0" indent="0" defTabSz="158400">
              <a:buNone/>
              <a:defRPr b="1"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ja-JP" altLang="en-US"/>
              <a:t>サブタイトル</a:t>
            </a:r>
            <a:r>
              <a:rPr kumimoji="1" lang="en-US" altLang="ja-JP"/>
              <a:t> </a:t>
            </a:r>
            <a:r>
              <a:rPr kumimoji="1" lang="ja-JP" altLang="en-US"/>
              <a:t>游ゴシック </a:t>
            </a:r>
            <a:r>
              <a:rPr kumimoji="1" lang="en-US" altLang="ja-JP"/>
              <a:t>Medium 18pt / </a:t>
            </a:r>
            <a:r>
              <a:rPr kumimoji="1" lang="ja-JP" altLang="en-US"/>
              <a:t>行間</a:t>
            </a:r>
            <a:r>
              <a:rPr kumimoji="1" lang="en-US" altLang="ja-JP"/>
              <a:t>1</a:t>
            </a:r>
            <a:br>
              <a:rPr kumimoji="1" lang="en-US" altLang="ja-JP"/>
            </a:br>
            <a:r>
              <a:rPr kumimoji="1" lang="ja-JP" altLang="en-US"/>
              <a:t>日付　　＊社外向け資料には、サブタイトル内に自社名を必ず記入してください。</a:t>
            </a:r>
            <a:endParaRPr kumimoji="1" lang="en-US" altLang="ja-JP"/>
          </a:p>
        </p:txBody>
      </p:sp>
      <p:sp>
        <p:nvSpPr>
          <p:cNvPr id="14" name="テキスト プレースホルダー 4"/>
          <p:cNvSpPr>
            <a:spLocks noGrp="1"/>
          </p:cNvSpPr>
          <p:nvPr>
            <p:ph type="body" sz="quarter" idx="17" hasCustomPrompt="1"/>
          </p:nvPr>
        </p:nvSpPr>
        <p:spPr>
          <a:xfrm>
            <a:off x="750627" y="1653463"/>
            <a:ext cx="10925373" cy="369332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marL="0" indent="0">
              <a:spcBef>
                <a:spcPts val="0"/>
              </a:spcBef>
              <a:buNone/>
              <a:defRPr sz="2400" b="0" spc="-30" baseline="0">
                <a:solidFill>
                  <a:schemeClr val="tx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kumimoji="1" lang="ja-JP" altLang="en-US"/>
              <a:t>タイトル</a:t>
            </a:r>
            <a:r>
              <a:rPr kumimoji="1" lang="en-US" altLang="ja-JP"/>
              <a:t> </a:t>
            </a:r>
            <a:r>
              <a:rPr kumimoji="1" lang="ja-JP" altLang="en-US"/>
              <a:t>游ゴシック </a:t>
            </a:r>
            <a:r>
              <a:rPr kumimoji="1" lang="en-US" altLang="ja-JP"/>
              <a:t>Medium 24pt</a:t>
            </a:r>
            <a:endParaRPr kumimoji="1" lang="ja-JP" altLang="en-US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3D317733-1BDA-7840-87EC-1AB6D30D915E}"/>
              </a:ext>
            </a:extLst>
          </p:cNvPr>
          <p:cNvSpPr txBox="1"/>
          <p:nvPr userDrawn="1"/>
        </p:nvSpPr>
        <p:spPr>
          <a:xfrm>
            <a:off x="10768120" y="6397228"/>
            <a:ext cx="1188000" cy="2419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1100" b="0" i="0">
                <a:solidFill>
                  <a:srgbClr val="FF0000"/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1100" b="0" i="0">
              <a:solidFill>
                <a:srgbClr val="FF0000"/>
              </a:solidFill>
              <a:latin typeface="+mj-lt"/>
              <a:ea typeface="MS Gothic" panose="020B0609070205080204" pitchFamily="49" charset="-128"/>
            </a:endParaRPr>
          </a:p>
        </p:txBody>
      </p:sp>
      <p:pic>
        <p:nvPicPr>
          <p:cNvPr id="3" name="図 2" descr="テキスト&#10;&#10;中程度の精度で自動的に生成された説明">
            <a:extLst>
              <a:ext uri="{FF2B5EF4-FFF2-40B4-BE49-F238E27FC236}">
                <a16:creationId xmlns:a16="http://schemas.microsoft.com/office/drawing/2014/main" id="{64AB173A-EA3B-7645-9D0D-8E3868B4053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930034" y="66263"/>
            <a:ext cx="2182024" cy="66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55721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asic_section cov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1A1BC9BC-7E85-1F07-EBFA-39A9BB38A2B7}"/>
              </a:ext>
            </a:extLst>
          </p:cNvPr>
          <p:cNvSpPr/>
          <p:nvPr userDrawn="1"/>
        </p:nvSpPr>
        <p:spPr>
          <a:xfrm>
            <a:off x="119063" y="728663"/>
            <a:ext cx="11953875" cy="6012000"/>
          </a:xfrm>
          <a:prstGeom prst="rect">
            <a:avLst/>
          </a:prstGeom>
          <a:solidFill>
            <a:srgbClr val="ECF1F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テキスト プレースホルダー 28">
            <a:extLst>
              <a:ext uri="{FF2B5EF4-FFF2-40B4-BE49-F238E27FC236}">
                <a16:creationId xmlns:a16="http://schemas.microsoft.com/office/drawing/2014/main" id="{AA5ACE5D-BCC4-7FAF-258F-580CB021B58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50626" y="4235913"/>
            <a:ext cx="10925374" cy="276999"/>
          </a:xfrm>
          <a:prstGeom prst="rect">
            <a:avLst/>
          </a:prstGeom>
          <a:noFill/>
        </p:spPr>
        <p:txBody>
          <a:bodyPr wrap="square" lIns="0" tIns="0" rIns="0" bIns="0" anchor="t" anchorCtr="0">
            <a:noAutofit/>
          </a:bodyPr>
          <a:lstStyle>
            <a:lvl1pPr marL="0" indent="0" defTabSz="158400">
              <a:lnSpc>
                <a:spcPct val="100000"/>
              </a:lnSpc>
              <a:spcBef>
                <a:spcPts val="500"/>
              </a:spcBef>
              <a:buNone/>
              <a:defRPr sz="1800" b="0" spc="-30" baseline="0">
                <a:latin typeface="+mj-lt"/>
                <a:ea typeface="+mj-ea"/>
              </a:defRPr>
            </a:lvl1pPr>
            <a:lvl2pPr marL="0" indent="0" defTabSz="158400">
              <a:buNone/>
              <a:defRPr sz="1400" b="1"/>
            </a:lvl2pPr>
            <a:lvl3pPr marL="0" indent="0" defTabSz="158400">
              <a:buNone/>
              <a:defRPr b="1"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ja-JP" altLang="en-US"/>
              <a:t>サブタイトル</a:t>
            </a:r>
            <a:r>
              <a:rPr kumimoji="1" lang="en-US" altLang="ja-JP"/>
              <a:t> </a:t>
            </a:r>
            <a:r>
              <a:rPr kumimoji="1" lang="ja-JP" altLang="en-US"/>
              <a:t>游ゴシック </a:t>
            </a:r>
            <a:r>
              <a:rPr kumimoji="1" lang="en-US" altLang="ja-JP"/>
              <a:t>Medium 18pt</a:t>
            </a:r>
          </a:p>
        </p:txBody>
      </p:sp>
      <p:sp>
        <p:nvSpPr>
          <p:cNvPr id="23" name="タイトル 22">
            <a:extLst>
              <a:ext uri="{FF2B5EF4-FFF2-40B4-BE49-F238E27FC236}">
                <a16:creationId xmlns:a16="http://schemas.microsoft.com/office/drawing/2014/main" id="{3A40C814-17D5-4A7E-7A78-30BC828E829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50626" y="2867723"/>
            <a:ext cx="10925374" cy="1231106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>
              <a:defRPr sz="4000"/>
            </a:lvl1pPr>
          </a:lstStyle>
          <a:p>
            <a:r>
              <a:rPr lang="ja-JP" altLang="en-US" sz="4000"/>
              <a:t>セクションタイトル</a:t>
            </a:r>
            <a:br>
              <a:rPr lang="en-US" altLang="ja-JP" sz="4000"/>
            </a:br>
            <a:r>
              <a:rPr lang="ja-JP" altLang="en-US" sz="4000"/>
              <a:t>游ゴシック</a:t>
            </a:r>
            <a:r>
              <a:rPr lang="en-US" altLang="ja-JP" sz="4000"/>
              <a:t> Bold 40pt / </a:t>
            </a:r>
            <a:r>
              <a:rPr lang="ja-JP" altLang="en-US" sz="4000"/>
              <a:t>行間</a:t>
            </a:r>
            <a:r>
              <a:rPr lang="en-US" altLang="ja-JP" sz="4000"/>
              <a:t>1</a:t>
            </a:r>
            <a:endParaRPr kumimoji="1" lang="ja-JP" altLang="en-US"/>
          </a:p>
        </p:txBody>
      </p:sp>
      <p:sp>
        <p:nvSpPr>
          <p:cNvPr id="13" name="スライド番号プレースホルダー 3">
            <a:extLst>
              <a:ext uri="{FF2B5EF4-FFF2-40B4-BE49-F238E27FC236}">
                <a16:creationId xmlns:a16="http://schemas.microsoft.com/office/drawing/2014/main" id="{DE1F0C62-7BF4-1436-B1EA-28526CF3CF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42501" y="6474646"/>
            <a:ext cx="343672" cy="239418"/>
          </a:xfrm>
          <a:prstGeom prst="rect">
            <a:avLst/>
          </a:prstGeom>
        </p:spPr>
        <p:txBody>
          <a:bodyPr vert="horz" lIns="0" tIns="45720" rIns="91440" bIns="45720" rtlCol="0" anchor="t" anchorCtr="0"/>
          <a:lstStyle>
            <a:lvl1pPr algn="l">
              <a:defRPr sz="1130">
                <a:solidFill>
                  <a:schemeClr val="tx1"/>
                </a:solidFill>
                <a:latin typeface="+mj-lt"/>
              </a:defRPr>
            </a:lvl1pPr>
          </a:lstStyle>
          <a:p>
            <a:fld id="{48394356-8693-4048-8EAF-2BF05B04AA80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17" name="フッター プレースホルダー 2">
            <a:extLst>
              <a:ext uri="{FF2B5EF4-FFF2-40B4-BE49-F238E27FC236}">
                <a16:creationId xmlns:a16="http://schemas.microsoft.com/office/drawing/2014/main" id="{52133237-772B-F3B9-F68E-FACF5B26B6E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38758" y="6474646"/>
            <a:ext cx="4456805" cy="239418"/>
          </a:xfrm>
          <a:prstGeom prst="rect">
            <a:avLst/>
          </a:prstGeom>
        </p:spPr>
        <p:txBody>
          <a:bodyPr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r>
              <a:rPr lang="ja-JP" altLang="en-US"/>
              <a:t>三菱ケミカル株式会社</a:t>
            </a:r>
          </a:p>
        </p:txBody>
      </p:sp>
      <p:cxnSp>
        <p:nvCxnSpPr>
          <p:cNvPr id="18" name="直線コネクタ 17">
            <a:extLst>
              <a:ext uri="{FF2B5EF4-FFF2-40B4-BE49-F238E27FC236}">
                <a16:creationId xmlns:a16="http://schemas.microsoft.com/office/drawing/2014/main" id="{E3B8C749-7366-4048-9166-4A62872F8A82}"/>
              </a:ext>
            </a:extLst>
          </p:cNvPr>
          <p:cNvCxnSpPr>
            <a:cxnSpLocks/>
          </p:cNvCxnSpPr>
          <p:nvPr userDrawn="1"/>
        </p:nvCxnSpPr>
        <p:spPr>
          <a:xfrm>
            <a:off x="550714" y="6497492"/>
            <a:ext cx="0" cy="19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530E25D7-0B34-F677-C09E-4185823DAB85}"/>
              </a:ext>
            </a:extLst>
          </p:cNvPr>
          <p:cNvSpPr txBox="1"/>
          <p:nvPr userDrawn="1"/>
        </p:nvSpPr>
        <p:spPr>
          <a:xfrm>
            <a:off x="10768120" y="6397228"/>
            <a:ext cx="1188000" cy="2419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1100" b="0" i="0">
                <a:solidFill>
                  <a:srgbClr val="FF0000"/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1100" b="0" i="0">
              <a:solidFill>
                <a:srgbClr val="FF0000"/>
              </a:solidFill>
              <a:latin typeface="+mj-lt"/>
              <a:ea typeface="MS Gothic" panose="020B0609070205080204" pitchFamily="49" charset="-128"/>
            </a:endParaRPr>
          </a:p>
        </p:txBody>
      </p:sp>
      <p:pic>
        <p:nvPicPr>
          <p:cNvPr id="5" name="図 4" descr="テキスト&#10;&#10;中程度の精度で自動的に生成された説明">
            <a:extLst>
              <a:ext uri="{FF2B5EF4-FFF2-40B4-BE49-F238E27FC236}">
                <a16:creationId xmlns:a16="http://schemas.microsoft.com/office/drawing/2014/main" id="{59FEB064-9E10-7E77-2F7C-DF29C7A3F83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930034" y="66263"/>
            <a:ext cx="2182024" cy="66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30653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asic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20405299-6541-E74D-957B-653534824101}"/>
              </a:ext>
            </a:extLst>
          </p:cNvPr>
          <p:cNvSpPr/>
          <p:nvPr userDrawn="1"/>
        </p:nvSpPr>
        <p:spPr>
          <a:xfrm>
            <a:off x="119063" y="6452663"/>
            <a:ext cx="11953875" cy="288000"/>
          </a:xfrm>
          <a:prstGeom prst="rect">
            <a:avLst/>
          </a:prstGeom>
          <a:solidFill>
            <a:srgbClr val="ECF1F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スライド番号プレースホルダー 3">
            <a:extLst>
              <a:ext uri="{FF2B5EF4-FFF2-40B4-BE49-F238E27FC236}">
                <a16:creationId xmlns:a16="http://schemas.microsoft.com/office/drawing/2014/main" id="{9154874E-585B-8A05-2CDC-1474B6AEEB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42501" y="6474646"/>
            <a:ext cx="343672" cy="239418"/>
          </a:xfrm>
          <a:prstGeom prst="rect">
            <a:avLst/>
          </a:prstGeom>
        </p:spPr>
        <p:txBody>
          <a:bodyPr vert="horz" lIns="0" tIns="45720" rIns="91440" bIns="45720" rtlCol="0" anchor="t" anchorCtr="0"/>
          <a:lstStyle>
            <a:lvl1pPr algn="l">
              <a:defRPr sz="1130">
                <a:solidFill>
                  <a:schemeClr val="tx1"/>
                </a:solidFill>
                <a:latin typeface="+mj-lt"/>
              </a:defRPr>
            </a:lvl1pPr>
          </a:lstStyle>
          <a:p>
            <a:fld id="{48394356-8693-4048-8EAF-2BF05B04AA80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11" name="フッター プレースホルダー 2">
            <a:extLst>
              <a:ext uri="{FF2B5EF4-FFF2-40B4-BE49-F238E27FC236}">
                <a16:creationId xmlns:a16="http://schemas.microsoft.com/office/drawing/2014/main" id="{BF1224ED-0F96-677B-6766-A667DE63410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38758" y="6474646"/>
            <a:ext cx="4456805" cy="239418"/>
          </a:xfrm>
          <a:prstGeom prst="rect">
            <a:avLst/>
          </a:prstGeom>
        </p:spPr>
        <p:txBody>
          <a:bodyPr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r>
              <a:rPr lang="ja-JP" altLang="en-US"/>
              <a:t>三菱ケミカル株式会社</a:t>
            </a:r>
          </a:p>
        </p:txBody>
      </p:sp>
      <p:sp>
        <p:nvSpPr>
          <p:cNvPr id="4" name="タイトル 3">
            <a:extLst>
              <a:ext uri="{FF2B5EF4-FFF2-40B4-BE49-F238E27FC236}">
                <a16:creationId xmlns:a16="http://schemas.microsoft.com/office/drawing/2014/main" id="{554A9AD2-A44F-6C4C-90A5-7E0F6615ABF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14336" y="255264"/>
            <a:ext cx="9327072" cy="369332"/>
          </a:xfrm>
        </p:spPr>
        <p:txBody>
          <a:bodyPr/>
          <a:lstStyle/>
          <a:p>
            <a:r>
              <a:rPr kumimoji="1" lang="ja-JP" altLang="en-US"/>
              <a:t>タイトル</a:t>
            </a:r>
            <a:r>
              <a:rPr kumimoji="1" lang="en-US" altLang="ja-JP"/>
              <a:t> </a:t>
            </a:r>
            <a:r>
              <a:rPr kumimoji="1" lang="ja-JP" altLang="en-US"/>
              <a:t>游ゴシック</a:t>
            </a:r>
            <a:r>
              <a:rPr kumimoji="1" lang="en-US" altLang="ja-JP"/>
              <a:t>Bold 24pt</a:t>
            </a:r>
            <a:endParaRPr kumimoji="1" lang="ja-JP" altLang="en-US"/>
          </a:p>
        </p:txBody>
      </p:sp>
      <p:sp>
        <p:nvSpPr>
          <p:cNvPr id="15" name="コンテンツ プレースホルダー 14">
            <a:extLst>
              <a:ext uri="{FF2B5EF4-FFF2-40B4-BE49-F238E27FC236}">
                <a16:creationId xmlns:a16="http://schemas.microsoft.com/office/drawing/2014/main" id="{F51E5A19-FBB7-6442-9D4F-1E3DFA3936D4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14338" y="1187355"/>
            <a:ext cx="11550650" cy="5049933"/>
          </a:xfrm>
        </p:spPr>
        <p:txBody>
          <a:bodyPr/>
          <a:lstStyle>
            <a:lvl1pPr>
              <a:lnSpc>
                <a:spcPct val="150000"/>
              </a:lnSpc>
              <a:defRPr sz="1600"/>
            </a:lvl1pPr>
            <a:lvl2pPr>
              <a:lnSpc>
                <a:spcPct val="150000"/>
              </a:lnSpc>
              <a:defRPr/>
            </a:lvl2pPr>
            <a:lvl3pPr>
              <a:lnSpc>
                <a:spcPct val="150000"/>
              </a:lnSpc>
              <a:defRPr/>
            </a:lvl3pPr>
            <a:lvl4pPr>
              <a:lnSpc>
                <a:spcPct val="150000"/>
              </a:lnSpc>
              <a:defRPr/>
            </a:lvl4pPr>
            <a:lvl5pPr>
              <a:lnSpc>
                <a:spcPct val="150000"/>
              </a:lnSpc>
              <a:defRPr/>
            </a:lvl5pPr>
          </a:lstStyle>
          <a:p>
            <a:pPr lvl="0"/>
            <a:r>
              <a:rPr kumimoji="1" lang="ja-JP" altLang="en-US"/>
              <a:t>本文テキスト</a:t>
            </a:r>
            <a:r>
              <a:rPr kumimoji="1" lang="en-US" altLang="ja-JP"/>
              <a:t> </a:t>
            </a:r>
            <a:r>
              <a:rPr kumimoji="1" lang="ja-JP" altLang="en-US"/>
              <a:t>游ゴシック </a:t>
            </a:r>
            <a:r>
              <a:rPr kumimoji="1" lang="en-US" altLang="ja-JP"/>
              <a:t>Medium 16pt / </a:t>
            </a:r>
            <a:r>
              <a:rPr kumimoji="1" lang="ja-JP" altLang="en-US"/>
              <a:t>行間</a:t>
            </a:r>
            <a:r>
              <a:rPr kumimoji="1" lang="en-US" altLang="ja-JP"/>
              <a:t>1.5</a:t>
            </a:r>
            <a:br>
              <a:rPr kumimoji="1" lang="en-US" altLang="ja-JP"/>
            </a:br>
            <a:r>
              <a:rPr kumimoji="1" lang="ja-JP" altLang="en-US"/>
              <a:t>テーマカラー：</a:t>
            </a:r>
            <a:r>
              <a:rPr kumimoji="1" lang="en-US" altLang="ja-JP"/>
              <a:t>Blue and Cool gray </a:t>
            </a:r>
          </a:p>
        </p:txBody>
      </p:sp>
      <p:cxnSp>
        <p:nvCxnSpPr>
          <p:cNvPr id="9" name="直線コネクタ 8">
            <a:extLst>
              <a:ext uri="{FF2B5EF4-FFF2-40B4-BE49-F238E27FC236}">
                <a16:creationId xmlns:a16="http://schemas.microsoft.com/office/drawing/2014/main" id="{48411784-F115-E34D-82CF-2B9A4DC7E26D}"/>
              </a:ext>
            </a:extLst>
          </p:cNvPr>
          <p:cNvCxnSpPr>
            <a:cxnSpLocks/>
          </p:cNvCxnSpPr>
          <p:nvPr userDrawn="1"/>
        </p:nvCxnSpPr>
        <p:spPr>
          <a:xfrm>
            <a:off x="550714" y="6497492"/>
            <a:ext cx="0" cy="19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DC3107EA-7CFE-7617-A3C2-BAD9B5937B09}"/>
              </a:ext>
            </a:extLst>
          </p:cNvPr>
          <p:cNvSpPr txBox="1"/>
          <p:nvPr userDrawn="1"/>
        </p:nvSpPr>
        <p:spPr>
          <a:xfrm>
            <a:off x="10905066" y="6490836"/>
            <a:ext cx="1051053" cy="211203"/>
          </a:xfrm>
          <a:prstGeom prst="rect">
            <a:avLst/>
          </a:prstGeom>
          <a:noFill/>
          <a:ln>
            <a:solidFill>
              <a:srgbClr val="323232"/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900" b="0" i="0">
                <a:solidFill>
                  <a:srgbClr val="323232"/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900" b="0" i="0">
              <a:solidFill>
                <a:srgbClr val="323232"/>
              </a:solidFill>
              <a:latin typeface="+mj-lt"/>
              <a:ea typeface="MS Gothic" panose="020B0609070205080204" pitchFamily="49" charset="-128"/>
            </a:endParaRPr>
          </a:p>
        </p:txBody>
      </p:sp>
      <p:pic>
        <p:nvPicPr>
          <p:cNvPr id="3" name="図 2" descr="アイコン&#10;&#10;低い精度で自動的に生成された説明">
            <a:extLst>
              <a:ext uri="{FF2B5EF4-FFF2-40B4-BE49-F238E27FC236}">
                <a16:creationId xmlns:a16="http://schemas.microsoft.com/office/drawing/2014/main" id="{CE14A7BB-2994-99E1-3721-81C07CB69B1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89431" y="66162"/>
            <a:ext cx="1441424" cy="6629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31376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blue_circular_cov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正方形/長方形 55">
            <a:extLst>
              <a:ext uri="{FF2B5EF4-FFF2-40B4-BE49-F238E27FC236}">
                <a16:creationId xmlns:a16="http://schemas.microsoft.com/office/drawing/2014/main" id="{8145FA22-8B15-8165-6374-D653E8B173C9}"/>
              </a:ext>
            </a:extLst>
          </p:cNvPr>
          <p:cNvSpPr/>
          <p:nvPr userDrawn="1"/>
        </p:nvSpPr>
        <p:spPr>
          <a:xfrm>
            <a:off x="1" y="0"/>
            <a:ext cx="9390184" cy="6858000"/>
          </a:xfrm>
          <a:prstGeom prst="rect">
            <a:avLst/>
          </a:prstGeom>
          <a:solidFill>
            <a:srgbClr val="ECF1F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タイトル 66"/>
          <p:cNvSpPr>
            <a:spLocks noGrp="1"/>
          </p:cNvSpPr>
          <p:nvPr>
            <p:ph type="title" hasCustomPrompt="1"/>
          </p:nvPr>
        </p:nvSpPr>
        <p:spPr>
          <a:xfrm>
            <a:off x="750626" y="2520666"/>
            <a:ext cx="6361374" cy="184204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lvl1pPr>
              <a:lnSpc>
                <a:spcPct val="95000"/>
              </a:lnSpc>
              <a:defRPr sz="4200" b="1" spc="-100" baseline="0">
                <a:latin typeface="+mj-lt"/>
                <a:ea typeface="+mj-ea"/>
              </a:defRPr>
            </a:lvl1pPr>
          </a:lstStyle>
          <a:p>
            <a:r>
              <a:rPr kumimoji="1" lang="ja-JP" altLang="en-US"/>
              <a:t>タイトル</a:t>
            </a:r>
            <a:r>
              <a:rPr kumimoji="1" lang="en-US" altLang="ja-JP"/>
              <a:t> </a:t>
            </a:r>
            <a:br>
              <a:rPr kumimoji="1" lang="en-US" altLang="ja-JP"/>
            </a:br>
            <a:r>
              <a:rPr kumimoji="1" lang="ja-JP" altLang="en-US"/>
              <a:t>游ゴシック </a:t>
            </a:r>
            <a:r>
              <a:rPr kumimoji="1" lang="en-US" altLang="ja-JP"/>
              <a:t>Bold 42pt </a:t>
            </a:r>
            <a:br>
              <a:rPr kumimoji="1" lang="en-US" altLang="ja-JP"/>
            </a:br>
            <a:r>
              <a:rPr kumimoji="1" lang="ja-JP" altLang="en-US"/>
              <a:t>行間</a:t>
            </a:r>
            <a:r>
              <a:rPr kumimoji="1" lang="en-US" altLang="ja-JP"/>
              <a:t>0.95</a:t>
            </a:r>
            <a:endParaRPr kumimoji="1" lang="ja-JP" altLang="en-US"/>
          </a:p>
        </p:txBody>
      </p:sp>
      <p:sp>
        <p:nvSpPr>
          <p:cNvPr id="16" name="テキスト プレースホルダー 28"/>
          <p:cNvSpPr>
            <a:spLocks noGrp="1"/>
          </p:cNvSpPr>
          <p:nvPr>
            <p:ph type="body" sz="quarter" idx="11" hasCustomPrompt="1"/>
          </p:nvPr>
        </p:nvSpPr>
        <p:spPr>
          <a:xfrm>
            <a:off x="750626" y="4704321"/>
            <a:ext cx="6361374" cy="859900"/>
          </a:xfrm>
          <a:prstGeom prst="rect">
            <a:avLst/>
          </a:prstGeom>
          <a:noFill/>
        </p:spPr>
        <p:txBody>
          <a:bodyPr wrap="square" lIns="0" tIns="0" rIns="0" bIns="0" anchor="t" anchorCtr="0">
            <a:noAutofit/>
          </a:bodyPr>
          <a:lstStyle>
            <a:lvl1pPr marL="0" indent="0" defTabSz="158400">
              <a:lnSpc>
                <a:spcPct val="100000"/>
              </a:lnSpc>
              <a:spcBef>
                <a:spcPts val="0"/>
              </a:spcBef>
              <a:buNone/>
              <a:defRPr sz="1800" b="0" spc="-30" baseline="0">
                <a:latin typeface="+mj-lt"/>
                <a:ea typeface="+mj-ea"/>
              </a:defRPr>
            </a:lvl1pPr>
            <a:lvl2pPr marL="0" indent="0" defTabSz="158400">
              <a:buNone/>
              <a:defRPr sz="1400" b="1"/>
            </a:lvl2pPr>
            <a:lvl3pPr marL="0" indent="0" defTabSz="158400">
              <a:buNone/>
              <a:defRPr b="1"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ja-JP" altLang="en-US"/>
              <a:t>サブタイトル</a:t>
            </a:r>
            <a:r>
              <a:rPr kumimoji="1" lang="en-US" altLang="ja-JP"/>
              <a:t> </a:t>
            </a:r>
            <a:r>
              <a:rPr kumimoji="1" lang="ja-JP" altLang="en-US"/>
              <a:t>游ゴシック </a:t>
            </a:r>
            <a:r>
              <a:rPr kumimoji="1" lang="en-US" altLang="ja-JP"/>
              <a:t>Medium 18pt / </a:t>
            </a:r>
            <a:r>
              <a:rPr kumimoji="1" lang="ja-JP" altLang="en-US"/>
              <a:t>行間</a:t>
            </a:r>
            <a:r>
              <a:rPr kumimoji="1" lang="en-US" altLang="ja-JP"/>
              <a:t>1</a:t>
            </a:r>
            <a:br>
              <a:rPr kumimoji="1" lang="en-US" altLang="ja-JP"/>
            </a:br>
            <a:r>
              <a:rPr kumimoji="1" lang="ja-JP" altLang="en-US"/>
              <a:t>日付　　＊社外向け資料には、サブタイトル内に自社名を必ず記入してください。</a:t>
            </a:r>
            <a:endParaRPr kumimoji="1" lang="en-US" altLang="ja-JP"/>
          </a:p>
        </p:txBody>
      </p:sp>
      <p:sp>
        <p:nvSpPr>
          <p:cNvPr id="14" name="テキスト プレースホルダー 4"/>
          <p:cNvSpPr>
            <a:spLocks noGrp="1"/>
          </p:cNvSpPr>
          <p:nvPr>
            <p:ph type="body" sz="quarter" idx="17" hasCustomPrompt="1"/>
          </p:nvPr>
        </p:nvSpPr>
        <p:spPr>
          <a:xfrm>
            <a:off x="750627" y="1653463"/>
            <a:ext cx="6361373" cy="369332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marL="0" indent="0">
              <a:spcBef>
                <a:spcPts val="0"/>
              </a:spcBef>
              <a:buNone/>
              <a:defRPr sz="2400" b="0" spc="-30" baseline="0">
                <a:solidFill>
                  <a:schemeClr val="tx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kumimoji="1" lang="ja-JP" altLang="en-US"/>
              <a:t>タイトル</a:t>
            </a:r>
            <a:r>
              <a:rPr kumimoji="1" lang="en-US" altLang="ja-JP"/>
              <a:t> </a:t>
            </a:r>
            <a:r>
              <a:rPr kumimoji="1" lang="ja-JP" altLang="en-US"/>
              <a:t>游ゴシック </a:t>
            </a:r>
            <a:r>
              <a:rPr kumimoji="1" lang="en-US" altLang="ja-JP"/>
              <a:t>Medium 24pt</a:t>
            </a:r>
            <a:endParaRPr kumimoji="1" lang="ja-JP" altLang="en-US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8A04B06F-2D60-B985-8CB3-2D483601C4E1}"/>
              </a:ext>
            </a:extLst>
          </p:cNvPr>
          <p:cNvSpPr txBox="1"/>
          <p:nvPr userDrawn="1"/>
        </p:nvSpPr>
        <p:spPr>
          <a:xfrm>
            <a:off x="10768120" y="6397228"/>
            <a:ext cx="1188000" cy="2419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1100" b="0" i="0">
                <a:solidFill>
                  <a:srgbClr val="FF0000"/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1100" b="0" i="0">
              <a:solidFill>
                <a:srgbClr val="FF0000"/>
              </a:solidFill>
              <a:latin typeface="+mj-lt"/>
              <a:ea typeface="MS Gothic" panose="020B0609070205080204" pitchFamily="49" charset="-128"/>
            </a:endParaRPr>
          </a:p>
        </p:txBody>
      </p:sp>
      <p:pic>
        <p:nvPicPr>
          <p:cNvPr id="9" name="図 8" descr="図形, 円&#10;&#10;自動的に生成された説明">
            <a:extLst>
              <a:ext uri="{FF2B5EF4-FFF2-40B4-BE49-F238E27FC236}">
                <a16:creationId xmlns:a16="http://schemas.microsoft.com/office/drawing/2014/main" id="{85967991-37E0-5319-6989-F2B24BB19B2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85001" y="2545321"/>
            <a:ext cx="5207000" cy="4318000"/>
          </a:xfrm>
          <a:prstGeom prst="rect">
            <a:avLst/>
          </a:prstGeom>
        </p:spPr>
      </p:pic>
      <p:pic>
        <p:nvPicPr>
          <p:cNvPr id="5" name="図 4" descr="テキスト&#10;&#10;中程度の精度で自動的に生成された説明">
            <a:extLst>
              <a:ext uri="{FF2B5EF4-FFF2-40B4-BE49-F238E27FC236}">
                <a16:creationId xmlns:a16="http://schemas.microsoft.com/office/drawing/2014/main" id="{8A86725F-A0D9-D467-03BC-7BD39E7BE05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930034" y="66263"/>
            <a:ext cx="2182024" cy="66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5995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blue_circular_sectio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A0C2DCC8-5345-2D48-AE06-2CFCAED3F5BB}"/>
              </a:ext>
            </a:extLst>
          </p:cNvPr>
          <p:cNvSpPr/>
          <p:nvPr userDrawn="1"/>
        </p:nvSpPr>
        <p:spPr>
          <a:xfrm>
            <a:off x="1" y="0"/>
            <a:ext cx="9390184" cy="6858000"/>
          </a:xfrm>
          <a:prstGeom prst="rect">
            <a:avLst/>
          </a:prstGeom>
          <a:solidFill>
            <a:srgbClr val="ECF1F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テキスト プレースホルダー 28">
            <a:extLst>
              <a:ext uri="{FF2B5EF4-FFF2-40B4-BE49-F238E27FC236}">
                <a16:creationId xmlns:a16="http://schemas.microsoft.com/office/drawing/2014/main" id="{AA5ACE5D-BCC4-7FAF-258F-580CB021B58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50626" y="4235913"/>
            <a:ext cx="7119051" cy="276999"/>
          </a:xfrm>
          <a:prstGeom prst="rect">
            <a:avLst/>
          </a:prstGeom>
          <a:noFill/>
        </p:spPr>
        <p:txBody>
          <a:bodyPr wrap="square" lIns="0" tIns="0" rIns="0" bIns="0" anchor="t" anchorCtr="0">
            <a:noAutofit/>
          </a:bodyPr>
          <a:lstStyle>
            <a:lvl1pPr marL="0" indent="0" defTabSz="158400">
              <a:lnSpc>
                <a:spcPct val="100000"/>
              </a:lnSpc>
              <a:spcBef>
                <a:spcPts val="500"/>
              </a:spcBef>
              <a:buNone/>
              <a:defRPr sz="1800" b="0" spc="-30" baseline="0">
                <a:latin typeface="+mj-lt"/>
                <a:ea typeface="+mj-ea"/>
              </a:defRPr>
            </a:lvl1pPr>
            <a:lvl2pPr marL="0" indent="0" defTabSz="158400">
              <a:buNone/>
              <a:defRPr sz="1400" b="1"/>
            </a:lvl2pPr>
            <a:lvl3pPr marL="0" indent="0" defTabSz="158400">
              <a:buNone/>
              <a:defRPr b="1"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ja-JP" altLang="en-US"/>
              <a:t>サブタイトル</a:t>
            </a:r>
            <a:r>
              <a:rPr kumimoji="1" lang="en-US" altLang="ja-JP"/>
              <a:t> </a:t>
            </a:r>
            <a:r>
              <a:rPr kumimoji="1" lang="ja-JP" altLang="en-US"/>
              <a:t>游ゴシック </a:t>
            </a:r>
            <a:r>
              <a:rPr kumimoji="1" lang="en-US" altLang="ja-JP"/>
              <a:t>Medium 18pt</a:t>
            </a:r>
          </a:p>
        </p:txBody>
      </p:sp>
      <p:sp>
        <p:nvSpPr>
          <p:cNvPr id="23" name="タイトル 22">
            <a:extLst>
              <a:ext uri="{FF2B5EF4-FFF2-40B4-BE49-F238E27FC236}">
                <a16:creationId xmlns:a16="http://schemas.microsoft.com/office/drawing/2014/main" id="{3A40C814-17D5-4A7E-7A78-30BC828E829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50626" y="2867723"/>
            <a:ext cx="7119051" cy="1231106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>
              <a:defRPr sz="4000"/>
            </a:lvl1pPr>
          </a:lstStyle>
          <a:p>
            <a:r>
              <a:rPr lang="ja-JP" altLang="en-US" sz="4000"/>
              <a:t>セクションタイトル</a:t>
            </a:r>
            <a:br>
              <a:rPr lang="en-US" altLang="ja-JP" sz="4000"/>
            </a:br>
            <a:r>
              <a:rPr lang="ja-JP" altLang="en-US" sz="4000"/>
              <a:t>游ゴシック </a:t>
            </a:r>
            <a:r>
              <a:rPr lang="en-US" altLang="ja-JP" sz="4000"/>
              <a:t>Bold 40pt / </a:t>
            </a:r>
            <a:r>
              <a:rPr lang="ja-JP" altLang="en-US" sz="4000"/>
              <a:t>行間</a:t>
            </a:r>
            <a:r>
              <a:rPr lang="en-US" altLang="ja-JP" sz="4000"/>
              <a:t>1</a:t>
            </a:r>
            <a:endParaRPr kumimoji="1" lang="ja-JP" altLang="en-US"/>
          </a:p>
        </p:txBody>
      </p:sp>
      <p:sp>
        <p:nvSpPr>
          <p:cNvPr id="13" name="スライド番号プレースホルダー 3">
            <a:extLst>
              <a:ext uri="{FF2B5EF4-FFF2-40B4-BE49-F238E27FC236}">
                <a16:creationId xmlns:a16="http://schemas.microsoft.com/office/drawing/2014/main" id="{DE1F0C62-7BF4-1436-B1EA-28526CF3CF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42501" y="6474646"/>
            <a:ext cx="343672" cy="239418"/>
          </a:xfrm>
          <a:prstGeom prst="rect">
            <a:avLst/>
          </a:prstGeom>
        </p:spPr>
        <p:txBody>
          <a:bodyPr vert="horz" lIns="0" tIns="45720" rIns="91440" bIns="45720" rtlCol="0" anchor="t" anchorCtr="0"/>
          <a:lstStyle>
            <a:lvl1pPr algn="l">
              <a:defRPr sz="1130">
                <a:solidFill>
                  <a:schemeClr val="tx1"/>
                </a:solidFill>
                <a:latin typeface="+mj-lt"/>
              </a:defRPr>
            </a:lvl1pPr>
          </a:lstStyle>
          <a:p>
            <a:fld id="{48394356-8693-4048-8EAF-2BF05B04AA80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17" name="フッター プレースホルダー 2">
            <a:extLst>
              <a:ext uri="{FF2B5EF4-FFF2-40B4-BE49-F238E27FC236}">
                <a16:creationId xmlns:a16="http://schemas.microsoft.com/office/drawing/2014/main" id="{52133237-772B-F3B9-F68E-FACF5B26B6E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38758" y="6474646"/>
            <a:ext cx="4456805" cy="239418"/>
          </a:xfrm>
          <a:prstGeom prst="rect">
            <a:avLst/>
          </a:prstGeom>
        </p:spPr>
        <p:txBody>
          <a:bodyPr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r>
              <a:rPr lang="ja-JP" altLang="en-US"/>
              <a:t>三菱ケミカル株式会社</a:t>
            </a:r>
          </a:p>
        </p:txBody>
      </p:sp>
      <p:cxnSp>
        <p:nvCxnSpPr>
          <p:cNvPr id="18" name="直線コネクタ 17">
            <a:extLst>
              <a:ext uri="{FF2B5EF4-FFF2-40B4-BE49-F238E27FC236}">
                <a16:creationId xmlns:a16="http://schemas.microsoft.com/office/drawing/2014/main" id="{E3B8C749-7366-4048-9166-4A62872F8A82}"/>
              </a:ext>
            </a:extLst>
          </p:cNvPr>
          <p:cNvCxnSpPr>
            <a:cxnSpLocks/>
          </p:cNvCxnSpPr>
          <p:nvPr userDrawn="1"/>
        </p:nvCxnSpPr>
        <p:spPr>
          <a:xfrm>
            <a:off x="550714" y="6497492"/>
            <a:ext cx="0" cy="19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5F2FE3DE-4073-143D-7B94-825F75F4A513}"/>
              </a:ext>
            </a:extLst>
          </p:cNvPr>
          <p:cNvSpPr txBox="1"/>
          <p:nvPr userDrawn="1"/>
        </p:nvSpPr>
        <p:spPr>
          <a:xfrm>
            <a:off x="10768120" y="6397228"/>
            <a:ext cx="1188000" cy="2419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1100" b="0" i="0">
                <a:solidFill>
                  <a:srgbClr val="FF0000"/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1100" b="0" i="0">
              <a:solidFill>
                <a:srgbClr val="FF0000"/>
              </a:solidFill>
              <a:latin typeface="+mj-lt"/>
              <a:ea typeface="MS Gothic" panose="020B0609070205080204" pitchFamily="49" charset="-128"/>
            </a:endParaRPr>
          </a:p>
        </p:txBody>
      </p:sp>
      <p:pic>
        <p:nvPicPr>
          <p:cNvPr id="8" name="図 7" descr="図形, 円&#10;&#10;自動的に生成された説明">
            <a:extLst>
              <a:ext uri="{FF2B5EF4-FFF2-40B4-BE49-F238E27FC236}">
                <a16:creationId xmlns:a16="http://schemas.microsoft.com/office/drawing/2014/main" id="{BAAA99CE-7539-35DC-129B-3103813D278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84999" y="0"/>
            <a:ext cx="5207000" cy="4318000"/>
          </a:xfrm>
          <a:prstGeom prst="rect">
            <a:avLst/>
          </a:prstGeom>
        </p:spPr>
      </p:pic>
      <p:pic>
        <p:nvPicPr>
          <p:cNvPr id="5" name="図 4" descr="テキスト&#10;&#10;中程度の精度で自動的に生成された説明">
            <a:extLst>
              <a:ext uri="{FF2B5EF4-FFF2-40B4-BE49-F238E27FC236}">
                <a16:creationId xmlns:a16="http://schemas.microsoft.com/office/drawing/2014/main" id="{5F45C960-2865-9B70-11B9-987BD91727B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930034" y="66263"/>
            <a:ext cx="2182024" cy="66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78442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blue_circular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20405299-6541-E74D-957B-653534824101}"/>
              </a:ext>
            </a:extLst>
          </p:cNvPr>
          <p:cNvSpPr/>
          <p:nvPr userDrawn="1"/>
        </p:nvSpPr>
        <p:spPr>
          <a:xfrm>
            <a:off x="0" y="6414976"/>
            <a:ext cx="12191999" cy="443024"/>
          </a:xfrm>
          <a:prstGeom prst="rect">
            <a:avLst/>
          </a:prstGeom>
          <a:solidFill>
            <a:srgbClr val="ECF1F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スライド番号プレースホルダー 3">
            <a:extLst>
              <a:ext uri="{FF2B5EF4-FFF2-40B4-BE49-F238E27FC236}">
                <a16:creationId xmlns:a16="http://schemas.microsoft.com/office/drawing/2014/main" id="{9154874E-585B-8A05-2CDC-1474B6AEEB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42501" y="6474646"/>
            <a:ext cx="343672" cy="239418"/>
          </a:xfrm>
          <a:prstGeom prst="rect">
            <a:avLst/>
          </a:prstGeom>
        </p:spPr>
        <p:txBody>
          <a:bodyPr vert="horz" lIns="0" tIns="45720" rIns="91440" bIns="45720" rtlCol="0" anchor="t" anchorCtr="0"/>
          <a:lstStyle>
            <a:lvl1pPr algn="l">
              <a:defRPr sz="1130">
                <a:solidFill>
                  <a:schemeClr val="tx1"/>
                </a:solidFill>
                <a:latin typeface="+mj-lt"/>
              </a:defRPr>
            </a:lvl1pPr>
          </a:lstStyle>
          <a:p>
            <a:fld id="{48394356-8693-4048-8EAF-2BF05B04AA80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11" name="フッター プレースホルダー 2">
            <a:extLst>
              <a:ext uri="{FF2B5EF4-FFF2-40B4-BE49-F238E27FC236}">
                <a16:creationId xmlns:a16="http://schemas.microsoft.com/office/drawing/2014/main" id="{BF1224ED-0F96-677B-6766-A667DE63410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38758" y="6474646"/>
            <a:ext cx="4456805" cy="239418"/>
          </a:xfrm>
          <a:prstGeom prst="rect">
            <a:avLst/>
          </a:prstGeom>
        </p:spPr>
        <p:txBody>
          <a:bodyPr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r>
              <a:rPr lang="ja-JP" altLang="en-US"/>
              <a:t>三菱ケミカル株式会社</a:t>
            </a:r>
          </a:p>
        </p:txBody>
      </p:sp>
      <p:sp>
        <p:nvSpPr>
          <p:cNvPr id="4" name="タイトル 3">
            <a:extLst>
              <a:ext uri="{FF2B5EF4-FFF2-40B4-BE49-F238E27FC236}">
                <a16:creationId xmlns:a16="http://schemas.microsoft.com/office/drawing/2014/main" id="{554A9AD2-A44F-6C4C-90A5-7E0F6615ABF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14336" y="255264"/>
            <a:ext cx="9327072" cy="369332"/>
          </a:xfrm>
        </p:spPr>
        <p:txBody>
          <a:bodyPr/>
          <a:lstStyle/>
          <a:p>
            <a:r>
              <a:rPr kumimoji="1" lang="ja-JP" altLang="en-US"/>
              <a:t>タイトル</a:t>
            </a:r>
            <a:r>
              <a:rPr kumimoji="1" lang="en-US" altLang="ja-JP"/>
              <a:t> </a:t>
            </a:r>
            <a:r>
              <a:rPr kumimoji="1" lang="ja-JP" altLang="en-US"/>
              <a:t>游ゴシック</a:t>
            </a:r>
            <a:r>
              <a:rPr kumimoji="1" lang="en-US" altLang="ja-JP"/>
              <a:t>Bold 24pt</a:t>
            </a:r>
            <a:endParaRPr kumimoji="1" lang="ja-JP" altLang="en-US"/>
          </a:p>
        </p:txBody>
      </p:sp>
      <p:sp>
        <p:nvSpPr>
          <p:cNvPr id="15" name="コンテンツ プレースホルダー 14">
            <a:extLst>
              <a:ext uri="{FF2B5EF4-FFF2-40B4-BE49-F238E27FC236}">
                <a16:creationId xmlns:a16="http://schemas.microsoft.com/office/drawing/2014/main" id="{F51E5A19-FBB7-6442-9D4F-1E3DFA3936D4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14338" y="1187355"/>
            <a:ext cx="11550650" cy="5049933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1600"/>
            </a:lvl1pPr>
            <a:lvl2pPr>
              <a:lnSpc>
                <a:spcPct val="150000"/>
              </a:lnSpc>
              <a:defRPr/>
            </a:lvl2pPr>
            <a:lvl3pPr>
              <a:lnSpc>
                <a:spcPct val="150000"/>
              </a:lnSpc>
              <a:defRPr/>
            </a:lvl3pPr>
            <a:lvl4pPr>
              <a:lnSpc>
                <a:spcPct val="150000"/>
              </a:lnSpc>
              <a:defRPr/>
            </a:lvl4pPr>
            <a:lvl5pPr>
              <a:lnSpc>
                <a:spcPct val="150000"/>
              </a:lnSpc>
              <a:defRPr/>
            </a:lvl5pPr>
          </a:lstStyle>
          <a:p>
            <a:pPr lvl="0"/>
            <a:r>
              <a:rPr kumimoji="1" lang="ja-JP" altLang="en-US"/>
              <a:t>本文テキスト</a:t>
            </a:r>
            <a:r>
              <a:rPr kumimoji="1" lang="en-US" altLang="ja-JP"/>
              <a:t> </a:t>
            </a:r>
            <a:r>
              <a:rPr kumimoji="1" lang="ja-JP" altLang="en-US"/>
              <a:t>游ゴシック </a:t>
            </a:r>
            <a:r>
              <a:rPr kumimoji="1" lang="en-US" altLang="ja-JP"/>
              <a:t>Medium 16pt / </a:t>
            </a:r>
            <a:r>
              <a:rPr kumimoji="1" lang="ja-JP" altLang="en-US"/>
              <a:t>行間</a:t>
            </a:r>
            <a:r>
              <a:rPr kumimoji="1" lang="en-US" altLang="ja-JP"/>
              <a:t>1.5</a:t>
            </a:r>
            <a:br>
              <a:rPr kumimoji="1" lang="en-US" altLang="ja-JP"/>
            </a:br>
            <a:r>
              <a:rPr kumimoji="1" lang="ja-JP" altLang="en-US"/>
              <a:t>テーマカラー：</a:t>
            </a:r>
            <a:r>
              <a:rPr kumimoji="1" lang="en-US" altLang="ja-JP"/>
              <a:t>Blue and Cool gray </a:t>
            </a:r>
          </a:p>
        </p:txBody>
      </p:sp>
      <p:cxnSp>
        <p:nvCxnSpPr>
          <p:cNvPr id="9" name="直線コネクタ 8">
            <a:extLst>
              <a:ext uri="{FF2B5EF4-FFF2-40B4-BE49-F238E27FC236}">
                <a16:creationId xmlns:a16="http://schemas.microsoft.com/office/drawing/2014/main" id="{48411784-F115-E34D-82CF-2B9A4DC7E26D}"/>
              </a:ext>
            </a:extLst>
          </p:cNvPr>
          <p:cNvCxnSpPr>
            <a:cxnSpLocks/>
          </p:cNvCxnSpPr>
          <p:nvPr userDrawn="1"/>
        </p:nvCxnSpPr>
        <p:spPr>
          <a:xfrm>
            <a:off x="550714" y="6497492"/>
            <a:ext cx="0" cy="19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1F747CB9-187E-E6FA-CC5F-92DC06F1982B}"/>
              </a:ext>
            </a:extLst>
          </p:cNvPr>
          <p:cNvSpPr txBox="1"/>
          <p:nvPr userDrawn="1"/>
        </p:nvSpPr>
        <p:spPr>
          <a:xfrm>
            <a:off x="10905066" y="6490836"/>
            <a:ext cx="1051053" cy="211203"/>
          </a:xfrm>
          <a:prstGeom prst="rect">
            <a:avLst/>
          </a:prstGeom>
          <a:noFill/>
          <a:ln>
            <a:solidFill>
              <a:srgbClr val="323232"/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900" b="0" i="0">
                <a:solidFill>
                  <a:srgbClr val="323232"/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900" b="0" i="0">
              <a:solidFill>
                <a:srgbClr val="323232"/>
              </a:solidFill>
              <a:latin typeface="+mj-lt"/>
              <a:ea typeface="MS Gothic" panose="020B0609070205080204" pitchFamily="49" charset="-128"/>
            </a:endParaRPr>
          </a:p>
        </p:txBody>
      </p:sp>
      <p:pic>
        <p:nvPicPr>
          <p:cNvPr id="10" name="図 9" descr="図形&#10;&#10;低い精度で自動的に生成された説明">
            <a:extLst>
              <a:ext uri="{FF2B5EF4-FFF2-40B4-BE49-F238E27FC236}">
                <a16:creationId xmlns:a16="http://schemas.microsoft.com/office/drawing/2014/main" id="{F458B451-556C-0A77-5C7B-A5094204D86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017000" y="4064000"/>
            <a:ext cx="3175000" cy="2794000"/>
          </a:xfrm>
          <a:prstGeom prst="rect">
            <a:avLst/>
          </a:prstGeom>
        </p:spPr>
      </p:pic>
      <p:pic>
        <p:nvPicPr>
          <p:cNvPr id="2" name="図 1" descr="アイコン&#10;&#10;低い精度で自動的に生成された説明">
            <a:extLst>
              <a:ext uri="{FF2B5EF4-FFF2-40B4-BE49-F238E27FC236}">
                <a16:creationId xmlns:a16="http://schemas.microsoft.com/office/drawing/2014/main" id="{22166060-8B4F-1920-1513-4363D0A7B10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89431" y="66162"/>
            <a:ext cx="1441424" cy="6629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19201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green_circular_cov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タイトル 66"/>
          <p:cNvSpPr>
            <a:spLocks noGrp="1"/>
          </p:cNvSpPr>
          <p:nvPr>
            <p:ph type="title" hasCustomPrompt="1"/>
          </p:nvPr>
        </p:nvSpPr>
        <p:spPr>
          <a:xfrm>
            <a:off x="750626" y="2520666"/>
            <a:ext cx="6361374" cy="184204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lvl1pPr>
              <a:lnSpc>
                <a:spcPct val="95000"/>
              </a:lnSpc>
              <a:defRPr sz="4200" b="1" spc="-100" baseline="0">
                <a:latin typeface="+mj-lt"/>
                <a:ea typeface="+mj-ea"/>
              </a:defRPr>
            </a:lvl1pPr>
          </a:lstStyle>
          <a:p>
            <a:r>
              <a:rPr kumimoji="1" lang="ja-JP" altLang="en-US"/>
              <a:t>タイトル</a:t>
            </a:r>
            <a:r>
              <a:rPr kumimoji="1" lang="en-US" altLang="ja-JP"/>
              <a:t> </a:t>
            </a:r>
            <a:br>
              <a:rPr kumimoji="1" lang="en-US" altLang="ja-JP"/>
            </a:br>
            <a:r>
              <a:rPr kumimoji="1" lang="ja-JP" altLang="en-US"/>
              <a:t>游ゴシック </a:t>
            </a:r>
            <a:r>
              <a:rPr kumimoji="1" lang="en-US" altLang="ja-JP"/>
              <a:t>Bold 42pt </a:t>
            </a:r>
            <a:br>
              <a:rPr kumimoji="1" lang="en-US" altLang="ja-JP"/>
            </a:br>
            <a:r>
              <a:rPr kumimoji="1" lang="ja-JP" altLang="en-US"/>
              <a:t>行間</a:t>
            </a:r>
            <a:r>
              <a:rPr kumimoji="1" lang="en-US" altLang="ja-JP"/>
              <a:t>0.95</a:t>
            </a:r>
            <a:endParaRPr kumimoji="1" lang="ja-JP" altLang="en-US"/>
          </a:p>
        </p:txBody>
      </p:sp>
      <p:sp>
        <p:nvSpPr>
          <p:cNvPr id="16" name="テキスト プレースホルダー 28"/>
          <p:cNvSpPr>
            <a:spLocks noGrp="1"/>
          </p:cNvSpPr>
          <p:nvPr>
            <p:ph type="body" sz="quarter" idx="11" hasCustomPrompt="1"/>
          </p:nvPr>
        </p:nvSpPr>
        <p:spPr>
          <a:xfrm>
            <a:off x="750626" y="4704321"/>
            <a:ext cx="6361374" cy="859900"/>
          </a:xfrm>
          <a:prstGeom prst="rect">
            <a:avLst/>
          </a:prstGeom>
          <a:noFill/>
        </p:spPr>
        <p:txBody>
          <a:bodyPr wrap="square" lIns="0" tIns="0" rIns="0" bIns="0" anchor="t" anchorCtr="0">
            <a:noAutofit/>
          </a:bodyPr>
          <a:lstStyle>
            <a:lvl1pPr marL="0" indent="0" defTabSz="158400">
              <a:lnSpc>
                <a:spcPct val="100000"/>
              </a:lnSpc>
              <a:spcBef>
                <a:spcPts val="0"/>
              </a:spcBef>
              <a:buNone/>
              <a:defRPr sz="1800" b="0" spc="-30" baseline="0">
                <a:latin typeface="+mj-lt"/>
                <a:ea typeface="+mj-ea"/>
              </a:defRPr>
            </a:lvl1pPr>
            <a:lvl2pPr marL="0" indent="0" defTabSz="158400">
              <a:buNone/>
              <a:defRPr sz="1400" b="1"/>
            </a:lvl2pPr>
            <a:lvl3pPr marL="0" indent="0" defTabSz="158400">
              <a:buNone/>
              <a:defRPr b="1"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ja-JP" altLang="en-US"/>
              <a:t>サブタイトル</a:t>
            </a:r>
            <a:r>
              <a:rPr kumimoji="1" lang="en-US" altLang="ja-JP"/>
              <a:t> </a:t>
            </a:r>
            <a:r>
              <a:rPr kumimoji="1" lang="ja-JP" altLang="en-US"/>
              <a:t>游ゴシック </a:t>
            </a:r>
            <a:r>
              <a:rPr kumimoji="1" lang="en-US" altLang="ja-JP"/>
              <a:t>Medium 18pt / </a:t>
            </a:r>
            <a:r>
              <a:rPr kumimoji="1" lang="ja-JP" altLang="en-US"/>
              <a:t>行間</a:t>
            </a:r>
            <a:r>
              <a:rPr kumimoji="1" lang="en-US" altLang="ja-JP"/>
              <a:t>1</a:t>
            </a:r>
            <a:br>
              <a:rPr kumimoji="1" lang="en-US" altLang="ja-JP"/>
            </a:br>
            <a:r>
              <a:rPr kumimoji="1" lang="ja-JP" altLang="en-US"/>
              <a:t>日付　　＊社外向け資料には、サブタイトル内に自社名を必ず記入してください。</a:t>
            </a:r>
            <a:endParaRPr kumimoji="1" lang="en-US" altLang="ja-JP"/>
          </a:p>
        </p:txBody>
      </p:sp>
      <p:sp>
        <p:nvSpPr>
          <p:cNvPr id="14" name="テキスト プレースホルダー 4"/>
          <p:cNvSpPr>
            <a:spLocks noGrp="1"/>
          </p:cNvSpPr>
          <p:nvPr>
            <p:ph type="body" sz="quarter" idx="17" hasCustomPrompt="1"/>
          </p:nvPr>
        </p:nvSpPr>
        <p:spPr>
          <a:xfrm>
            <a:off x="750627" y="1653463"/>
            <a:ext cx="6361373" cy="369332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marL="0" indent="0">
              <a:spcBef>
                <a:spcPts val="0"/>
              </a:spcBef>
              <a:buNone/>
              <a:defRPr sz="2400" b="0" spc="-30" baseline="0">
                <a:solidFill>
                  <a:schemeClr val="tx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kumimoji="1" lang="ja-JP" altLang="en-US"/>
              <a:t>タイトル</a:t>
            </a:r>
            <a:r>
              <a:rPr kumimoji="1" lang="en-US" altLang="ja-JP"/>
              <a:t> </a:t>
            </a:r>
            <a:r>
              <a:rPr kumimoji="1" lang="ja-JP" altLang="en-US"/>
              <a:t>游ゴシック </a:t>
            </a:r>
            <a:r>
              <a:rPr kumimoji="1" lang="en-US" altLang="ja-JP"/>
              <a:t>Medium 24pt</a:t>
            </a:r>
            <a:endParaRPr kumimoji="1" lang="ja-JP" altLang="en-US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0FD2AD1D-2D74-0BB5-DAB1-9346C04FBA6F}"/>
              </a:ext>
            </a:extLst>
          </p:cNvPr>
          <p:cNvSpPr txBox="1"/>
          <p:nvPr userDrawn="1"/>
        </p:nvSpPr>
        <p:spPr>
          <a:xfrm>
            <a:off x="10768120" y="6397228"/>
            <a:ext cx="1188000" cy="2419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1100" b="0" i="0">
                <a:solidFill>
                  <a:srgbClr val="FF0000"/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1100" b="0" i="0">
              <a:solidFill>
                <a:srgbClr val="FF0000"/>
              </a:solidFill>
              <a:latin typeface="+mj-lt"/>
              <a:ea typeface="MS Gothic" panose="020B0609070205080204" pitchFamily="49" charset="-128"/>
            </a:endParaRPr>
          </a:p>
        </p:txBody>
      </p:sp>
      <p:pic>
        <p:nvPicPr>
          <p:cNvPr id="8" name="図 7" descr="ランプ, 光 が含まれている画像&#10;&#10;自動的に生成された説明">
            <a:extLst>
              <a:ext uri="{FF2B5EF4-FFF2-40B4-BE49-F238E27FC236}">
                <a16:creationId xmlns:a16="http://schemas.microsoft.com/office/drawing/2014/main" id="{A9C384B3-0095-28B9-FF8B-EEA7915A51A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85000" y="2540000"/>
            <a:ext cx="5207000" cy="4318000"/>
          </a:xfrm>
          <a:prstGeom prst="rect">
            <a:avLst/>
          </a:prstGeom>
        </p:spPr>
      </p:pic>
      <p:pic>
        <p:nvPicPr>
          <p:cNvPr id="5" name="図 4" descr="テキスト&#10;&#10;中程度の精度で自動的に生成された説明">
            <a:extLst>
              <a:ext uri="{FF2B5EF4-FFF2-40B4-BE49-F238E27FC236}">
                <a16:creationId xmlns:a16="http://schemas.microsoft.com/office/drawing/2014/main" id="{D694D317-7B15-CC02-568D-38931AF913CC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930034" y="66263"/>
            <a:ext cx="2182024" cy="66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13696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green_circular_sectio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テキスト プレースホルダー 28">
            <a:extLst>
              <a:ext uri="{FF2B5EF4-FFF2-40B4-BE49-F238E27FC236}">
                <a16:creationId xmlns:a16="http://schemas.microsoft.com/office/drawing/2014/main" id="{AA5ACE5D-BCC4-7FAF-258F-580CB021B58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50626" y="4235913"/>
            <a:ext cx="6667703" cy="276999"/>
          </a:xfrm>
          <a:prstGeom prst="rect">
            <a:avLst/>
          </a:prstGeom>
          <a:noFill/>
        </p:spPr>
        <p:txBody>
          <a:bodyPr wrap="square" lIns="0" tIns="0" rIns="0" bIns="0" anchor="t" anchorCtr="0">
            <a:noAutofit/>
          </a:bodyPr>
          <a:lstStyle>
            <a:lvl1pPr marL="0" indent="0" defTabSz="158400">
              <a:lnSpc>
                <a:spcPct val="100000"/>
              </a:lnSpc>
              <a:spcBef>
                <a:spcPts val="500"/>
              </a:spcBef>
              <a:buNone/>
              <a:defRPr sz="1800" b="0" spc="-30" baseline="0">
                <a:latin typeface="+mj-lt"/>
                <a:ea typeface="+mj-ea"/>
              </a:defRPr>
            </a:lvl1pPr>
            <a:lvl2pPr marL="0" indent="0" defTabSz="158400">
              <a:buNone/>
              <a:defRPr sz="1400" b="1"/>
            </a:lvl2pPr>
            <a:lvl3pPr marL="0" indent="0" defTabSz="158400">
              <a:buNone/>
              <a:defRPr b="1"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ja-JP" altLang="en-US"/>
              <a:t>サブタイトル</a:t>
            </a:r>
            <a:r>
              <a:rPr kumimoji="1" lang="en-US" altLang="ja-JP"/>
              <a:t> </a:t>
            </a:r>
            <a:r>
              <a:rPr kumimoji="1" lang="ja-JP" altLang="en-US"/>
              <a:t>游ゴシック </a:t>
            </a:r>
            <a:r>
              <a:rPr kumimoji="1" lang="en-US" altLang="ja-JP"/>
              <a:t>Medium 18pt</a:t>
            </a:r>
          </a:p>
        </p:txBody>
      </p:sp>
      <p:sp>
        <p:nvSpPr>
          <p:cNvPr id="23" name="タイトル 22">
            <a:extLst>
              <a:ext uri="{FF2B5EF4-FFF2-40B4-BE49-F238E27FC236}">
                <a16:creationId xmlns:a16="http://schemas.microsoft.com/office/drawing/2014/main" id="{3A40C814-17D5-4A7E-7A78-30BC828E829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50627" y="2867723"/>
            <a:ext cx="6667702" cy="1231106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>
              <a:defRPr sz="4000"/>
            </a:lvl1pPr>
          </a:lstStyle>
          <a:p>
            <a:r>
              <a:rPr lang="ja-JP" altLang="en-US" sz="4000"/>
              <a:t>セクションタイトル</a:t>
            </a:r>
            <a:br>
              <a:rPr lang="en-US" altLang="ja-JP" sz="4000"/>
            </a:br>
            <a:r>
              <a:rPr lang="ja-JP" altLang="en-US" sz="4000"/>
              <a:t>游ゴシック</a:t>
            </a:r>
            <a:r>
              <a:rPr lang="en-US" altLang="ja-JP" sz="4000"/>
              <a:t>Bold 40pt / </a:t>
            </a:r>
            <a:r>
              <a:rPr lang="ja-JP" altLang="en-US" sz="4000"/>
              <a:t>行間</a:t>
            </a:r>
            <a:r>
              <a:rPr lang="en-US" altLang="ja-JP" sz="4000"/>
              <a:t>1</a:t>
            </a:r>
            <a:endParaRPr kumimoji="1" lang="ja-JP" altLang="en-US"/>
          </a:p>
        </p:txBody>
      </p:sp>
      <p:sp>
        <p:nvSpPr>
          <p:cNvPr id="13" name="スライド番号プレースホルダー 3">
            <a:extLst>
              <a:ext uri="{FF2B5EF4-FFF2-40B4-BE49-F238E27FC236}">
                <a16:creationId xmlns:a16="http://schemas.microsoft.com/office/drawing/2014/main" id="{DE1F0C62-7BF4-1436-B1EA-28526CF3CF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42501" y="6474646"/>
            <a:ext cx="343672" cy="239418"/>
          </a:xfrm>
          <a:prstGeom prst="rect">
            <a:avLst/>
          </a:prstGeom>
        </p:spPr>
        <p:txBody>
          <a:bodyPr vert="horz" lIns="0" tIns="45720" rIns="91440" bIns="45720" rtlCol="0" anchor="t" anchorCtr="0"/>
          <a:lstStyle>
            <a:lvl1pPr algn="l">
              <a:defRPr sz="1130">
                <a:solidFill>
                  <a:schemeClr val="tx1"/>
                </a:solidFill>
                <a:latin typeface="+mj-lt"/>
              </a:defRPr>
            </a:lvl1pPr>
          </a:lstStyle>
          <a:p>
            <a:fld id="{48394356-8693-4048-8EAF-2BF05B04AA80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17" name="フッター プレースホルダー 2">
            <a:extLst>
              <a:ext uri="{FF2B5EF4-FFF2-40B4-BE49-F238E27FC236}">
                <a16:creationId xmlns:a16="http://schemas.microsoft.com/office/drawing/2014/main" id="{52133237-772B-F3B9-F68E-FACF5B26B6E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38758" y="6474646"/>
            <a:ext cx="4456805" cy="239418"/>
          </a:xfrm>
          <a:prstGeom prst="rect">
            <a:avLst/>
          </a:prstGeom>
        </p:spPr>
        <p:txBody>
          <a:bodyPr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r>
              <a:rPr lang="ja-JP" altLang="en-US"/>
              <a:t>三菱ケミカル株式会社</a:t>
            </a:r>
          </a:p>
        </p:txBody>
      </p:sp>
      <p:cxnSp>
        <p:nvCxnSpPr>
          <p:cNvPr id="18" name="直線コネクタ 17">
            <a:extLst>
              <a:ext uri="{FF2B5EF4-FFF2-40B4-BE49-F238E27FC236}">
                <a16:creationId xmlns:a16="http://schemas.microsoft.com/office/drawing/2014/main" id="{E3B8C749-7366-4048-9166-4A62872F8A82}"/>
              </a:ext>
            </a:extLst>
          </p:cNvPr>
          <p:cNvCxnSpPr>
            <a:cxnSpLocks/>
          </p:cNvCxnSpPr>
          <p:nvPr userDrawn="1"/>
        </p:nvCxnSpPr>
        <p:spPr>
          <a:xfrm>
            <a:off x="550714" y="6497492"/>
            <a:ext cx="0" cy="19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23E43A41-1D75-BD23-DC7E-612BD213B64B}"/>
              </a:ext>
            </a:extLst>
          </p:cNvPr>
          <p:cNvSpPr txBox="1"/>
          <p:nvPr userDrawn="1"/>
        </p:nvSpPr>
        <p:spPr>
          <a:xfrm>
            <a:off x="10768120" y="6397228"/>
            <a:ext cx="1188000" cy="2419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1100" b="0" i="0">
                <a:solidFill>
                  <a:srgbClr val="FF0000"/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1100" b="0" i="0">
              <a:solidFill>
                <a:srgbClr val="FF0000"/>
              </a:solidFill>
              <a:latin typeface="+mj-lt"/>
              <a:ea typeface="MS Gothic" panose="020B0609070205080204" pitchFamily="49" charset="-128"/>
            </a:endParaRPr>
          </a:p>
        </p:txBody>
      </p:sp>
      <p:pic>
        <p:nvPicPr>
          <p:cNvPr id="8" name="図 7" descr="図形, 円&#10;&#10;自動的に生成された説明">
            <a:extLst>
              <a:ext uri="{FF2B5EF4-FFF2-40B4-BE49-F238E27FC236}">
                <a16:creationId xmlns:a16="http://schemas.microsoft.com/office/drawing/2014/main" id="{0B353F5B-4C3E-D949-FFA1-11F959F66C2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85000" y="0"/>
            <a:ext cx="5207000" cy="4318000"/>
          </a:xfrm>
          <a:prstGeom prst="rect">
            <a:avLst/>
          </a:prstGeom>
        </p:spPr>
      </p:pic>
      <p:pic>
        <p:nvPicPr>
          <p:cNvPr id="5" name="図 4" descr="テキスト&#10;&#10;中程度の精度で自動的に生成された説明">
            <a:extLst>
              <a:ext uri="{FF2B5EF4-FFF2-40B4-BE49-F238E27FC236}">
                <a16:creationId xmlns:a16="http://schemas.microsoft.com/office/drawing/2014/main" id="{931474FF-EACA-45E7-2043-CE82C24343B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930034" y="66263"/>
            <a:ext cx="2182024" cy="66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46046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green_circular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スライド番号プレースホルダー 3">
            <a:extLst>
              <a:ext uri="{FF2B5EF4-FFF2-40B4-BE49-F238E27FC236}">
                <a16:creationId xmlns:a16="http://schemas.microsoft.com/office/drawing/2014/main" id="{9154874E-585B-8A05-2CDC-1474B6AEEB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42501" y="6474646"/>
            <a:ext cx="343672" cy="239418"/>
          </a:xfrm>
          <a:prstGeom prst="rect">
            <a:avLst/>
          </a:prstGeom>
        </p:spPr>
        <p:txBody>
          <a:bodyPr vert="horz" lIns="0" tIns="45720" rIns="91440" bIns="45720" rtlCol="0" anchor="t" anchorCtr="0"/>
          <a:lstStyle>
            <a:lvl1pPr algn="l">
              <a:defRPr sz="1130">
                <a:solidFill>
                  <a:schemeClr val="tx1"/>
                </a:solidFill>
                <a:latin typeface="+mj-lt"/>
              </a:defRPr>
            </a:lvl1pPr>
          </a:lstStyle>
          <a:p>
            <a:fld id="{48394356-8693-4048-8EAF-2BF05B04AA80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11" name="フッター プレースホルダー 2">
            <a:extLst>
              <a:ext uri="{FF2B5EF4-FFF2-40B4-BE49-F238E27FC236}">
                <a16:creationId xmlns:a16="http://schemas.microsoft.com/office/drawing/2014/main" id="{BF1224ED-0F96-677B-6766-A667DE63410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38758" y="6474646"/>
            <a:ext cx="4456805" cy="239418"/>
          </a:xfrm>
          <a:prstGeom prst="rect">
            <a:avLst/>
          </a:prstGeom>
        </p:spPr>
        <p:txBody>
          <a:bodyPr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r>
              <a:rPr lang="ja-JP" altLang="en-US"/>
              <a:t>三菱ケミカル株式会社</a:t>
            </a:r>
          </a:p>
        </p:txBody>
      </p:sp>
      <p:sp>
        <p:nvSpPr>
          <p:cNvPr id="4" name="タイトル 3">
            <a:extLst>
              <a:ext uri="{FF2B5EF4-FFF2-40B4-BE49-F238E27FC236}">
                <a16:creationId xmlns:a16="http://schemas.microsoft.com/office/drawing/2014/main" id="{554A9AD2-A44F-6C4C-90A5-7E0F6615ABF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14336" y="255264"/>
            <a:ext cx="9327072" cy="369332"/>
          </a:xfrm>
        </p:spPr>
        <p:txBody>
          <a:bodyPr/>
          <a:lstStyle/>
          <a:p>
            <a:r>
              <a:rPr kumimoji="1" lang="ja-JP" altLang="en-US"/>
              <a:t>タイトル</a:t>
            </a:r>
            <a:r>
              <a:rPr kumimoji="1" lang="en-US" altLang="ja-JP"/>
              <a:t> </a:t>
            </a:r>
            <a:r>
              <a:rPr kumimoji="1" lang="ja-JP" altLang="en-US"/>
              <a:t>游ゴシック</a:t>
            </a:r>
            <a:r>
              <a:rPr kumimoji="1" lang="en-US" altLang="ja-JP"/>
              <a:t>Bold 24pt</a:t>
            </a:r>
            <a:endParaRPr kumimoji="1" lang="ja-JP" altLang="en-US"/>
          </a:p>
        </p:txBody>
      </p:sp>
      <p:sp>
        <p:nvSpPr>
          <p:cNvPr id="15" name="コンテンツ プレースホルダー 14">
            <a:extLst>
              <a:ext uri="{FF2B5EF4-FFF2-40B4-BE49-F238E27FC236}">
                <a16:creationId xmlns:a16="http://schemas.microsoft.com/office/drawing/2014/main" id="{F51E5A19-FBB7-6442-9D4F-1E3DFA3936D4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14338" y="1187355"/>
            <a:ext cx="11550650" cy="5049933"/>
          </a:xfrm>
        </p:spPr>
        <p:txBody>
          <a:bodyPr/>
          <a:lstStyle>
            <a:lvl1pPr>
              <a:lnSpc>
                <a:spcPct val="150000"/>
              </a:lnSpc>
              <a:defRPr sz="1600"/>
            </a:lvl1pPr>
            <a:lvl2pPr>
              <a:lnSpc>
                <a:spcPct val="150000"/>
              </a:lnSpc>
              <a:defRPr/>
            </a:lvl2pPr>
            <a:lvl3pPr>
              <a:lnSpc>
                <a:spcPct val="150000"/>
              </a:lnSpc>
              <a:defRPr/>
            </a:lvl3pPr>
            <a:lvl4pPr>
              <a:lnSpc>
                <a:spcPct val="150000"/>
              </a:lnSpc>
              <a:defRPr/>
            </a:lvl4pPr>
            <a:lvl5pPr>
              <a:lnSpc>
                <a:spcPct val="150000"/>
              </a:lnSpc>
              <a:defRPr/>
            </a:lvl5pPr>
          </a:lstStyle>
          <a:p>
            <a:pPr lvl="0"/>
            <a:r>
              <a:rPr kumimoji="1" lang="ja-JP" altLang="en-US"/>
              <a:t>本文テキスト</a:t>
            </a:r>
            <a:r>
              <a:rPr kumimoji="1" lang="en-US" altLang="ja-JP"/>
              <a:t> </a:t>
            </a:r>
            <a:r>
              <a:rPr kumimoji="1" lang="ja-JP" altLang="en-US"/>
              <a:t>游ゴシック </a:t>
            </a:r>
            <a:r>
              <a:rPr kumimoji="1" lang="en-US" altLang="ja-JP"/>
              <a:t>Medium 16pt / </a:t>
            </a:r>
            <a:r>
              <a:rPr kumimoji="1" lang="ja-JP" altLang="en-US"/>
              <a:t>行間</a:t>
            </a:r>
            <a:r>
              <a:rPr kumimoji="1" lang="en-US" altLang="ja-JP"/>
              <a:t>1.5</a:t>
            </a:r>
            <a:br>
              <a:rPr kumimoji="1" lang="en-US" altLang="ja-JP"/>
            </a:br>
            <a:r>
              <a:rPr kumimoji="1" lang="ja-JP" altLang="en-US"/>
              <a:t>テーマカラー：</a:t>
            </a:r>
            <a:r>
              <a:rPr kumimoji="1" lang="en-US" altLang="ja-JP"/>
              <a:t>Blue and Cool gray </a:t>
            </a:r>
          </a:p>
        </p:txBody>
      </p:sp>
      <p:cxnSp>
        <p:nvCxnSpPr>
          <p:cNvPr id="9" name="直線コネクタ 8">
            <a:extLst>
              <a:ext uri="{FF2B5EF4-FFF2-40B4-BE49-F238E27FC236}">
                <a16:creationId xmlns:a16="http://schemas.microsoft.com/office/drawing/2014/main" id="{48411784-F115-E34D-82CF-2B9A4DC7E26D}"/>
              </a:ext>
            </a:extLst>
          </p:cNvPr>
          <p:cNvCxnSpPr>
            <a:cxnSpLocks/>
          </p:cNvCxnSpPr>
          <p:nvPr userDrawn="1"/>
        </p:nvCxnSpPr>
        <p:spPr>
          <a:xfrm>
            <a:off x="550714" y="6497492"/>
            <a:ext cx="0" cy="19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E2A51262-EBF5-A9EF-5DE2-9D7414762723}"/>
              </a:ext>
            </a:extLst>
          </p:cNvPr>
          <p:cNvSpPr txBox="1"/>
          <p:nvPr userDrawn="1"/>
        </p:nvSpPr>
        <p:spPr>
          <a:xfrm>
            <a:off x="10905066" y="6490836"/>
            <a:ext cx="1051053" cy="211203"/>
          </a:xfrm>
          <a:prstGeom prst="rect">
            <a:avLst/>
          </a:prstGeom>
          <a:noFill/>
          <a:ln>
            <a:solidFill>
              <a:srgbClr val="323232"/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900" b="0" i="0">
                <a:solidFill>
                  <a:srgbClr val="323232"/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900" b="0" i="0">
              <a:solidFill>
                <a:srgbClr val="323232"/>
              </a:solidFill>
              <a:latin typeface="+mj-lt"/>
              <a:ea typeface="MS Gothic" panose="020B0609070205080204" pitchFamily="49" charset="-128"/>
            </a:endParaRPr>
          </a:p>
        </p:txBody>
      </p:sp>
      <p:pic>
        <p:nvPicPr>
          <p:cNvPr id="10" name="図 9" descr="図形&#10;&#10;中程度の精度で自動的に生成された説明">
            <a:extLst>
              <a:ext uri="{FF2B5EF4-FFF2-40B4-BE49-F238E27FC236}">
                <a16:creationId xmlns:a16="http://schemas.microsoft.com/office/drawing/2014/main" id="{C69D6576-8772-E9C9-93AC-25EDDE92174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017000" y="4064000"/>
            <a:ext cx="3175000" cy="2794000"/>
          </a:xfrm>
          <a:prstGeom prst="rect">
            <a:avLst/>
          </a:prstGeom>
        </p:spPr>
      </p:pic>
      <p:pic>
        <p:nvPicPr>
          <p:cNvPr id="2" name="図 1" descr="アイコン&#10;&#10;低い精度で自動的に生成された説明">
            <a:extLst>
              <a:ext uri="{FF2B5EF4-FFF2-40B4-BE49-F238E27FC236}">
                <a16:creationId xmlns:a16="http://schemas.microsoft.com/office/drawing/2014/main" id="{E582623D-2B9B-AA38-0360-06A55B2F7065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89431" y="66162"/>
            <a:ext cx="1441424" cy="6629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48167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photo_blue_cov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図 12">
            <a:extLst>
              <a:ext uri="{FF2B5EF4-FFF2-40B4-BE49-F238E27FC236}">
                <a16:creationId xmlns:a16="http://schemas.microsoft.com/office/drawing/2014/main" id="{DDF27D8A-CF93-1DE1-A1E0-579A53D5F3D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b="-17"/>
          <a:stretch/>
        </p:blipFill>
        <p:spPr>
          <a:xfrm>
            <a:off x="9382125" y="0"/>
            <a:ext cx="2809875" cy="6858000"/>
          </a:xfrm>
          <a:prstGeom prst="rect">
            <a:avLst/>
          </a:prstGeom>
        </p:spPr>
      </p:pic>
      <p:sp>
        <p:nvSpPr>
          <p:cNvPr id="15" name="タイトル 66"/>
          <p:cNvSpPr>
            <a:spLocks noGrp="1"/>
          </p:cNvSpPr>
          <p:nvPr>
            <p:ph type="title" hasCustomPrompt="1"/>
          </p:nvPr>
        </p:nvSpPr>
        <p:spPr>
          <a:xfrm>
            <a:off x="750626" y="2520666"/>
            <a:ext cx="6361374" cy="184204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lvl1pPr>
              <a:lnSpc>
                <a:spcPct val="95000"/>
              </a:lnSpc>
              <a:defRPr sz="4200" b="1" spc="-100" baseline="0">
                <a:latin typeface="+mj-lt"/>
                <a:ea typeface="+mj-ea"/>
              </a:defRPr>
            </a:lvl1pPr>
          </a:lstStyle>
          <a:p>
            <a:r>
              <a:rPr kumimoji="1" lang="ja-JP" altLang="en-US"/>
              <a:t>タイトル</a:t>
            </a:r>
            <a:r>
              <a:rPr kumimoji="1" lang="en-US" altLang="ja-JP"/>
              <a:t> </a:t>
            </a:r>
            <a:br>
              <a:rPr kumimoji="1" lang="en-US" altLang="ja-JP"/>
            </a:br>
            <a:r>
              <a:rPr kumimoji="1" lang="ja-JP" altLang="en-US"/>
              <a:t>游ゴシック </a:t>
            </a:r>
            <a:r>
              <a:rPr kumimoji="1" lang="en-US" altLang="ja-JP"/>
              <a:t>Bold 42pt </a:t>
            </a:r>
            <a:br>
              <a:rPr kumimoji="1" lang="en-US" altLang="ja-JP"/>
            </a:br>
            <a:r>
              <a:rPr kumimoji="1" lang="ja-JP" altLang="en-US"/>
              <a:t>行間</a:t>
            </a:r>
            <a:r>
              <a:rPr kumimoji="1" lang="en-US" altLang="ja-JP"/>
              <a:t>0.95</a:t>
            </a:r>
            <a:endParaRPr kumimoji="1" lang="ja-JP" altLang="en-US"/>
          </a:p>
        </p:txBody>
      </p:sp>
      <p:sp>
        <p:nvSpPr>
          <p:cNvPr id="16" name="テキスト プレースホルダー 28"/>
          <p:cNvSpPr>
            <a:spLocks noGrp="1"/>
          </p:cNvSpPr>
          <p:nvPr>
            <p:ph type="body" sz="quarter" idx="11" hasCustomPrompt="1"/>
          </p:nvPr>
        </p:nvSpPr>
        <p:spPr>
          <a:xfrm>
            <a:off x="750626" y="4704321"/>
            <a:ext cx="6361374" cy="859900"/>
          </a:xfrm>
          <a:prstGeom prst="rect">
            <a:avLst/>
          </a:prstGeom>
          <a:noFill/>
        </p:spPr>
        <p:txBody>
          <a:bodyPr wrap="square" lIns="0" tIns="0" rIns="0" bIns="0" anchor="t" anchorCtr="0">
            <a:noAutofit/>
          </a:bodyPr>
          <a:lstStyle>
            <a:lvl1pPr marL="0" indent="0" defTabSz="158400">
              <a:lnSpc>
                <a:spcPct val="100000"/>
              </a:lnSpc>
              <a:spcBef>
                <a:spcPts val="0"/>
              </a:spcBef>
              <a:buNone/>
              <a:defRPr sz="1800" b="0" spc="-30" baseline="0">
                <a:latin typeface="+mj-lt"/>
                <a:ea typeface="+mj-ea"/>
              </a:defRPr>
            </a:lvl1pPr>
            <a:lvl2pPr marL="0" indent="0" defTabSz="158400">
              <a:buNone/>
              <a:defRPr sz="1400" b="1"/>
            </a:lvl2pPr>
            <a:lvl3pPr marL="0" indent="0" defTabSz="158400">
              <a:buNone/>
              <a:defRPr b="1"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ja-JP" altLang="en-US"/>
              <a:t>サブタイトル</a:t>
            </a:r>
            <a:r>
              <a:rPr kumimoji="1" lang="en-US" altLang="ja-JP"/>
              <a:t> </a:t>
            </a:r>
            <a:r>
              <a:rPr kumimoji="1" lang="ja-JP" altLang="en-US"/>
              <a:t>游ゴシック </a:t>
            </a:r>
            <a:r>
              <a:rPr kumimoji="1" lang="en-US" altLang="ja-JP"/>
              <a:t>Medium 18pt / </a:t>
            </a:r>
            <a:r>
              <a:rPr kumimoji="1" lang="ja-JP" altLang="en-US"/>
              <a:t>行間</a:t>
            </a:r>
            <a:r>
              <a:rPr kumimoji="1" lang="en-US" altLang="ja-JP"/>
              <a:t>1</a:t>
            </a:r>
            <a:br>
              <a:rPr kumimoji="1" lang="en-US" altLang="ja-JP"/>
            </a:br>
            <a:r>
              <a:rPr kumimoji="1" lang="ja-JP" altLang="en-US"/>
              <a:t>日付　　＊社外向け資料には、サブタイトル内に自社名を必ず記入してください。</a:t>
            </a:r>
            <a:endParaRPr kumimoji="1" lang="en-US" altLang="ja-JP"/>
          </a:p>
        </p:txBody>
      </p:sp>
      <p:sp>
        <p:nvSpPr>
          <p:cNvPr id="14" name="テキスト プレースホルダー 4"/>
          <p:cNvSpPr>
            <a:spLocks noGrp="1"/>
          </p:cNvSpPr>
          <p:nvPr>
            <p:ph type="body" sz="quarter" idx="17" hasCustomPrompt="1"/>
          </p:nvPr>
        </p:nvSpPr>
        <p:spPr>
          <a:xfrm>
            <a:off x="750627" y="1653463"/>
            <a:ext cx="6361373" cy="369332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marL="0" indent="0">
              <a:spcBef>
                <a:spcPts val="0"/>
              </a:spcBef>
              <a:buNone/>
              <a:defRPr sz="2400" b="0" spc="-30" baseline="0">
                <a:solidFill>
                  <a:schemeClr val="tx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kumimoji="1" lang="ja-JP" altLang="en-US"/>
              <a:t>タイトル</a:t>
            </a:r>
            <a:r>
              <a:rPr kumimoji="1" lang="en-US" altLang="ja-JP"/>
              <a:t> </a:t>
            </a:r>
            <a:r>
              <a:rPr kumimoji="1" lang="ja-JP" altLang="en-US"/>
              <a:t>游ゴシック </a:t>
            </a:r>
            <a:r>
              <a:rPr kumimoji="1" lang="en-US" altLang="ja-JP"/>
              <a:t>Medium 24pt</a:t>
            </a:r>
            <a:endParaRPr kumimoji="1" lang="ja-JP" altLang="en-US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E60FAC23-4C92-4DE0-F083-427560DDC99A}"/>
              </a:ext>
            </a:extLst>
          </p:cNvPr>
          <p:cNvSpPr txBox="1"/>
          <p:nvPr userDrawn="1"/>
        </p:nvSpPr>
        <p:spPr>
          <a:xfrm>
            <a:off x="10768120" y="6397228"/>
            <a:ext cx="1188000" cy="24198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1100" b="0" i="0">
                <a:solidFill>
                  <a:srgbClr val="FF0000"/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1100" b="0" i="0">
              <a:solidFill>
                <a:srgbClr val="FF0000"/>
              </a:solidFill>
              <a:latin typeface="+mj-lt"/>
              <a:ea typeface="MS Gothic" panose="020B0609070205080204" pitchFamily="49" charset="-128"/>
            </a:endParaRPr>
          </a:p>
        </p:txBody>
      </p:sp>
      <p:pic>
        <p:nvPicPr>
          <p:cNvPr id="7" name="図 6" descr="図形, 円&#10;&#10;自動的に生成された説明">
            <a:extLst>
              <a:ext uri="{FF2B5EF4-FFF2-40B4-BE49-F238E27FC236}">
                <a16:creationId xmlns:a16="http://schemas.microsoft.com/office/drawing/2014/main" id="{2C0B660F-651E-2CBA-22A2-45839C456B2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985000" y="2545321"/>
            <a:ext cx="5207000" cy="4318000"/>
          </a:xfrm>
          <a:prstGeom prst="rect">
            <a:avLst/>
          </a:prstGeom>
        </p:spPr>
      </p:pic>
      <p:pic>
        <p:nvPicPr>
          <p:cNvPr id="4" name="図 3" descr="テキスト&#10;&#10;中程度の精度で自動的に生成された説明">
            <a:extLst>
              <a:ext uri="{FF2B5EF4-FFF2-40B4-BE49-F238E27FC236}">
                <a16:creationId xmlns:a16="http://schemas.microsoft.com/office/drawing/2014/main" id="{F9035B74-094B-209B-142E-2F4575B9D4E6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75816" y="66263"/>
            <a:ext cx="2182024" cy="66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00526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photo_blue_sectio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50ECA10C-38C8-BAA4-70D5-31A2424404F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b="-17"/>
          <a:stretch/>
        </p:blipFill>
        <p:spPr>
          <a:xfrm>
            <a:off x="9382125" y="0"/>
            <a:ext cx="2809875" cy="6858000"/>
          </a:xfrm>
          <a:prstGeom prst="rect">
            <a:avLst/>
          </a:prstGeom>
        </p:spPr>
      </p:pic>
      <p:sp>
        <p:nvSpPr>
          <p:cNvPr id="16" name="テキスト プレースホルダー 28">
            <a:extLst>
              <a:ext uri="{FF2B5EF4-FFF2-40B4-BE49-F238E27FC236}">
                <a16:creationId xmlns:a16="http://schemas.microsoft.com/office/drawing/2014/main" id="{AA5ACE5D-BCC4-7FAF-258F-580CB021B58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50626" y="4235913"/>
            <a:ext cx="7119051" cy="276999"/>
          </a:xfrm>
          <a:prstGeom prst="rect">
            <a:avLst/>
          </a:prstGeom>
          <a:noFill/>
        </p:spPr>
        <p:txBody>
          <a:bodyPr wrap="square" lIns="0" tIns="0" rIns="0" bIns="0" anchor="t" anchorCtr="0">
            <a:noAutofit/>
          </a:bodyPr>
          <a:lstStyle>
            <a:lvl1pPr marL="0" indent="0" defTabSz="158400">
              <a:lnSpc>
                <a:spcPct val="100000"/>
              </a:lnSpc>
              <a:spcBef>
                <a:spcPts val="500"/>
              </a:spcBef>
              <a:buNone/>
              <a:defRPr sz="1800" b="0" spc="-30" baseline="0">
                <a:latin typeface="+mj-lt"/>
                <a:ea typeface="+mj-ea"/>
              </a:defRPr>
            </a:lvl1pPr>
            <a:lvl2pPr marL="0" indent="0" defTabSz="158400">
              <a:buNone/>
              <a:defRPr sz="1400" b="1"/>
            </a:lvl2pPr>
            <a:lvl3pPr marL="0" indent="0" defTabSz="158400">
              <a:buNone/>
              <a:defRPr b="1"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ja-JP" altLang="en-US"/>
              <a:t>サブタイトル</a:t>
            </a:r>
            <a:r>
              <a:rPr kumimoji="1" lang="en-US" altLang="ja-JP"/>
              <a:t> </a:t>
            </a:r>
            <a:r>
              <a:rPr kumimoji="1" lang="ja-JP" altLang="en-US"/>
              <a:t>游ゴシック </a:t>
            </a:r>
            <a:r>
              <a:rPr kumimoji="1" lang="en-US" altLang="ja-JP"/>
              <a:t>Medium 18pt</a:t>
            </a:r>
          </a:p>
        </p:txBody>
      </p:sp>
      <p:sp>
        <p:nvSpPr>
          <p:cNvPr id="23" name="タイトル 22">
            <a:extLst>
              <a:ext uri="{FF2B5EF4-FFF2-40B4-BE49-F238E27FC236}">
                <a16:creationId xmlns:a16="http://schemas.microsoft.com/office/drawing/2014/main" id="{3A40C814-17D5-4A7E-7A78-30BC828E829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50626" y="2867723"/>
            <a:ext cx="7119051" cy="1231106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>
              <a:defRPr sz="4000"/>
            </a:lvl1pPr>
          </a:lstStyle>
          <a:p>
            <a:r>
              <a:rPr lang="ja-JP" altLang="en-US" sz="4000"/>
              <a:t>セクションタイトル</a:t>
            </a:r>
            <a:br>
              <a:rPr lang="en-US" altLang="ja-JP" sz="4000"/>
            </a:br>
            <a:r>
              <a:rPr lang="ja-JP" altLang="en-US" sz="4000"/>
              <a:t>游ゴシック</a:t>
            </a:r>
            <a:r>
              <a:rPr lang="en-US" altLang="ja-JP" sz="4000"/>
              <a:t>Bold 40pt / </a:t>
            </a:r>
            <a:r>
              <a:rPr lang="ja-JP" altLang="en-US" sz="4000"/>
              <a:t>行間</a:t>
            </a:r>
            <a:r>
              <a:rPr lang="en-US" altLang="ja-JP" sz="4000"/>
              <a:t>1</a:t>
            </a:r>
            <a:endParaRPr kumimoji="1" lang="ja-JP" altLang="en-US"/>
          </a:p>
        </p:txBody>
      </p:sp>
      <p:sp>
        <p:nvSpPr>
          <p:cNvPr id="13" name="スライド番号プレースホルダー 3">
            <a:extLst>
              <a:ext uri="{FF2B5EF4-FFF2-40B4-BE49-F238E27FC236}">
                <a16:creationId xmlns:a16="http://schemas.microsoft.com/office/drawing/2014/main" id="{DE1F0C62-7BF4-1436-B1EA-28526CF3CF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42501" y="6474646"/>
            <a:ext cx="343672" cy="239418"/>
          </a:xfrm>
          <a:prstGeom prst="rect">
            <a:avLst/>
          </a:prstGeom>
        </p:spPr>
        <p:txBody>
          <a:bodyPr vert="horz" lIns="0" tIns="45720" rIns="91440" bIns="45720" rtlCol="0" anchor="t" anchorCtr="0"/>
          <a:lstStyle>
            <a:lvl1pPr algn="l">
              <a:defRPr sz="1130">
                <a:solidFill>
                  <a:schemeClr val="tx1"/>
                </a:solidFill>
                <a:latin typeface="+mj-lt"/>
              </a:defRPr>
            </a:lvl1pPr>
          </a:lstStyle>
          <a:p>
            <a:fld id="{48394356-8693-4048-8EAF-2BF05B04AA80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17" name="フッター プレースホルダー 2">
            <a:extLst>
              <a:ext uri="{FF2B5EF4-FFF2-40B4-BE49-F238E27FC236}">
                <a16:creationId xmlns:a16="http://schemas.microsoft.com/office/drawing/2014/main" id="{52133237-772B-F3B9-F68E-FACF5B26B6E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38758" y="6474646"/>
            <a:ext cx="4456805" cy="239418"/>
          </a:xfrm>
          <a:prstGeom prst="rect">
            <a:avLst/>
          </a:prstGeom>
        </p:spPr>
        <p:txBody>
          <a:bodyPr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r>
              <a:rPr lang="ja-JP" altLang="en-US"/>
              <a:t>三菱ケミカル株式会社</a:t>
            </a:r>
          </a:p>
        </p:txBody>
      </p:sp>
      <p:cxnSp>
        <p:nvCxnSpPr>
          <p:cNvPr id="18" name="直線コネクタ 17">
            <a:extLst>
              <a:ext uri="{FF2B5EF4-FFF2-40B4-BE49-F238E27FC236}">
                <a16:creationId xmlns:a16="http://schemas.microsoft.com/office/drawing/2014/main" id="{E3B8C749-7366-4048-9166-4A62872F8A82}"/>
              </a:ext>
            </a:extLst>
          </p:cNvPr>
          <p:cNvCxnSpPr>
            <a:cxnSpLocks/>
          </p:cNvCxnSpPr>
          <p:nvPr userDrawn="1"/>
        </p:nvCxnSpPr>
        <p:spPr>
          <a:xfrm>
            <a:off x="550714" y="6497492"/>
            <a:ext cx="0" cy="19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D527DCC5-4C04-E99F-2F99-C0F7F6AD0B94}"/>
              </a:ext>
            </a:extLst>
          </p:cNvPr>
          <p:cNvSpPr txBox="1"/>
          <p:nvPr userDrawn="1"/>
        </p:nvSpPr>
        <p:spPr>
          <a:xfrm>
            <a:off x="10768120" y="6397228"/>
            <a:ext cx="1188000" cy="24198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1100" b="0" i="0">
                <a:solidFill>
                  <a:srgbClr val="FF0000"/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1100" b="0" i="0">
              <a:solidFill>
                <a:srgbClr val="FF0000"/>
              </a:solidFill>
              <a:latin typeface="+mj-lt"/>
              <a:ea typeface="MS Gothic" panose="020B0609070205080204" pitchFamily="49" charset="-128"/>
            </a:endParaRPr>
          </a:p>
        </p:txBody>
      </p:sp>
      <p:pic>
        <p:nvPicPr>
          <p:cNvPr id="5" name="図 4" descr="図形, 円&#10;&#10;自動的に生成された説明">
            <a:extLst>
              <a:ext uri="{FF2B5EF4-FFF2-40B4-BE49-F238E27FC236}">
                <a16:creationId xmlns:a16="http://schemas.microsoft.com/office/drawing/2014/main" id="{C8AE480A-D33F-F3D0-EB6D-229546ABF62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985000" y="0"/>
            <a:ext cx="5207000" cy="4318000"/>
          </a:xfrm>
          <a:prstGeom prst="rect">
            <a:avLst/>
          </a:prstGeom>
        </p:spPr>
      </p:pic>
      <p:pic>
        <p:nvPicPr>
          <p:cNvPr id="8" name="図 7" descr="テキスト&#10;&#10;中程度の精度で自動的に生成された説明">
            <a:extLst>
              <a:ext uri="{FF2B5EF4-FFF2-40B4-BE49-F238E27FC236}">
                <a16:creationId xmlns:a16="http://schemas.microsoft.com/office/drawing/2014/main" id="{E1C7F703-B8C7-70F6-B82F-D0F3E51C581B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75816" y="66263"/>
            <a:ext cx="2182024" cy="66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365117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photo_green_cov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FB637127-8D27-2A9A-ED77-8C55395E8CE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b="-17"/>
          <a:stretch/>
        </p:blipFill>
        <p:spPr>
          <a:xfrm>
            <a:off x="9382125" y="0"/>
            <a:ext cx="2809875" cy="6858000"/>
          </a:xfrm>
          <a:prstGeom prst="rect">
            <a:avLst/>
          </a:prstGeom>
        </p:spPr>
      </p:pic>
      <p:sp>
        <p:nvSpPr>
          <p:cNvPr id="15" name="タイトル 66"/>
          <p:cNvSpPr>
            <a:spLocks noGrp="1"/>
          </p:cNvSpPr>
          <p:nvPr>
            <p:ph type="title" hasCustomPrompt="1"/>
          </p:nvPr>
        </p:nvSpPr>
        <p:spPr>
          <a:xfrm>
            <a:off x="750626" y="2520666"/>
            <a:ext cx="6361374" cy="184204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lvl1pPr>
              <a:lnSpc>
                <a:spcPct val="95000"/>
              </a:lnSpc>
              <a:defRPr sz="4200" b="1" spc="-100" baseline="0">
                <a:latin typeface="+mj-lt"/>
                <a:ea typeface="+mj-ea"/>
              </a:defRPr>
            </a:lvl1pPr>
          </a:lstStyle>
          <a:p>
            <a:r>
              <a:rPr kumimoji="1" lang="ja-JP" altLang="en-US"/>
              <a:t>タイトル</a:t>
            </a:r>
            <a:r>
              <a:rPr kumimoji="1" lang="en-US" altLang="ja-JP"/>
              <a:t> </a:t>
            </a:r>
            <a:br>
              <a:rPr kumimoji="1" lang="en-US" altLang="ja-JP"/>
            </a:br>
            <a:r>
              <a:rPr kumimoji="1" lang="ja-JP" altLang="en-US"/>
              <a:t>游ゴシック </a:t>
            </a:r>
            <a:r>
              <a:rPr kumimoji="1" lang="en-US" altLang="ja-JP"/>
              <a:t>Bold 42pt </a:t>
            </a:r>
            <a:br>
              <a:rPr kumimoji="1" lang="en-US" altLang="ja-JP"/>
            </a:br>
            <a:r>
              <a:rPr kumimoji="1" lang="ja-JP" altLang="en-US"/>
              <a:t>行間</a:t>
            </a:r>
            <a:r>
              <a:rPr kumimoji="1" lang="en-US" altLang="ja-JP"/>
              <a:t>0.95</a:t>
            </a:r>
            <a:endParaRPr kumimoji="1" lang="ja-JP" altLang="en-US"/>
          </a:p>
        </p:txBody>
      </p:sp>
      <p:sp>
        <p:nvSpPr>
          <p:cNvPr id="16" name="テキスト プレースホルダー 28"/>
          <p:cNvSpPr>
            <a:spLocks noGrp="1"/>
          </p:cNvSpPr>
          <p:nvPr>
            <p:ph type="body" sz="quarter" idx="11" hasCustomPrompt="1"/>
          </p:nvPr>
        </p:nvSpPr>
        <p:spPr>
          <a:xfrm>
            <a:off x="750626" y="4704321"/>
            <a:ext cx="6361374" cy="859900"/>
          </a:xfrm>
          <a:prstGeom prst="rect">
            <a:avLst/>
          </a:prstGeom>
          <a:noFill/>
        </p:spPr>
        <p:txBody>
          <a:bodyPr wrap="square" lIns="0" tIns="0" rIns="0" bIns="0" anchor="t" anchorCtr="0">
            <a:noAutofit/>
          </a:bodyPr>
          <a:lstStyle>
            <a:lvl1pPr marL="0" indent="0" defTabSz="158400">
              <a:lnSpc>
                <a:spcPct val="100000"/>
              </a:lnSpc>
              <a:spcBef>
                <a:spcPts val="0"/>
              </a:spcBef>
              <a:buNone/>
              <a:defRPr sz="1800" b="0" spc="-30" baseline="0">
                <a:latin typeface="+mj-lt"/>
                <a:ea typeface="+mj-ea"/>
              </a:defRPr>
            </a:lvl1pPr>
            <a:lvl2pPr marL="0" indent="0" defTabSz="158400">
              <a:buNone/>
              <a:defRPr sz="1400" b="1"/>
            </a:lvl2pPr>
            <a:lvl3pPr marL="0" indent="0" defTabSz="158400">
              <a:buNone/>
              <a:defRPr b="1"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ja-JP" altLang="en-US"/>
              <a:t>サブタイトル</a:t>
            </a:r>
            <a:r>
              <a:rPr kumimoji="1" lang="en-US" altLang="ja-JP"/>
              <a:t> </a:t>
            </a:r>
            <a:r>
              <a:rPr kumimoji="1" lang="ja-JP" altLang="en-US"/>
              <a:t>游ゴシック </a:t>
            </a:r>
            <a:r>
              <a:rPr kumimoji="1" lang="en-US" altLang="ja-JP"/>
              <a:t>Medium 18pt / </a:t>
            </a:r>
            <a:r>
              <a:rPr kumimoji="1" lang="ja-JP" altLang="en-US"/>
              <a:t>行間</a:t>
            </a:r>
            <a:r>
              <a:rPr kumimoji="1" lang="en-US" altLang="ja-JP"/>
              <a:t>1</a:t>
            </a:r>
            <a:br>
              <a:rPr kumimoji="1" lang="en-US" altLang="ja-JP"/>
            </a:br>
            <a:r>
              <a:rPr kumimoji="1" lang="ja-JP" altLang="en-US"/>
              <a:t>日付　　＊社外向け資料には、サブタイトル内に自社名を必ず記入してください。</a:t>
            </a:r>
            <a:endParaRPr kumimoji="1" lang="en-US" altLang="ja-JP"/>
          </a:p>
        </p:txBody>
      </p:sp>
      <p:sp>
        <p:nvSpPr>
          <p:cNvPr id="14" name="テキスト プレースホルダー 4"/>
          <p:cNvSpPr>
            <a:spLocks noGrp="1"/>
          </p:cNvSpPr>
          <p:nvPr>
            <p:ph type="body" sz="quarter" idx="17" hasCustomPrompt="1"/>
          </p:nvPr>
        </p:nvSpPr>
        <p:spPr>
          <a:xfrm>
            <a:off x="750627" y="1653463"/>
            <a:ext cx="6361373" cy="369332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marL="0" indent="0">
              <a:spcBef>
                <a:spcPts val="0"/>
              </a:spcBef>
              <a:buNone/>
              <a:defRPr sz="2400" b="0" spc="-30" baseline="0">
                <a:solidFill>
                  <a:schemeClr val="tx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kumimoji="1" lang="ja-JP" altLang="en-US"/>
              <a:t>タイトル</a:t>
            </a:r>
            <a:r>
              <a:rPr kumimoji="1" lang="en-US" altLang="ja-JP"/>
              <a:t> </a:t>
            </a:r>
            <a:r>
              <a:rPr kumimoji="1" lang="ja-JP" altLang="en-US"/>
              <a:t>游ゴシック </a:t>
            </a:r>
            <a:r>
              <a:rPr kumimoji="1" lang="en-US" altLang="ja-JP"/>
              <a:t>Medium 24pt</a:t>
            </a:r>
            <a:endParaRPr kumimoji="1" lang="ja-JP" altLang="en-US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BAAEDEE3-8A5C-AB38-D1A5-E130459EE35E}"/>
              </a:ext>
            </a:extLst>
          </p:cNvPr>
          <p:cNvSpPr txBox="1"/>
          <p:nvPr userDrawn="1"/>
        </p:nvSpPr>
        <p:spPr>
          <a:xfrm>
            <a:off x="10768120" y="6397228"/>
            <a:ext cx="1188000" cy="24198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1100" b="0" i="0">
                <a:solidFill>
                  <a:srgbClr val="FF0000"/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1100" b="0" i="0">
              <a:solidFill>
                <a:srgbClr val="FF0000"/>
              </a:solidFill>
              <a:latin typeface="+mj-lt"/>
              <a:ea typeface="MS Gothic" panose="020B0609070205080204" pitchFamily="49" charset="-128"/>
            </a:endParaRPr>
          </a:p>
        </p:txBody>
      </p:sp>
      <p:pic>
        <p:nvPicPr>
          <p:cNvPr id="6" name="図 5" descr="ランプ, 光 が含まれている画像&#10;&#10;自動的に生成された説明">
            <a:extLst>
              <a:ext uri="{FF2B5EF4-FFF2-40B4-BE49-F238E27FC236}">
                <a16:creationId xmlns:a16="http://schemas.microsoft.com/office/drawing/2014/main" id="{7FE87EA2-0A02-84F3-CEDE-36468E0242D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984999" y="2540000"/>
            <a:ext cx="5207000" cy="4318000"/>
          </a:xfrm>
          <a:prstGeom prst="rect">
            <a:avLst/>
          </a:prstGeom>
        </p:spPr>
      </p:pic>
      <p:pic>
        <p:nvPicPr>
          <p:cNvPr id="8" name="図 7" descr="テキスト&#10;&#10;中程度の精度で自動的に生成された説明">
            <a:extLst>
              <a:ext uri="{FF2B5EF4-FFF2-40B4-BE49-F238E27FC236}">
                <a16:creationId xmlns:a16="http://schemas.microsoft.com/office/drawing/2014/main" id="{FA01F46E-13A7-9E58-7675-153447B1BC5C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75816" y="66263"/>
            <a:ext cx="2182024" cy="66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047381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photo_green_sectio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D3AFD4A4-F749-31F6-0CF6-C2D7E621B4C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b="-17"/>
          <a:stretch/>
        </p:blipFill>
        <p:spPr>
          <a:xfrm>
            <a:off x="9382125" y="0"/>
            <a:ext cx="2809875" cy="6858000"/>
          </a:xfrm>
          <a:prstGeom prst="rect">
            <a:avLst/>
          </a:prstGeom>
        </p:spPr>
      </p:pic>
      <p:sp>
        <p:nvSpPr>
          <p:cNvPr id="16" name="テキスト プレースホルダー 28">
            <a:extLst>
              <a:ext uri="{FF2B5EF4-FFF2-40B4-BE49-F238E27FC236}">
                <a16:creationId xmlns:a16="http://schemas.microsoft.com/office/drawing/2014/main" id="{AA5ACE5D-BCC4-7FAF-258F-580CB021B58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50626" y="4235913"/>
            <a:ext cx="7119051" cy="276999"/>
          </a:xfrm>
          <a:prstGeom prst="rect">
            <a:avLst/>
          </a:prstGeom>
          <a:noFill/>
        </p:spPr>
        <p:txBody>
          <a:bodyPr wrap="square" lIns="0" tIns="0" rIns="0" bIns="0" anchor="t" anchorCtr="0">
            <a:noAutofit/>
          </a:bodyPr>
          <a:lstStyle>
            <a:lvl1pPr marL="0" indent="0" defTabSz="158400">
              <a:lnSpc>
                <a:spcPct val="100000"/>
              </a:lnSpc>
              <a:spcBef>
                <a:spcPts val="500"/>
              </a:spcBef>
              <a:buNone/>
              <a:defRPr sz="1800" b="0" spc="-30" baseline="0">
                <a:latin typeface="+mj-lt"/>
                <a:ea typeface="+mj-ea"/>
              </a:defRPr>
            </a:lvl1pPr>
            <a:lvl2pPr marL="0" indent="0" defTabSz="158400">
              <a:buNone/>
              <a:defRPr sz="1400" b="1"/>
            </a:lvl2pPr>
            <a:lvl3pPr marL="0" indent="0" defTabSz="158400">
              <a:buNone/>
              <a:defRPr b="1"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ja-JP" altLang="en-US"/>
              <a:t>サブタイトル</a:t>
            </a:r>
            <a:r>
              <a:rPr kumimoji="1" lang="en-US" altLang="ja-JP"/>
              <a:t> </a:t>
            </a:r>
            <a:r>
              <a:rPr kumimoji="1" lang="ja-JP" altLang="en-US"/>
              <a:t>游ゴシック </a:t>
            </a:r>
            <a:r>
              <a:rPr kumimoji="1" lang="en-US" altLang="ja-JP"/>
              <a:t>Medium 18pt</a:t>
            </a:r>
          </a:p>
        </p:txBody>
      </p:sp>
      <p:sp>
        <p:nvSpPr>
          <p:cNvPr id="23" name="タイトル 22">
            <a:extLst>
              <a:ext uri="{FF2B5EF4-FFF2-40B4-BE49-F238E27FC236}">
                <a16:creationId xmlns:a16="http://schemas.microsoft.com/office/drawing/2014/main" id="{3A40C814-17D5-4A7E-7A78-30BC828E829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50626" y="2867723"/>
            <a:ext cx="7119051" cy="1231106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>
              <a:defRPr sz="4000"/>
            </a:lvl1pPr>
          </a:lstStyle>
          <a:p>
            <a:r>
              <a:rPr lang="ja-JP" altLang="en-US" sz="4000"/>
              <a:t>セクションタイトル</a:t>
            </a:r>
            <a:br>
              <a:rPr lang="en-US" altLang="ja-JP" sz="4000"/>
            </a:br>
            <a:r>
              <a:rPr lang="ja-JP" altLang="en-US" sz="4000"/>
              <a:t>游ゴシック</a:t>
            </a:r>
            <a:r>
              <a:rPr lang="en-US" altLang="ja-JP" sz="4000"/>
              <a:t>Bold 40pt / </a:t>
            </a:r>
            <a:r>
              <a:rPr lang="ja-JP" altLang="en-US" sz="4000"/>
              <a:t>行間</a:t>
            </a:r>
            <a:r>
              <a:rPr lang="en-US" altLang="ja-JP" sz="4000"/>
              <a:t>1</a:t>
            </a:r>
            <a:endParaRPr kumimoji="1" lang="ja-JP" altLang="en-US"/>
          </a:p>
        </p:txBody>
      </p:sp>
      <p:sp>
        <p:nvSpPr>
          <p:cNvPr id="13" name="スライド番号プレースホルダー 3">
            <a:extLst>
              <a:ext uri="{FF2B5EF4-FFF2-40B4-BE49-F238E27FC236}">
                <a16:creationId xmlns:a16="http://schemas.microsoft.com/office/drawing/2014/main" id="{DE1F0C62-7BF4-1436-B1EA-28526CF3CF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42501" y="6474646"/>
            <a:ext cx="343672" cy="239418"/>
          </a:xfrm>
          <a:prstGeom prst="rect">
            <a:avLst/>
          </a:prstGeom>
        </p:spPr>
        <p:txBody>
          <a:bodyPr vert="horz" lIns="0" tIns="45720" rIns="91440" bIns="45720" rtlCol="0" anchor="t" anchorCtr="0"/>
          <a:lstStyle>
            <a:lvl1pPr algn="l">
              <a:defRPr sz="1130">
                <a:solidFill>
                  <a:schemeClr val="tx1"/>
                </a:solidFill>
                <a:latin typeface="+mj-lt"/>
              </a:defRPr>
            </a:lvl1pPr>
          </a:lstStyle>
          <a:p>
            <a:fld id="{48394356-8693-4048-8EAF-2BF05B04AA80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17" name="フッター プレースホルダー 2">
            <a:extLst>
              <a:ext uri="{FF2B5EF4-FFF2-40B4-BE49-F238E27FC236}">
                <a16:creationId xmlns:a16="http://schemas.microsoft.com/office/drawing/2014/main" id="{52133237-772B-F3B9-F68E-FACF5B26B6E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38758" y="6474646"/>
            <a:ext cx="4456805" cy="239418"/>
          </a:xfrm>
          <a:prstGeom prst="rect">
            <a:avLst/>
          </a:prstGeom>
        </p:spPr>
        <p:txBody>
          <a:bodyPr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r>
              <a:rPr lang="ja-JP" altLang="en-US"/>
              <a:t>三菱ケミカル株式会社</a:t>
            </a:r>
          </a:p>
        </p:txBody>
      </p:sp>
      <p:cxnSp>
        <p:nvCxnSpPr>
          <p:cNvPr id="18" name="直線コネクタ 17">
            <a:extLst>
              <a:ext uri="{FF2B5EF4-FFF2-40B4-BE49-F238E27FC236}">
                <a16:creationId xmlns:a16="http://schemas.microsoft.com/office/drawing/2014/main" id="{E3B8C749-7366-4048-9166-4A62872F8A82}"/>
              </a:ext>
            </a:extLst>
          </p:cNvPr>
          <p:cNvCxnSpPr>
            <a:cxnSpLocks/>
          </p:cNvCxnSpPr>
          <p:nvPr userDrawn="1"/>
        </p:nvCxnSpPr>
        <p:spPr>
          <a:xfrm>
            <a:off x="550714" y="6497492"/>
            <a:ext cx="0" cy="19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E51AE076-D993-65D0-E8B8-91BD78009CDB}"/>
              </a:ext>
            </a:extLst>
          </p:cNvPr>
          <p:cNvSpPr txBox="1"/>
          <p:nvPr userDrawn="1"/>
        </p:nvSpPr>
        <p:spPr>
          <a:xfrm>
            <a:off x="10768120" y="6397228"/>
            <a:ext cx="1188000" cy="24198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1100" b="0" i="0">
                <a:solidFill>
                  <a:srgbClr val="FF0000"/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1100" b="0" i="0">
              <a:solidFill>
                <a:srgbClr val="FF0000"/>
              </a:solidFill>
              <a:latin typeface="+mj-lt"/>
              <a:ea typeface="MS Gothic" panose="020B0609070205080204" pitchFamily="49" charset="-128"/>
            </a:endParaRPr>
          </a:p>
        </p:txBody>
      </p:sp>
      <p:pic>
        <p:nvPicPr>
          <p:cNvPr id="6" name="図 5" descr="図形, 円&#10;&#10;自動的に生成された説明">
            <a:extLst>
              <a:ext uri="{FF2B5EF4-FFF2-40B4-BE49-F238E27FC236}">
                <a16:creationId xmlns:a16="http://schemas.microsoft.com/office/drawing/2014/main" id="{12A89BD8-D3A6-7B79-431B-CE770CB21B2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984999" y="0"/>
            <a:ext cx="5207000" cy="4318000"/>
          </a:xfrm>
          <a:prstGeom prst="rect">
            <a:avLst/>
          </a:prstGeom>
        </p:spPr>
      </p:pic>
      <p:pic>
        <p:nvPicPr>
          <p:cNvPr id="8" name="図 7" descr="テキスト&#10;&#10;中程度の精度で自動的に生成された説明">
            <a:extLst>
              <a:ext uri="{FF2B5EF4-FFF2-40B4-BE49-F238E27FC236}">
                <a16:creationId xmlns:a16="http://schemas.microsoft.com/office/drawing/2014/main" id="{7AEFF0B8-9A84-F80B-92CD-AD1344C6E7E0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75816" y="66263"/>
            <a:ext cx="2182024" cy="66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208160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photo_yellow_cov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C0EC2D82-930D-41B6-187D-C2F274A8DDD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b="-17"/>
          <a:stretch/>
        </p:blipFill>
        <p:spPr>
          <a:xfrm>
            <a:off x="9382125" y="0"/>
            <a:ext cx="2809875" cy="6858000"/>
          </a:xfrm>
          <a:prstGeom prst="rect">
            <a:avLst/>
          </a:prstGeom>
        </p:spPr>
      </p:pic>
      <p:sp>
        <p:nvSpPr>
          <p:cNvPr id="15" name="タイトル 66"/>
          <p:cNvSpPr>
            <a:spLocks noGrp="1"/>
          </p:cNvSpPr>
          <p:nvPr>
            <p:ph type="title" hasCustomPrompt="1"/>
          </p:nvPr>
        </p:nvSpPr>
        <p:spPr>
          <a:xfrm>
            <a:off x="750626" y="2520666"/>
            <a:ext cx="6361374" cy="184204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lvl1pPr>
              <a:lnSpc>
                <a:spcPct val="95000"/>
              </a:lnSpc>
              <a:defRPr sz="4200" b="1" spc="-100" baseline="0">
                <a:latin typeface="+mj-lt"/>
                <a:ea typeface="+mj-ea"/>
              </a:defRPr>
            </a:lvl1pPr>
          </a:lstStyle>
          <a:p>
            <a:r>
              <a:rPr kumimoji="1" lang="ja-JP" altLang="en-US"/>
              <a:t>タイトル</a:t>
            </a:r>
            <a:r>
              <a:rPr kumimoji="1" lang="en-US" altLang="ja-JP"/>
              <a:t> </a:t>
            </a:r>
            <a:br>
              <a:rPr kumimoji="1" lang="en-US" altLang="ja-JP"/>
            </a:br>
            <a:r>
              <a:rPr kumimoji="1" lang="ja-JP" altLang="en-US"/>
              <a:t>游ゴシック </a:t>
            </a:r>
            <a:r>
              <a:rPr kumimoji="1" lang="en-US" altLang="ja-JP"/>
              <a:t>Bold 42pt </a:t>
            </a:r>
            <a:br>
              <a:rPr kumimoji="1" lang="en-US" altLang="ja-JP"/>
            </a:br>
            <a:r>
              <a:rPr kumimoji="1" lang="ja-JP" altLang="en-US"/>
              <a:t>行間</a:t>
            </a:r>
            <a:r>
              <a:rPr kumimoji="1" lang="en-US" altLang="ja-JP"/>
              <a:t>0.95</a:t>
            </a:r>
            <a:endParaRPr kumimoji="1" lang="ja-JP" altLang="en-US"/>
          </a:p>
        </p:txBody>
      </p:sp>
      <p:sp>
        <p:nvSpPr>
          <p:cNvPr id="16" name="テキスト プレースホルダー 28"/>
          <p:cNvSpPr>
            <a:spLocks noGrp="1"/>
          </p:cNvSpPr>
          <p:nvPr>
            <p:ph type="body" sz="quarter" idx="11" hasCustomPrompt="1"/>
          </p:nvPr>
        </p:nvSpPr>
        <p:spPr>
          <a:xfrm>
            <a:off x="750626" y="4704321"/>
            <a:ext cx="6361374" cy="859900"/>
          </a:xfrm>
          <a:prstGeom prst="rect">
            <a:avLst/>
          </a:prstGeom>
          <a:noFill/>
        </p:spPr>
        <p:txBody>
          <a:bodyPr wrap="square" lIns="0" tIns="0" rIns="0" bIns="0" anchor="t" anchorCtr="0">
            <a:noAutofit/>
          </a:bodyPr>
          <a:lstStyle>
            <a:lvl1pPr marL="0" indent="0" defTabSz="158400">
              <a:lnSpc>
                <a:spcPct val="100000"/>
              </a:lnSpc>
              <a:spcBef>
                <a:spcPts val="0"/>
              </a:spcBef>
              <a:buNone/>
              <a:defRPr sz="1800" b="0" spc="-30" baseline="0">
                <a:latin typeface="+mj-lt"/>
                <a:ea typeface="+mj-ea"/>
              </a:defRPr>
            </a:lvl1pPr>
            <a:lvl2pPr marL="0" indent="0" defTabSz="158400">
              <a:buNone/>
              <a:defRPr sz="1400" b="1"/>
            </a:lvl2pPr>
            <a:lvl3pPr marL="0" indent="0" defTabSz="158400">
              <a:buNone/>
              <a:defRPr b="1"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ja-JP" altLang="en-US"/>
              <a:t>サブタイトル</a:t>
            </a:r>
            <a:r>
              <a:rPr kumimoji="1" lang="en-US" altLang="ja-JP"/>
              <a:t> </a:t>
            </a:r>
            <a:r>
              <a:rPr kumimoji="1" lang="ja-JP" altLang="en-US"/>
              <a:t>游ゴシック </a:t>
            </a:r>
            <a:r>
              <a:rPr kumimoji="1" lang="en-US" altLang="ja-JP"/>
              <a:t>Medium 18pt / </a:t>
            </a:r>
            <a:r>
              <a:rPr kumimoji="1" lang="ja-JP" altLang="en-US"/>
              <a:t>行間</a:t>
            </a:r>
            <a:r>
              <a:rPr kumimoji="1" lang="en-US" altLang="ja-JP"/>
              <a:t>1</a:t>
            </a:r>
            <a:br>
              <a:rPr kumimoji="1" lang="en-US" altLang="ja-JP"/>
            </a:br>
            <a:r>
              <a:rPr kumimoji="1" lang="ja-JP" altLang="en-US"/>
              <a:t>日付　　＊社外向け資料には、サブタイトル内に自社名を必ず記入してください。</a:t>
            </a:r>
            <a:endParaRPr kumimoji="1" lang="en-US" altLang="ja-JP"/>
          </a:p>
        </p:txBody>
      </p:sp>
      <p:sp>
        <p:nvSpPr>
          <p:cNvPr id="14" name="テキスト プレースホルダー 4"/>
          <p:cNvSpPr>
            <a:spLocks noGrp="1"/>
          </p:cNvSpPr>
          <p:nvPr>
            <p:ph type="body" sz="quarter" idx="17" hasCustomPrompt="1"/>
          </p:nvPr>
        </p:nvSpPr>
        <p:spPr>
          <a:xfrm>
            <a:off x="750627" y="1653463"/>
            <a:ext cx="6361373" cy="369332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marL="0" indent="0">
              <a:spcBef>
                <a:spcPts val="0"/>
              </a:spcBef>
              <a:buNone/>
              <a:defRPr sz="2400" b="0" spc="-30" baseline="0">
                <a:solidFill>
                  <a:schemeClr val="tx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kumimoji="1" lang="ja-JP" altLang="en-US"/>
              <a:t>タイトル</a:t>
            </a:r>
            <a:r>
              <a:rPr kumimoji="1" lang="en-US" altLang="ja-JP"/>
              <a:t> </a:t>
            </a:r>
            <a:r>
              <a:rPr kumimoji="1" lang="ja-JP" altLang="en-US"/>
              <a:t>游ゴシック </a:t>
            </a:r>
            <a:r>
              <a:rPr kumimoji="1" lang="en-US" altLang="ja-JP"/>
              <a:t>Medium 24pt</a:t>
            </a:r>
            <a:endParaRPr kumimoji="1" lang="ja-JP" altLang="en-US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3533DDFF-0A76-1642-661D-FC398C3F2AD5}"/>
              </a:ext>
            </a:extLst>
          </p:cNvPr>
          <p:cNvSpPr txBox="1"/>
          <p:nvPr userDrawn="1"/>
        </p:nvSpPr>
        <p:spPr>
          <a:xfrm>
            <a:off x="10768120" y="6397228"/>
            <a:ext cx="1188000" cy="24198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1100" b="0" i="0">
                <a:solidFill>
                  <a:srgbClr val="FF0000"/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1100" b="0" i="0">
              <a:solidFill>
                <a:srgbClr val="FF0000"/>
              </a:solidFill>
              <a:latin typeface="+mj-lt"/>
              <a:ea typeface="MS Gothic" panose="020B0609070205080204" pitchFamily="49" charset="-128"/>
            </a:endParaRPr>
          </a:p>
        </p:txBody>
      </p:sp>
      <p:pic>
        <p:nvPicPr>
          <p:cNvPr id="6" name="図 5" descr="ランプ, ポール, 座る, 男 が含まれている画像&#10;&#10;自動的に生成された説明">
            <a:extLst>
              <a:ext uri="{FF2B5EF4-FFF2-40B4-BE49-F238E27FC236}">
                <a16:creationId xmlns:a16="http://schemas.microsoft.com/office/drawing/2014/main" id="{69B991B3-A4EE-4E2F-A072-61D5B5DFE92D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984999" y="2540000"/>
            <a:ext cx="5207000" cy="4318000"/>
          </a:xfrm>
          <a:prstGeom prst="rect">
            <a:avLst/>
          </a:prstGeom>
        </p:spPr>
      </p:pic>
      <p:pic>
        <p:nvPicPr>
          <p:cNvPr id="8" name="図 7" descr="テキスト&#10;&#10;中程度の精度で自動的に生成された説明">
            <a:extLst>
              <a:ext uri="{FF2B5EF4-FFF2-40B4-BE49-F238E27FC236}">
                <a16:creationId xmlns:a16="http://schemas.microsoft.com/office/drawing/2014/main" id="{889672A9-3F3D-4BBC-648C-70C5A75DED38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75816" y="66263"/>
            <a:ext cx="2182024" cy="66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180776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photo_yellow_sectio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B9097306-CA26-F0EE-D450-5D81EE9CCE2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b="-17"/>
          <a:stretch/>
        </p:blipFill>
        <p:spPr>
          <a:xfrm>
            <a:off x="9382125" y="0"/>
            <a:ext cx="2809875" cy="6858000"/>
          </a:xfrm>
          <a:prstGeom prst="rect">
            <a:avLst/>
          </a:prstGeom>
        </p:spPr>
      </p:pic>
      <p:sp>
        <p:nvSpPr>
          <p:cNvPr id="16" name="テキスト プレースホルダー 28">
            <a:extLst>
              <a:ext uri="{FF2B5EF4-FFF2-40B4-BE49-F238E27FC236}">
                <a16:creationId xmlns:a16="http://schemas.microsoft.com/office/drawing/2014/main" id="{AA5ACE5D-BCC4-7FAF-258F-580CB021B58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50626" y="4235913"/>
            <a:ext cx="7119051" cy="276999"/>
          </a:xfrm>
          <a:prstGeom prst="rect">
            <a:avLst/>
          </a:prstGeom>
          <a:noFill/>
        </p:spPr>
        <p:txBody>
          <a:bodyPr wrap="square" lIns="0" tIns="0" rIns="0" bIns="0" anchor="t" anchorCtr="0">
            <a:noAutofit/>
          </a:bodyPr>
          <a:lstStyle>
            <a:lvl1pPr marL="0" indent="0" defTabSz="158400">
              <a:lnSpc>
                <a:spcPct val="100000"/>
              </a:lnSpc>
              <a:spcBef>
                <a:spcPts val="500"/>
              </a:spcBef>
              <a:buNone/>
              <a:defRPr sz="1800" b="0" spc="-30" baseline="0">
                <a:latin typeface="+mj-lt"/>
                <a:ea typeface="+mj-ea"/>
              </a:defRPr>
            </a:lvl1pPr>
            <a:lvl2pPr marL="0" indent="0" defTabSz="158400">
              <a:buNone/>
              <a:defRPr sz="1400" b="1"/>
            </a:lvl2pPr>
            <a:lvl3pPr marL="0" indent="0" defTabSz="158400">
              <a:buNone/>
              <a:defRPr b="1"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ja-JP" altLang="en-US"/>
              <a:t>サブタイトル</a:t>
            </a:r>
            <a:r>
              <a:rPr kumimoji="1" lang="en-US" altLang="ja-JP"/>
              <a:t> </a:t>
            </a:r>
            <a:r>
              <a:rPr kumimoji="1" lang="ja-JP" altLang="en-US"/>
              <a:t>游ゴシック </a:t>
            </a:r>
            <a:r>
              <a:rPr kumimoji="1" lang="en-US" altLang="ja-JP"/>
              <a:t>Medium 18pt</a:t>
            </a:r>
          </a:p>
        </p:txBody>
      </p:sp>
      <p:sp>
        <p:nvSpPr>
          <p:cNvPr id="23" name="タイトル 22">
            <a:extLst>
              <a:ext uri="{FF2B5EF4-FFF2-40B4-BE49-F238E27FC236}">
                <a16:creationId xmlns:a16="http://schemas.microsoft.com/office/drawing/2014/main" id="{3A40C814-17D5-4A7E-7A78-30BC828E829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50626" y="2867723"/>
            <a:ext cx="7119051" cy="1231106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>
              <a:defRPr sz="4000"/>
            </a:lvl1pPr>
          </a:lstStyle>
          <a:p>
            <a:r>
              <a:rPr lang="ja-JP" altLang="en-US" sz="4000"/>
              <a:t>セクションタイトル</a:t>
            </a:r>
            <a:br>
              <a:rPr lang="en-US" altLang="ja-JP" sz="4000"/>
            </a:br>
            <a:r>
              <a:rPr lang="ja-JP" altLang="en-US" sz="4000"/>
              <a:t>游ゴシック</a:t>
            </a:r>
            <a:r>
              <a:rPr lang="en-US" altLang="ja-JP" sz="4000"/>
              <a:t>Bold 40pt / </a:t>
            </a:r>
            <a:r>
              <a:rPr lang="ja-JP" altLang="en-US" sz="4000"/>
              <a:t>行間</a:t>
            </a:r>
            <a:r>
              <a:rPr lang="en-US" altLang="ja-JP" sz="4000"/>
              <a:t>1</a:t>
            </a:r>
            <a:endParaRPr kumimoji="1" lang="ja-JP" altLang="en-US"/>
          </a:p>
        </p:txBody>
      </p:sp>
      <p:sp>
        <p:nvSpPr>
          <p:cNvPr id="13" name="スライド番号プレースホルダー 3">
            <a:extLst>
              <a:ext uri="{FF2B5EF4-FFF2-40B4-BE49-F238E27FC236}">
                <a16:creationId xmlns:a16="http://schemas.microsoft.com/office/drawing/2014/main" id="{DE1F0C62-7BF4-1436-B1EA-28526CF3CF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42501" y="6474646"/>
            <a:ext cx="343672" cy="239418"/>
          </a:xfrm>
          <a:prstGeom prst="rect">
            <a:avLst/>
          </a:prstGeom>
        </p:spPr>
        <p:txBody>
          <a:bodyPr vert="horz" lIns="0" tIns="45720" rIns="91440" bIns="45720" rtlCol="0" anchor="t" anchorCtr="0"/>
          <a:lstStyle>
            <a:lvl1pPr algn="l">
              <a:defRPr sz="1130">
                <a:solidFill>
                  <a:schemeClr val="tx1"/>
                </a:solidFill>
                <a:latin typeface="+mj-lt"/>
              </a:defRPr>
            </a:lvl1pPr>
          </a:lstStyle>
          <a:p>
            <a:fld id="{48394356-8693-4048-8EAF-2BF05B04AA80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17" name="フッター プレースホルダー 2">
            <a:extLst>
              <a:ext uri="{FF2B5EF4-FFF2-40B4-BE49-F238E27FC236}">
                <a16:creationId xmlns:a16="http://schemas.microsoft.com/office/drawing/2014/main" id="{52133237-772B-F3B9-F68E-FACF5B26B6E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38758" y="6474646"/>
            <a:ext cx="4456805" cy="239418"/>
          </a:xfrm>
          <a:prstGeom prst="rect">
            <a:avLst/>
          </a:prstGeom>
        </p:spPr>
        <p:txBody>
          <a:bodyPr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r>
              <a:rPr lang="ja-JP" altLang="en-US"/>
              <a:t>三菱ケミカル株式会社</a:t>
            </a:r>
          </a:p>
        </p:txBody>
      </p:sp>
      <p:cxnSp>
        <p:nvCxnSpPr>
          <p:cNvPr id="18" name="直線コネクタ 17">
            <a:extLst>
              <a:ext uri="{FF2B5EF4-FFF2-40B4-BE49-F238E27FC236}">
                <a16:creationId xmlns:a16="http://schemas.microsoft.com/office/drawing/2014/main" id="{E3B8C749-7366-4048-9166-4A62872F8A82}"/>
              </a:ext>
            </a:extLst>
          </p:cNvPr>
          <p:cNvCxnSpPr>
            <a:cxnSpLocks/>
          </p:cNvCxnSpPr>
          <p:nvPr userDrawn="1"/>
        </p:nvCxnSpPr>
        <p:spPr>
          <a:xfrm>
            <a:off x="550714" y="6497492"/>
            <a:ext cx="0" cy="19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F14B040E-3965-1B9C-AB97-144C8B641E19}"/>
              </a:ext>
            </a:extLst>
          </p:cNvPr>
          <p:cNvSpPr txBox="1"/>
          <p:nvPr userDrawn="1"/>
        </p:nvSpPr>
        <p:spPr>
          <a:xfrm>
            <a:off x="10768120" y="6397228"/>
            <a:ext cx="1188000" cy="24198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1100" b="0" i="0">
                <a:solidFill>
                  <a:srgbClr val="FF0000"/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1100" b="0" i="0">
              <a:solidFill>
                <a:srgbClr val="FF0000"/>
              </a:solidFill>
              <a:latin typeface="+mj-lt"/>
              <a:ea typeface="MS Gothic" panose="020B0609070205080204" pitchFamily="49" charset="-128"/>
            </a:endParaRPr>
          </a:p>
        </p:txBody>
      </p:sp>
      <p:pic>
        <p:nvPicPr>
          <p:cNvPr id="6" name="図 5" descr="ケーブル, コネクタ, 結び目, ネックレス が含まれている画像&#10;&#10;自動的に生成された説明">
            <a:extLst>
              <a:ext uri="{FF2B5EF4-FFF2-40B4-BE49-F238E27FC236}">
                <a16:creationId xmlns:a16="http://schemas.microsoft.com/office/drawing/2014/main" id="{740EFBEE-C6CF-F51A-AA85-BA53F5EAB45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985000" y="-9071"/>
            <a:ext cx="5207000" cy="4318000"/>
          </a:xfrm>
          <a:prstGeom prst="rect">
            <a:avLst/>
          </a:prstGeom>
        </p:spPr>
      </p:pic>
      <p:pic>
        <p:nvPicPr>
          <p:cNvPr id="8" name="図 7" descr="テキスト&#10;&#10;中程度の精度で自動的に生成された説明">
            <a:extLst>
              <a:ext uri="{FF2B5EF4-FFF2-40B4-BE49-F238E27FC236}">
                <a16:creationId xmlns:a16="http://schemas.microsoft.com/office/drawing/2014/main" id="{915A59F2-15A2-E96E-F771-46EC3B4B100D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75816" y="66263"/>
            <a:ext cx="2182024" cy="66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757299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スライド番号プレースホルダー 3">
            <a:extLst>
              <a:ext uri="{FF2B5EF4-FFF2-40B4-BE49-F238E27FC236}">
                <a16:creationId xmlns:a16="http://schemas.microsoft.com/office/drawing/2014/main" id="{9154874E-585B-8A05-2CDC-1474B6AEEB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42501" y="6474646"/>
            <a:ext cx="343672" cy="239418"/>
          </a:xfrm>
          <a:prstGeom prst="rect">
            <a:avLst/>
          </a:prstGeom>
        </p:spPr>
        <p:txBody>
          <a:bodyPr vert="horz" lIns="0" tIns="45720" rIns="91440" bIns="45720" rtlCol="0" anchor="t" anchorCtr="0"/>
          <a:lstStyle>
            <a:lvl1pPr algn="l">
              <a:defRPr sz="1130">
                <a:solidFill>
                  <a:schemeClr val="tx1"/>
                </a:solidFill>
                <a:latin typeface="+mj-lt"/>
              </a:defRPr>
            </a:lvl1pPr>
          </a:lstStyle>
          <a:p>
            <a:fld id="{48394356-8693-4048-8EAF-2BF05B04AA80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11" name="フッター プレースホルダー 2">
            <a:extLst>
              <a:ext uri="{FF2B5EF4-FFF2-40B4-BE49-F238E27FC236}">
                <a16:creationId xmlns:a16="http://schemas.microsoft.com/office/drawing/2014/main" id="{BF1224ED-0F96-677B-6766-A667DE63410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38758" y="6474646"/>
            <a:ext cx="4456805" cy="239418"/>
          </a:xfrm>
          <a:prstGeom prst="rect">
            <a:avLst/>
          </a:prstGeom>
        </p:spPr>
        <p:txBody>
          <a:bodyPr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r>
              <a:rPr lang="ja-JP" altLang="en-US"/>
              <a:t>三菱ケミカル株式会社</a:t>
            </a:r>
          </a:p>
        </p:txBody>
      </p:sp>
      <p:sp>
        <p:nvSpPr>
          <p:cNvPr id="4" name="タイトル 3">
            <a:extLst>
              <a:ext uri="{FF2B5EF4-FFF2-40B4-BE49-F238E27FC236}">
                <a16:creationId xmlns:a16="http://schemas.microsoft.com/office/drawing/2014/main" id="{554A9AD2-A44F-6C4C-90A5-7E0F6615ABF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14336" y="255264"/>
            <a:ext cx="9327072" cy="369332"/>
          </a:xfrm>
        </p:spPr>
        <p:txBody>
          <a:bodyPr/>
          <a:lstStyle/>
          <a:p>
            <a:r>
              <a:rPr kumimoji="1" lang="ja-JP" altLang="en-US"/>
              <a:t>タイトル</a:t>
            </a:r>
            <a:r>
              <a:rPr kumimoji="1" lang="en-US" altLang="ja-JP"/>
              <a:t> </a:t>
            </a:r>
            <a:r>
              <a:rPr kumimoji="1" lang="ja-JP" altLang="en-US"/>
              <a:t>游ゴシック</a:t>
            </a:r>
            <a:r>
              <a:rPr kumimoji="1" lang="en-US" altLang="ja-JP"/>
              <a:t>Bold 24pt</a:t>
            </a:r>
            <a:endParaRPr kumimoji="1" lang="ja-JP" altLang="en-US"/>
          </a:p>
        </p:txBody>
      </p:sp>
      <p:sp>
        <p:nvSpPr>
          <p:cNvPr id="15" name="コンテンツ プレースホルダー 14">
            <a:extLst>
              <a:ext uri="{FF2B5EF4-FFF2-40B4-BE49-F238E27FC236}">
                <a16:creationId xmlns:a16="http://schemas.microsoft.com/office/drawing/2014/main" id="{F51E5A19-FBB7-6442-9D4F-1E3DFA3936D4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14338" y="1187355"/>
            <a:ext cx="11550650" cy="5049933"/>
          </a:xfrm>
        </p:spPr>
        <p:txBody>
          <a:bodyPr/>
          <a:lstStyle>
            <a:lvl1pPr>
              <a:lnSpc>
                <a:spcPct val="150000"/>
              </a:lnSpc>
              <a:defRPr sz="1600"/>
            </a:lvl1pPr>
            <a:lvl2pPr>
              <a:lnSpc>
                <a:spcPct val="150000"/>
              </a:lnSpc>
              <a:defRPr/>
            </a:lvl2pPr>
            <a:lvl3pPr>
              <a:lnSpc>
                <a:spcPct val="150000"/>
              </a:lnSpc>
              <a:defRPr/>
            </a:lvl3pPr>
            <a:lvl4pPr>
              <a:lnSpc>
                <a:spcPct val="150000"/>
              </a:lnSpc>
              <a:defRPr/>
            </a:lvl4pPr>
            <a:lvl5pPr>
              <a:lnSpc>
                <a:spcPct val="150000"/>
              </a:lnSpc>
              <a:defRPr/>
            </a:lvl5pPr>
          </a:lstStyle>
          <a:p>
            <a:pPr lvl="0"/>
            <a:r>
              <a:rPr kumimoji="1" lang="ja-JP" altLang="en-US"/>
              <a:t>本文テキスト</a:t>
            </a:r>
            <a:r>
              <a:rPr kumimoji="1" lang="en-US" altLang="ja-JP"/>
              <a:t> </a:t>
            </a:r>
            <a:r>
              <a:rPr kumimoji="1" lang="ja-JP" altLang="en-US"/>
              <a:t>游ゴシック </a:t>
            </a:r>
            <a:r>
              <a:rPr kumimoji="1" lang="en-US" altLang="ja-JP"/>
              <a:t>Medium 16pt / </a:t>
            </a:r>
            <a:r>
              <a:rPr kumimoji="1" lang="ja-JP" altLang="en-US"/>
              <a:t>行間</a:t>
            </a:r>
            <a:r>
              <a:rPr kumimoji="1" lang="en-US" altLang="ja-JP"/>
              <a:t>1.5</a:t>
            </a:r>
            <a:br>
              <a:rPr kumimoji="1" lang="en-US" altLang="ja-JP"/>
            </a:br>
            <a:r>
              <a:rPr kumimoji="1" lang="ja-JP" altLang="en-US"/>
              <a:t>テーマカラー：</a:t>
            </a:r>
            <a:r>
              <a:rPr kumimoji="1" lang="en-US" altLang="ja-JP"/>
              <a:t>Blue and Cool gray </a:t>
            </a:r>
          </a:p>
        </p:txBody>
      </p:sp>
      <p:cxnSp>
        <p:nvCxnSpPr>
          <p:cNvPr id="9" name="直線コネクタ 8">
            <a:extLst>
              <a:ext uri="{FF2B5EF4-FFF2-40B4-BE49-F238E27FC236}">
                <a16:creationId xmlns:a16="http://schemas.microsoft.com/office/drawing/2014/main" id="{48411784-F115-E34D-82CF-2B9A4DC7E26D}"/>
              </a:ext>
            </a:extLst>
          </p:cNvPr>
          <p:cNvCxnSpPr>
            <a:cxnSpLocks/>
          </p:cNvCxnSpPr>
          <p:nvPr userDrawn="1"/>
        </p:nvCxnSpPr>
        <p:spPr>
          <a:xfrm>
            <a:off x="550714" y="6497492"/>
            <a:ext cx="0" cy="19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E2A51262-EBF5-A9EF-5DE2-9D7414762723}"/>
              </a:ext>
            </a:extLst>
          </p:cNvPr>
          <p:cNvSpPr txBox="1"/>
          <p:nvPr userDrawn="1"/>
        </p:nvSpPr>
        <p:spPr>
          <a:xfrm>
            <a:off x="10905066" y="6490836"/>
            <a:ext cx="1051053" cy="211203"/>
          </a:xfrm>
          <a:prstGeom prst="rect">
            <a:avLst/>
          </a:prstGeom>
          <a:noFill/>
          <a:ln>
            <a:solidFill>
              <a:srgbClr val="323232"/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900" b="0" i="0">
                <a:solidFill>
                  <a:srgbClr val="323232"/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900" b="0" i="0">
              <a:solidFill>
                <a:srgbClr val="323232"/>
              </a:solidFill>
              <a:latin typeface="+mj-lt"/>
              <a:ea typeface="MS Gothic" panose="020B0609070205080204" pitchFamily="49" charset="-128"/>
            </a:endParaRPr>
          </a:p>
        </p:txBody>
      </p:sp>
      <p:pic>
        <p:nvPicPr>
          <p:cNvPr id="2" name="図 1" descr="アイコン&#10;&#10;低い精度で自動的に生成された説明">
            <a:extLst>
              <a:ext uri="{FF2B5EF4-FFF2-40B4-BE49-F238E27FC236}">
                <a16:creationId xmlns:a16="http://schemas.microsoft.com/office/drawing/2014/main" id="{9B9AA250-E65A-1ABE-DB2D-08E89766EEE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89431" y="66162"/>
            <a:ext cx="1441424" cy="6629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56981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35EC098-5471-91AF-2B48-D0A39E1942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6524E84D-B242-905C-53ED-99967B2A54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28F3E0A-CF90-02A9-2E96-2005479A18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BCA118-4F28-4A3C-BAEE-B55A339139BE}" type="datetimeFigureOut">
              <a:rPr kumimoji="1" lang="ja-JP" altLang="en-US" smtClean="0"/>
              <a:t>2026/6/17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DE471B1-2C07-6CA5-A344-424F2641BE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AA57275-F31B-9EC3-41D8-519F8747D5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882E1C-6185-4585-A153-CAE015F6CA1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852701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正方形/長方形 55">
            <a:extLst>
              <a:ext uri="{FF2B5EF4-FFF2-40B4-BE49-F238E27FC236}">
                <a16:creationId xmlns:a16="http://schemas.microsoft.com/office/drawing/2014/main" id="{8145FA22-8B15-8165-6374-D653E8B173C9}"/>
              </a:ext>
            </a:extLst>
          </p:cNvPr>
          <p:cNvSpPr/>
          <p:nvPr/>
        </p:nvSpPr>
        <p:spPr>
          <a:xfrm>
            <a:off x="119063" y="728663"/>
            <a:ext cx="11953875" cy="6012000"/>
          </a:xfrm>
          <a:prstGeom prst="rect">
            <a:avLst/>
          </a:prstGeom>
          <a:solidFill>
            <a:srgbClr val="ECF1F4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タイトル 66"/>
          <p:cNvSpPr>
            <a:spLocks noGrp="1"/>
          </p:cNvSpPr>
          <p:nvPr>
            <p:ph type="title" hasCustomPrompt="1"/>
          </p:nvPr>
        </p:nvSpPr>
        <p:spPr>
          <a:xfrm>
            <a:off x="516000" y="2288650"/>
            <a:ext cx="11160000" cy="2340000"/>
          </a:xfrm>
          <a:noFill/>
        </p:spPr>
        <p:txBody>
          <a:bodyPr wrap="none" lIns="234000" tIns="234000" rIns="234000" bIns="125999" anchor="t">
            <a:noAutofit/>
          </a:bodyPr>
          <a:lstStyle>
            <a:lvl1pPr>
              <a:lnSpc>
                <a:spcPct val="95000"/>
              </a:lnSpc>
              <a:defRPr sz="4200" b="1" spc="-100" baseline="0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</a:lstStyle>
          <a:p>
            <a:r>
              <a:rPr kumimoji="1" lang="ja-JP" altLang="en-US"/>
              <a:t>プレゼンテーション</a:t>
            </a:r>
            <a:r>
              <a:rPr kumimoji="1" lang="en-US" altLang="ja-JP"/>
              <a:t> </a:t>
            </a:r>
            <a:r>
              <a:rPr kumimoji="1" lang="ja-JP" altLang="en-US"/>
              <a:t>タイトル</a:t>
            </a:r>
            <a:br>
              <a:rPr kumimoji="1" lang="en-US" altLang="ja-JP"/>
            </a:br>
            <a:r>
              <a:rPr kumimoji="1" lang="en-US" altLang="ja-JP"/>
              <a:t>MSP</a:t>
            </a:r>
            <a:r>
              <a:rPr kumimoji="1" lang="ja-JP" altLang="en-US"/>
              <a:t>ゴシック</a:t>
            </a:r>
            <a:r>
              <a:rPr kumimoji="1" lang="en-US" altLang="ja-JP"/>
              <a:t> 42pt </a:t>
            </a:r>
            <a:br>
              <a:rPr kumimoji="1" lang="en-US" altLang="ja-JP"/>
            </a:br>
            <a:r>
              <a:rPr kumimoji="1" lang="ja-JP" altLang="en-US"/>
              <a:t>行間</a:t>
            </a:r>
            <a:r>
              <a:rPr kumimoji="1" lang="en-US" altLang="ja-JP"/>
              <a:t>0.95</a:t>
            </a:r>
            <a:br>
              <a:rPr kumimoji="1" lang="en-US" altLang="ja-JP"/>
            </a:br>
            <a:endParaRPr kumimoji="1" lang="ja-JP" altLang="en-US"/>
          </a:p>
        </p:txBody>
      </p:sp>
      <p:sp>
        <p:nvSpPr>
          <p:cNvPr id="16" name="テキスト プレースホルダー 28"/>
          <p:cNvSpPr>
            <a:spLocks noGrp="1"/>
          </p:cNvSpPr>
          <p:nvPr>
            <p:ph type="body" sz="quarter" idx="11" hasCustomPrompt="1"/>
          </p:nvPr>
        </p:nvSpPr>
        <p:spPr>
          <a:xfrm>
            <a:off x="516000" y="4649729"/>
            <a:ext cx="11160000" cy="720000"/>
          </a:xfrm>
          <a:prstGeom prst="rect">
            <a:avLst/>
          </a:prstGeom>
          <a:noFill/>
        </p:spPr>
        <p:txBody>
          <a:bodyPr wrap="square" lIns="270000" tIns="54000" rIns="234000" bIns="144000" anchor="t" anchorCtr="0">
            <a:noAutofit/>
          </a:bodyPr>
          <a:lstStyle>
            <a:lvl1pPr marL="0" indent="0" defTabSz="158400">
              <a:lnSpc>
                <a:spcPct val="100000"/>
              </a:lnSpc>
              <a:spcBef>
                <a:spcPts val="0"/>
              </a:spcBef>
              <a:buNone/>
              <a:defRPr sz="1800" b="0" spc="-30" baseline="0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  <a:lvl2pPr marL="0" indent="0" defTabSz="158400">
              <a:buNone/>
              <a:defRPr sz="1400" b="1"/>
            </a:lvl2pPr>
            <a:lvl3pPr marL="0" indent="0" defTabSz="158400">
              <a:buNone/>
              <a:defRPr b="1"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ja-JP" altLang="en-US"/>
              <a:t>サブタイトル</a:t>
            </a:r>
            <a:r>
              <a:rPr kumimoji="1" lang="en-US" altLang="ja-JP"/>
              <a:t> MSP</a:t>
            </a:r>
            <a:r>
              <a:rPr kumimoji="1" lang="ja-JP" altLang="en-US"/>
              <a:t>ゴシック</a:t>
            </a:r>
            <a:r>
              <a:rPr kumimoji="1" lang="en-US" altLang="ja-JP"/>
              <a:t> 18pt / </a:t>
            </a:r>
            <a:r>
              <a:rPr kumimoji="1" lang="ja-JP" altLang="en-US"/>
              <a:t>行間</a:t>
            </a:r>
            <a:r>
              <a:rPr kumimoji="1" lang="en-US" altLang="ja-JP"/>
              <a:t>1</a:t>
            </a:r>
            <a:br>
              <a:rPr kumimoji="1" lang="en-US" altLang="ja-JP"/>
            </a:br>
            <a:r>
              <a:rPr kumimoji="1" lang="ja-JP" altLang="en-US"/>
              <a:t>日付　　＊社外向け資料には、サブタイトル内に自社名を必ず記入してください。</a:t>
            </a:r>
            <a:endParaRPr kumimoji="1" lang="en-US" altLang="ja-JP"/>
          </a:p>
        </p:txBody>
      </p:sp>
      <p:sp>
        <p:nvSpPr>
          <p:cNvPr id="14" name="テキスト プレースホルダー 4"/>
          <p:cNvSpPr>
            <a:spLocks noGrp="1"/>
          </p:cNvSpPr>
          <p:nvPr>
            <p:ph type="body" sz="quarter" idx="17" hasCustomPrompt="1"/>
          </p:nvPr>
        </p:nvSpPr>
        <p:spPr>
          <a:xfrm>
            <a:off x="516000" y="1297537"/>
            <a:ext cx="11160000" cy="972000"/>
          </a:xfrm>
        </p:spPr>
        <p:txBody>
          <a:bodyPr lIns="234000" anchor="ctr">
            <a:normAutofit/>
          </a:bodyPr>
          <a:lstStyle>
            <a:lvl1pPr marL="0" indent="0">
              <a:spcBef>
                <a:spcPts val="0"/>
              </a:spcBef>
              <a:buNone/>
              <a:defRPr sz="2400" b="0" spc="-30" baseline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kumimoji="1" lang="ja-JP" altLang="en-US"/>
              <a:t>タイトル</a:t>
            </a:r>
            <a:r>
              <a:rPr kumimoji="1" lang="en-US" altLang="ja-JP"/>
              <a:t> MSP</a:t>
            </a:r>
            <a:r>
              <a:rPr kumimoji="1" lang="ja-JP" altLang="en-US"/>
              <a:t>ゴシック</a:t>
            </a:r>
            <a:r>
              <a:rPr kumimoji="1" lang="en-US" altLang="ja-JP"/>
              <a:t> 24pt</a:t>
            </a:r>
            <a:endParaRPr kumimoji="1" lang="ja-JP" altLang="en-US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539969A3-63BB-75EC-A8BD-A4E4CE3AA613}"/>
              </a:ext>
            </a:extLst>
          </p:cNvPr>
          <p:cNvSpPr txBox="1"/>
          <p:nvPr/>
        </p:nvSpPr>
        <p:spPr>
          <a:xfrm>
            <a:off x="227013" y="271039"/>
            <a:ext cx="1188000" cy="25199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1050" b="0" i="0">
                <a:solidFill>
                  <a:srgbClr val="FF0000"/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1050" b="0" i="0">
              <a:solidFill>
                <a:srgbClr val="FF0000"/>
              </a:solidFill>
              <a:latin typeface="+mj-lt"/>
              <a:ea typeface="MS Gothic" panose="020B0609070205080204" pitchFamily="49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850742096"/>
      </p:ext>
    </p:extLst>
  </p:cSld>
  <p:clrMapOvr>
    <a:masterClrMapping/>
  </p:clrMapOvr>
  <p:hf hdr="0" dt="0"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divi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1A1BC9BC-7E85-1F07-EBFA-39A9BB38A2B7}"/>
              </a:ext>
            </a:extLst>
          </p:cNvPr>
          <p:cNvSpPr/>
          <p:nvPr/>
        </p:nvSpPr>
        <p:spPr>
          <a:xfrm>
            <a:off x="119063" y="728663"/>
            <a:ext cx="11953875" cy="6012000"/>
          </a:xfrm>
          <a:prstGeom prst="rect">
            <a:avLst/>
          </a:prstGeom>
          <a:solidFill>
            <a:srgbClr val="ECF1F4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テキスト プレースホルダー 28">
            <a:extLst>
              <a:ext uri="{FF2B5EF4-FFF2-40B4-BE49-F238E27FC236}">
                <a16:creationId xmlns:a16="http://schemas.microsoft.com/office/drawing/2014/main" id="{AA5ACE5D-BCC4-7FAF-258F-580CB021B58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16000" y="4188145"/>
            <a:ext cx="11160000" cy="476933"/>
          </a:xfrm>
          <a:prstGeom prst="rect">
            <a:avLst/>
          </a:prstGeom>
          <a:noFill/>
        </p:spPr>
        <p:txBody>
          <a:bodyPr wrap="square" lIns="270000" tIns="54000" rIns="234000" bIns="144000" anchor="t" anchorCtr="0">
            <a:spAutoFit/>
          </a:bodyPr>
          <a:lstStyle>
            <a:lvl1pPr marL="0" indent="0" defTabSz="158400">
              <a:lnSpc>
                <a:spcPct val="100000"/>
              </a:lnSpc>
              <a:spcBef>
                <a:spcPts val="500"/>
              </a:spcBef>
              <a:buNone/>
              <a:defRPr sz="1800" b="0" spc="-30" baseline="0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  <a:lvl2pPr marL="0" indent="0" defTabSz="158400">
              <a:buNone/>
              <a:defRPr sz="1400" b="1"/>
            </a:lvl2pPr>
            <a:lvl3pPr marL="0" indent="0" defTabSz="158400">
              <a:buNone/>
              <a:defRPr b="1"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ja-JP" altLang="en-US"/>
              <a:t>サブタイトル</a:t>
            </a:r>
            <a:r>
              <a:rPr kumimoji="1" lang="en-US" altLang="ja-JP"/>
              <a:t> MSP</a:t>
            </a:r>
            <a:r>
              <a:rPr kumimoji="1" lang="ja-JP" altLang="en-US"/>
              <a:t>ゴシック</a:t>
            </a:r>
            <a:r>
              <a:rPr kumimoji="1" lang="en-US" altLang="ja-JP"/>
              <a:t> 18pt</a:t>
            </a:r>
          </a:p>
        </p:txBody>
      </p:sp>
      <p:sp>
        <p:nvSpPr>
          <p:cNvPr id="23" name="タイトル 22">
            <a:extLst>
              <a:ext uri="{FF2B5EF4-FFF2-40B4-BE49-F238E27FC236}">
                <a16:creationId xmlns:a16="http://schemas.microsoft.com/office/drawing/2014/main" id="{3A40C814-17D5-4A7E-7A78-30BC828E829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6000" y="2682555"/>
            <a:ext cx="11160000" cy="1492258"/>
          </a:xfrm>
        </p:spPr>
        <p:txBody>
          <a:bodyPr lIns="234000" tIns="234000" rIns="234000" bIns="125999" anchor="ctr"/>
          <a:lstStyle>
            <a:lvl1pPr>
              <a:defRPr sz="4000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</a:lstStyle>
          <a:p>
            <a:r>
              <a:rPr lang="ja-JP" altLang="en-US" sz="4000"/>
              <a:t>セクションタイトル</a:t>
            </a:r>
            <a:br>
              <a:rPr lang="en-US" altLang="ja-JP" sz="4000"/>
            </a:br>
            <a:r>
              <a:rPr lang="en-US" altLang="ja-JP" sz="4000"/>
              <a:t>MSP</a:t>
            </a:r>
            <a:r>
              <a:rPr lang="ja-JP" altLang="en-US" sz="4000"/>
              <a:t>ゴシック</a:t>
            </a:r>
            <a:r>
              <a:rPr lang="en-US" altLang="ja-JP" sz="4000"/>
              <a:t> 40pt / </a:t>
            </a:r>
            <a:r>
              <a:rPr lang="ja-JP" altLang="en-US" sz="4000"/>
              <a:t>行間</a:t>
            </a:r>
            <a:r>
              <a:rPr lang="en-US" altLang="ja-JP" sz="4000"/>
              <a:t>1</a:t>
            </a:r>
            <a:endParaRPr kumimoji="1" lang="ja-JP" altLang="en-US"/>
          </a:p>
        </p:txBody>
      </p:sp>
      <p:cxnSp>
        <p:nvCxnSpPr>
          <p:cNvPr id="10" name="直線コネクタ 9">
            <a:extLst>
              <a:ext uri="{FF2B5EF4-FFF2-40B4-BE49-F238E27FC236}">
                <a16:creationId xmlns:a16="http://schemas.microsoft.com/office/drawing/2014/main" id="{25D10DD9-2B3B-4B00-5F26-E421D0081912}"/>
              </a:ext>
            </a:extLst>
          </p:cNvPr>
          <p:cNvCxnSpPr>
            <a:cxnSpLocks/>
          </p:cNvCxnSpPr>
          <p:nvPr/>
        </p:nvCxnSpPr>
        <p:spPr>
          <a:xfrm>
            <a:off x="550714" y="6504987"/>
            <a:ext cx="0" cy="19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スライド番号プレースホルダー 3">
            <a:extLst>
              <a:ext uri="{FF2B5EF4-FFF2-40B4-BE49-F238E27FC236}">
                <a16:creationId xmlns:a16="http://schemas.microsoft.com/office/drawing/2014/main" id="{DE1F0C62-7BF4-1436-B1EA-28526CF3CF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42501" y="6474646"/>
            <a:ext cx="343672" cy="239418"/>
          </a:xfrm>
          <a:prstGeom prst="rect">
            <a:avLst/>
          </a:prstGeom>
        </p:spPr>
        <p:txBody>
          <a:bodyPr vert="horz" lIns="0" tIns="45720" rIns="91440" bIns="45720" rtlCol="0" anchor="t" anchorCtr="0"/>
          <a:lstStyle>
            <a:lvl1pPr algn="l">
              <a:defRPr sz="1100">
                <a:solidFill>
                  <a:schemeClr val="tx1"/>
                </a:solidFill>
                <a:latin typeface="+mj-lt"/>
              </a:defRPr>
            </a:lvl1pPr>
          </a:lstStyle>
          <a:p>
            <a:fld id="{48394356-8693-4048-8EAF-2BF05B04AA80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0E0F3A2D-801E-BF03-A7BE-2A5BDC41CABC}"/>
              </a:ext>
            </a:extLst>
          </p:cNvPr>
          <p:cNvSpPr txBox="1"/>
          <p:nvPr/>
        </p:nvSpPr>
        <p:spPr>
          <a:xfrm>
            <a:off x="227013" y="271039"/>
            <a:ext cx="1188000" cy="25199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1050" b="0" i="0">
                <a:solidFill>
                  <a:srgbClr val="FF0000"/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1050" b="0" i="0">
              <a:solidFill>
                <a:srgbClr val="FF0000"/>
              </a:solidFill>
              <a:latin typeface="+mj-lt"/>
              <a:ea typeface="MS Gothic" panose="020B0609070205080204" pitchFamily="49" charset="-128"/>
            </a:endParaRPr>
          </a:p>
        </p:txBody>
      </p:sp>
      <p:sp>
        <p:nvSpPr>
          <p:cNvPr id="17" name="フッター プレースホルダー 2">
            <a:extLst>
              <a:ext uri="{FF2B5EF4-FFF2-40B4-BE49-F238E27FC236}">
                <a16:creationId xmlns:a16="http://schemas.microsoft.com/office/drawing/2014/main" id="{52133237-772B-F3B9-F68E-FACF5B26B6E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38758" y="6474646"/>
            <a:ext cx="4456805" cy="239418"/>
          </a:xfrm>
          <a:prstGeom prst="rect">
            <a:avLst/>
          </a:prstGeom>
        </p:spPr>
        <p:txBody>
          <a:bodyPr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r>
              <a:rPr lang="ja-JP" altLang="en-US"/>
              <a:t>三菱ケミカル□□□株式会社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7999D002-4354-4367-B65C-82A746EB8408}"/>
              </a:ext>
            </a:extLst>
          </p:cNvPr>
          <p:cNvSpPr/>
          <p:nvPr userDrawn="1"/>
        </p:nvSpPr>
        <p:spPr>
          <a:xfrm>
            <a:off x="119063" y="728663"/>
            <a:ext cx="11953875" cy="6012000"/>
          </a:xfrm>
          <a:prstGeom prst="rect">
            <a:avLst/>
          </a:prstGeom>
          <a:solidFill>
            <a:srgbClr val="ECF1F4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2" name="直線コネクタ 11">
            <a:extLst>
              <a:ext uri="{FF2B5EF4-FFF2-40B4-BE49-F238E27FC236}">
                <a16:creationId xmlns:a16="http://schemas.microsoft.com/office/drawing/2014/main" id="{8637E74E-059F-4BE4-9A58-FD3375B55B28}"/>
              </a:ext>
            </a:extLst>
          </p:cNvPr>
          <p:cNvCxnSpPr>
            <a:cxnSpLocks/>
          </p:cNvCxnSpPr>
          <p:nvPr userDrawn="1"/>
        </p:nvCxnSpPr>
        <p:spPr>
          <a:xfrm>
            <a:off x="550714" y="6504987"/>
            <a:ext cx="0" cy="19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716F8014-E6AE-4C65-B543-2A044266B9ED}"/>
              </a:ext>
            </a:extLst>
          </p:cNvPr>
          <p:cNvSpPr txBox="1"/>
          <p:nvPr userDrawn="1"/>
        </p:nvSpPr>
        <p:spPr>
          <a:xfrm>
            <a:off x="227013" y="271039"/>
            <a:ext cx="1188000" cy="25199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1050" b="0" i="0">
                <a:solidFill>
                  <a:srgbClr val="FF0000"/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1050" b="0" i="0">
              <a:solidFill>
                <a:srgbClr val="FF0000"/>
              </a:solidFill>
              <a:latin typeface="+mj-lt"/>
              <a:ea typeface="MS Gothic" panose="020B0609070205080204" pitchFamily="49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94727977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x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AE3E1CD6-5D8D-268E-42EC-A8EC858EBB44}"/>
              </a:ext>
            </a:extLst>
          </p:cNvPr>
          <p:cNvSpPr/>
          <p:nvPr/>
        </p:nvSpPr>
        <p:spPr>
          <a:xfrm>
            <a:off x="119063" y="6452663"/>
            <a:ext cx="11953875" cy="288000"/>
          </a:xfrm>
          <a:prstGeom prst="rect">
            <a:avLst/>
          </a:prstGeom>
          <a:solidFill>
            <a:srgbClr val="ECF1F4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8626BE28-3A0E-DBF8-86C1-201ADE114DD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8988" y="188913"/>
            <a:ext cx="9000000" cy="540000"/>
          </a:xfrm>
        </p:spPr>
        <p:txBody>
          <a:bodyPr lIns="180000" tIns="72000" rIns="180000"/>
          <a:lstStyle>
            <a:lvl1pPr>
              <a:defRPr sz="2400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</a:lstStyle>
          <a:p>
            <a:r>
              <a:rPr kumimoji="1" lang="ja-JP" altLang="en-US"/>
              <a:t>タイトル</a:t>
            </a:r>
            <a:r>
              <a:rPr kumimoji="1" lang="en-US" altLang="ja-JP"/>
              <a:t> MSP</a:t>
            </a:r>
            <a:r>
              <a:rPr kumimoji="1" lang="ja-JP" altLang="en-US"/>
              <a:t>ゴシック</a:t>
            </a:r>
            <a:r>
              <a:rPr kumimoji="1" lang="en-US" altLang="ja-JP"/>
              <a:t> 24pt</a:t>
            </a:r>
            <a:endParaRPr kumimoji="1" lang="ja-JP" altLang="en-US"/>
          </a:p>
        </p:txBody>
      </p:sp>
      <p:cxnSp>
        <p:nvCxnSpPr>
          <p:cNvPr id="10" name="直線コネクタ 9">
            <a:extLst>
              <a:ext uri="{FF2B5EF4-FFF2-40B4-BE49-F238E27FC236}">
                <a16:creationId xmlns:a16="http://schemas.microsoft.com/office/drawing/2014/main" id="{E7E08365-6A34-7C6F-FC0A-1F2887B50CE6}"/>
              </a:ext>
            </a:extLst>
          </p:cNvPr>
          <p:cNvCxnSpPr>
            <a:cxnSpLocks/>
          </p:cNvCxnSpPr>
          <p:nvPr/>
        </p:nvCxnSpPr>
        <p:spPr>
          <a:xfrm>
            <a:off x="550714" y="6504987"/>
            <a:ext cx="0" cy="19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スライド番号プレースホルダー 3">
            <a:extLst>
              <a:ext uri="{FF2B5EF4-FFF2-40B4-BE49-F238E27FC236}">
                <a16:creationId xmlns:a16="http://schemas.microsoft.com/office/drawing/2014/main" id="{9154874E-585B-8A05-2CDC-1474B6AEEB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42501" y="6474646"/>
            <a:ext cx="343672" cy="239418"/>
          </a:xfrm>
          <a:prstGeom prst="rect">
            <a:avLst/>
          </a:prstGeom>
        </p:spPr>
        <p:txBody>
          <a:bodyPr vert="horz" lIns="0" tIns="45720" rIns="91440" bIns="45720" rtlCol="0" anchor="t" anchorCtr="0"/>
          <a:lstStyle>
            <a:lvl1pPr algn="l">
              <a:defRPr sz="1100">
                <a:solidFill>
                  <a:schemeClr val="tx1"/>
                </a:solidFill>
                <a:latin typeface="+mj-lt"/>
              </a:defRPr>
            </a:lvl1pPr>
          </a:lstStyle>
          <a:p>
            <a:fld id="{48394356-8693-4048-8EAF-2BF05B04AA80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14" name="テキスト プレースホルダー 13">
            <a:extLst>
              <a:ext uri="{FF2B5EF4-FFF2-40B4-BE49-F238E27FC236}">
                <a16:creationId xmlns:a16="http://schemas.microsoft.com/office/drawing/2014/main" id="{27DF148C-7643-3E48-57EE-E10AAF0E4F8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28988" y="1197288"/>
            <a:ext cx="11736000" cy="5040000"/>
          </a:xfrm>
        </p:spPr>
        <p:txBody>
          <a:bodyPr lIns="180000" tIns="72000" rIns="180000">
            <a:normAutofit/>
          </a:bodyPr>
          <a:lstStyle>
            <a:lvl1pPr marL="285750" indent="-285750">
              <a:spcBef>
                <a:spcPts val="1000"/>
              </a:spcBef>
              <a:buFont typeface="Arial" panose="020B0604020202020204" pitchFamily="34" charset="0"/>
              <a:buChar char="•"/>
              <a:defRPr sz="1600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  <a:lvl2pPr marL="540000" indent="-180000">
              <a:buFont typeface="メイリオ" panose="020B0604030504040204" pitchFamily="50" charset="-128"/>
              <a:buChar char="‒"/>
              <a:defRPr/>
            </a:lvl2pPr>
            <a:lvl4pPr marL="1260000" indent="-180000">
              <a:buFont typeface="メイリオ" panose="020B0604030504040204" pitchFamily="50" charset="-128"/>
              <a:buChar char="‒"/>
              <a:defRPr/>
            </a:lvl4pPr>
            <a:lvl5pPr marL="1620000" indent="-180000">
              <a:buFont typeface="メイリオ" panose="020B0604030504040204" pitchFamily="50" charset="-128"/>
              <a:buChar char="»"/>
              <a:defRPr/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0D8D9BA0-1D0D-6E5C-D092-6155E4939C24}"/>
              </a:ext>
            </a:extLst>
          </p:cNvPr>
          <p:cNvSpPr txBox="1"/>
          <p:nvPr/>
        </p:nvSpPr>
        <p:spPr>
          <a:xfrm>
            <a:off x="10884988" y="6482599"/>
            <a:ext cx="1080000" cy="223514"/>
          </a:xfrm>
          <a:prstGeom prst="rect">
            <a:avLst/>
          </a:prstGeom>
          <a:noFill/>
          <a:ln w="9525"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980" b="0" i="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980" b="0" i="0">
              <a:solidFill>
                <a:schemeClr val="tx1">
                  <a:lumMod val="50000"/>
                  <a:lumOff val="50000"/>
                </a:schemeClr>
              </a:solidFill>
              <a:latin typeface="+mj-lt"/>
              <a:ea typeface="MS Gothic" panose="020B0609070205080204" pitchFamily="49" charset="-128"/>
            </a:endParaRPr>
          </a:p>
        </p:txBody>
      </p:sp>
      <p:sp>
        <p:nvSpPr>
          <p:cNvPr id="11" name="フッター プレースホルダー 2">
            <a:extLst>
              <a:ext uri="{FF2B5EF4-FFF2-40B4-BE49-F238E27FC236}">
                <a16:creationId xmlns:a16="http://schemas.microsoft.com/office/drawing/2014/main" id="{BF1224ED-0F96-677B-6766-A667DE63410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38758" y="6474646"/>
            <a:ext cx="4456805" cy="239418"/>
          </a:xfrm>
          <a:prstGeom prst="rect">
            <a:avLst/>
          </a:prstGeom>
        </p:spPr>
        <p:txBody>
          <a:bodyPr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r>
              <a:rPr lang="ja-JP" altLang="en-US"/>
              <a:t>三菱ケミカル□□□株式会社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EF9C528B-342A-45DF-B559-23185E27DDD3}"/>
              </a:ext>
            </a:extLst>
          </p:cNvPr>
          <p:cNvSpPr/>
          <p:nvPr userDrawn="1"/>
        </p:nvSpPr>
        <p:spPr>
          <a:xfrm>
            <a:off x="119063" y="6452663"/>
            <a:ext cx="11953875" cy="288000"/>
          </a:xfrm>
          <a:prstGeom prst="rect">
            <a:avLst/>
          </a:prstGeom>
          <a:solidFill>
            <a:srgbClr val="ECF1F4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5" name="直線コネクタ 14">
            <a:extLst>
              <a:ext uri="{FF2B5EF4-FFF2-40B4-BE49-F238E27FC236}">
                <a16:creationId xmlns:a16="http://schemas.microsoft.com/office/drawing/2014/main" id="{12121445-9EB1-49EE-A29A-4E63DF5AA910}"/>
              </a:ext>
            </a:extLst>
          </p:cNvPr>
          <p:cNvCxnSpPr>
            <a:cxnSpLocks/>
          </p:cNvCxnSpPr>
          <p:nvPr userDrawn="1"/>
        </p:nvCxnSpPr>
        <p:spPr>
          <a:xfrm>
            <a:off x="550714" y="6504987"/>
            <a:ext cx="0" cy="19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D45360A9-77A6-4FB4-BFF4-544405B53709}"/>
              </a:ext>
            </a:extLst>
          </p:cNvPr>
          <p:cNvSpPr txBox="1"/>
          <p:nvPr userDrawn="1"/>
        </p:nvSpPr>
        <p:spPr>
          <a:xfrm>
            <a:off x="10884988" y="6482599"/>
            <a:ext cx="1080000" cy="223514"/>
          </a:xfrm>
          <a:prstGeom prst="rect">
            <a:avLst/>
          </a:prstGeom>
          <a:noFill/>
          <a:ln w="9525"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980" b="0" i="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980" b="0" i="0">
              <a:solidFill>
                <a:schemeClr val="tx1">
                  <a:lumMod val="50000"/>
                  <a:lumOff val="50000"/>
                </a:schemeClr>
              </a:solidFill>
              <a:latin typeface="+mj-lt"/>
              <a:ea typeface="MS Gothic" panose="020B0609070205080204" pitchFamily="49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86456441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x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テキスト プレースホルダー 13">
            <a:extLst>
              <a:ext uri="{FF2B5EF4-FFF2-40B4-BE49-F238E27FC236}">
                <a16:creationId xmlns:a16="http://schemas.microsoft.com/office/drawing/2014/main" id="{00F0339F-31B1-E853-007B-4316C81C0E2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28988" y="1197288"/>
            <a:ext cx="5760000" cy="5040000"/>
          </a:xfrm>
        </p:spPr>
        <p:txBody>
          <a:bodyPr lIns="180000" tIns="72000" rIns="180000">
            <a:normAutofit/>
          </a:bodyPr>
          <a:lstStyle>
            <a:lvl1pPr marL="0" indent="0">
              <a:spcBef>
                <a:spcPts val="1000"/>
              </a:spcBef>
              <a:buNone/>
              <a:defRPr sz="1600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</a:lstStyle>
          <a:p>
            <a:pPr lvl="0"/>
            <a:r>
              <a:rPr kumimoji="1" lang="ja-JP" altLang="en-US"/>
              <a:t>本文テキスト</a:t>
            </a:r>
            <a:r>
              <a:rPr kumimoji="1" lang="en-US" altLang="ja-JP"/>
              <a:t> MSP</a:t>
            </a:r>
            <a:r>
              <a:rPr kumimoji="1" lang="ja-JP" altLang="en-US"/>
              <a:t>ゴシック</a:t>
            </a:r>
            <a:r>
              <a:rPr kumimoji="1" lang="en-US" altLang="ja-JP"/>
              <a:t> 16pt / </a:t>
            </a:r>
            <a:r>
              <a:rPr kumimoji="1" lang="ja-JP" altLang="en-US"/>
              <a:t>行間</a:t>
            </a:r>
            <a:r>
              <a:rPr kumimoji="1" lang="en-US" altLang="ja-JP"/>
              <a:t>1.5</a:t>
            </a:r>
            <a:endParaRPr kumimoji="1" lang="ja-JP" altLang="en-US"/>
          </a:p>
        </p:txBody>
      </p:sp>
      <p:sp>
        <p:nvSpPr>
          <p:cNvPr id="20" name="テキスト プレースホルダー 13">
            <a:extLst>
              <a:ext uri="{FF2B5EF4-FFF2-40B4-BE49-F238E27FC236}">
                <a16:creationId xmlns:a16="http://schemas.microsoft.com/office/drawing/2014/main" id="{8B8C0042-761E-BFFD-163D-6ADF21538D6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204988" y="1197288"/>
            <a:ext cx="5760000" cy="5040000"/>
          </a:xfrm>
        </p:spPr>
        <p:txBody>
          <a:bodyPr lIns="180000" tIns="72000" rIns="180000">
            <a:normAutofit/>
          </a:bodyPr>
          <a:lstStyle>
            <a:lvl1pPr marL="0" indent="0">
              <a:spcBef>
                <a:spcPts val="1000"/>
              </a:spcBef>
              <a:buNone/>
              <a:defRPr sz="1600">
                <a:latin typeface="+mn-lt"/>
              </a:defRPr>
            </a:lvl1pPr>
          </a:lstStyle>
          <a:p>
            <a:pPr lvl="0"/>
            <a:r>
              <a:rPr kumimoji="1" lang="ja-JP" altLang="en-US"/>
              <a:t>本文テキスト</a:t>
            </a:r>
            <a:r>
              <a:rPr kumimoji="1" lang="en-US" altLang="ja-JP"/>
              <a:t> MSP</a:t>
            </a:r>
            <a:r>
              <a:rPr kumimoji="1" lang="ja-JP" altLang="en-US"/>
              <a:t>ゴシック</a:t>
            </a:r>
            <a:r>
              <a:rPr kumimoji="1" lang="en-US" altLang="ja-JP"/>
              <a:t> 16pt / </a:t>
            </a:r>
            <a:r>
              <a:rPr kumimoji="1" lang="ja-JP" altLang="en-US"/>
              <a:t>行間</a:t>
            </a:r>
            <a:r>
              <a:rPr kumimoji="1" lang="en-US" altLang="ja-JP"/>
              <a:t>1.5</a:t>
            </a:r>
            <a:endParaRPr kumimoji="1" lang="ja-JP" altLang="en-US"/>
          </a:p>
        </p:txBody>
      </p:sp>
      <p:sp>
        <p:nvSpPr>
          <p:cNvPr id="17" name="タイトル 1">
            <a:extLst>
              <a:ext uri="{FF2B5EF4-FFF2-40B4-BE49-F238E27FC236}">
                <a16:creationId xmlns:a16="http://schemas.microsoft.com/office/drawing/2014/main" id="{991BEEDA-5042-D78E-C736-CCA64FF8FA4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8988" y="188913"/>
            <a:ext cx="9000000" cy="540000"/>
          </a:xfrm>
        </p:spPr>
        <p:txBody>
          <a:bodyPr lIns="180000" tIns="72000" rIns="180000"/>
          <a:lstStyle>
            <a:lvl1pPr>
              <a:defRPr sz="2400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</a:lstStyle>
          <a:p>
            <a:r>
              <a:rPr kumimoji="1" lang="ja-JP" altLang="en-US"/>
              <a:t>タイトル</a:t>
            </a:r>
            <a:r>
              <a:rPr kumimoji="1" lang="en-US" altLang="ja-JP"/>
              <a:t> MSP</a:t>
            </a:r>
            <a:r>
              <a:rPr kumimoji="1" lang="ja-JP" altLang="en-US"/>
              <a:t>ゴシック</a:t>
            </a:r>
            <a:r>
              <a:rPr kumimoji="1" lang="en-US" altLang="ja-JP"/>
              <a:t> 24pt</a:t>
            </a:r>
            <a:endParaRPr kumimoji="1" lang="ja-JP" altLang="en-US"/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17DB059A-993A-AA54-0335-384E00B89AAC}"/>
              </a:ext>
            </a:extLst>
          </p:cNvPr>
          <p:cNvSpPr/>
          <p:nvPr/>
        </p:nvSpPr>
        <p:spPr>
          <a:xfrm>
            <a:off x="119063" y="6452663"/>
            <a:ext cx="11953875" cy="288000"/>
          </a:xfrm>
          <a:prstGeom prst="rect">
            <a:avLst/>
          </a:prstGeom>
          <a:solidFill>
            <a:srgbClr val="ECF1F4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1" name="直線コネクタ 20">
            <a:extLst>
              <a:ext uri="{FF2B5EF4-FFF2-40B4-BE49-F238E27FC236}">
                <a16:creationId xmlns:a16="http://schemas.microsoft.com/office/drawing/2014/main" id="{5871354C-6BF6-FA2E-3C77-84B364ABC070}"/>
              </a:ext>
            </a:extLst>
          </p:cNvPr>
          <p:cNvCxnSpPr>
            <a:cxnSpLocks/>
          </p:cNvCxnSpPr>
          <p:nvPr/>
        </p:nvCxnSpPr>
        <p:spPr>
          <a:xfrm>
            <a:off x="550714" y="6504987"/>
            <a:ext cx="0" cy="19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スライド番号プレースホルダー 3">
            <a:extLst>
              <a:ext uri="{FF2B5EF4-FFF2-40B4-BE49-F238E27FC236}">
                <a16:creationId xmlns:a16="http://schemas.microsoft.com/office/drawing/2014/main" id="{BD9A1FA5-B487-E837-4D52-49908F72E1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42501" y="6474646"/>
            <a:ext cx="343672" cy="239418"/>
          </a:xfrm>
          <a:prstGeom prst="rect">
            <a:avLst/>
          </a:prstGeom>
        </p:spPr>
        <p:txBody>
          <a:bodyPr vert="horz" lIns="0" tIns="45720" rIns="91440" bIns="45720" rtlCol="0" anchor="t" anchorCtr="0"/>
          <a:lstStyle>
            <a:lvl1pPr algn="l">
              <a:defRPr sz="1100">
                <a:solidFill>
                  <a:schemeClr val="tx1"/>
                </a:solidFill>
                <a:latin typeface="+mj-lt"/>
              </a:defRPr>
            </a:lvl1pPr>
          </a:lstStyle>
          <a:p>
            <a:fld id="{48394356-8693-4048-8EAF-2BF05B04AA80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1C099CE2-37BA-BBA4-6D99-3A23AC91B8C5}"/>
              </a:ext>
            </a:extLst>
          </p:cNvPr>
          <p:cNvSpPr txBox="1"/>
          <p:nvPr/>
        </p:nvSpPr>
        <p:spPr>
          <a:xfrm>
            <a:off x="10884988" y="6482599"/>
            <a:ext cx="1080000" cy="223514"/>
          </a:xfrm>
          <a:prstGeom prst="rect">
            <a:avLst/>
          </a:prstGeom>
          <a:noFill/>
          <a:ln w="9525"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980" b="0" i="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980" b="0" i="0">
              <a:solidFill>
                <a:schemeClr val="tx1">
                  <a:lumMod val="50000"/>
                  <a:lumOff val="50000"/>
                </a:schemeClr>
              </a:solidFill>
              <a:latin typeface="+mj-lt"/>
              <a:ea typeface="MS Gothic" panose="020B0609070205080204" pitchFamily="49" charset="-128"/>
            </a:endParaRPr>
          </a:p>
        </p:txBody>
      </p:sp>
      <p:sp>
        <p:nvSpPr>
          <p:cNvPr id="10" name="フッター プレースホルダー 2">
            <a:extLst>
              <a:ext uri="{FF2B5EF4-FFF2-40B4-BE49-F238E27FC236}">
                <a16:creationId xmlns:a16="http://schemas.microsoft.com/office/drawing/2014/main" id="{99CFE8A3-7C2C-9F8F-5D9B-F03ACBD6735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38758" y="6474646"/>
            <a:ext cx="4456805" cy="239418"/>
          </a:xfrm>
          <a:prstGeom prst="rect">
            <a:avLst/>
          </a:prstGeom>
        </p:spPr>
        <p:txBody>
          <a:bodyPr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r>
              <a:rPr lang="ja-JP" altLang="en-US"/>
              <a:t>三菱ケミカル□□□株式会社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D35CE456-F16B-4DAD-B71A-F84EB2B2CF4F}"/>
              </a:ext>
            </a:extLst>
          </p:cNvPr>
          <p:cNvSpPr/>
          <p:nvPr userDrawn="1"/>
        </p:nvSpPr>
        <p:spPr>
          <a:xfrm>
            <a:off x="119063" y="6452663"/>
            <a:ext cx="11953875" cy="288000"/>
          </a:xfrm>
          <a:prstGeom prst="rect">
            <a:avLst/>
          </a:prstGeom>
          <a:solidFill>
            <a:srgbClr val="ECF1F4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2" name="直線コネクタ 11">
            <a:extLst>
              <a:ext uri="{FF2B5EF4-FFF2-40B4-BE49-F238E27FC236}">
                <a16:creationId xmlns:a16="http://schemas.microsoft.com/office/drawing/2014/main" id="{50DB6B1F-BAB1-406B-B0DF-E52CBC44389B}"/>
              </a:ext>
            </a:extLst>
          </p:cNvPr>
          <p:cNvCxnSpPr>
            <a:cxnSpLocks/>
          </p:cNvCxnSpPr>
          <p:nvPr userDrawn="1"/>
        </p:nvCxnSpPr>
        <p:spPr>
          <a:xfrm>
            <a:off x="550714" y="6504987"/>
            <a:ext cx="0" cy="19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3129AD20-F9CE-4118-8700-6B9426214CA3}"/>
              </a:ext>
            </a:extLst>
          </p:cNvPr>
          <p:cNvSpPr txBox="1"/>
          <p:nvPr userDrawn="1"/>
        </p:nvSpPr>
        <p:spPr>
          <a:xfrm>
            <a:off x="10884988" y="6482599"/>
            <a:ext cx="1080000" cy="223514"/>
          </a:xfrm>
          <a:prstGeom prst="rect">
            <a:avLst/>
          </a:prstGeom>
          <a:noFill/>
          <a:ln w="9525"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980" b="0" i="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980" b="0" i="0">
              <a:solidFill>
                <a:schemeClr val="tx1">
                  <a:lumMod val="50000"/>
                  <a:lumOff val="50000"/>
                </a:schemeClr>
              </a:solidFill>
              <a:latin typeface="+mj-lt"/>
              <a:ea typeface="MS Gothic" panose="020B0609070205080204" pitchFamily="49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49966200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x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図プレースホルダー 3">
            <a:extLst>
              <a:ext uri="{FF2B5EF4-FFF2-40B4-BE49-F238E27FC236}">
                <a16:creationId xmlns:a16="http://schemas.microsoft.com/office/drawing/2014/main" id="{25496A93-1D62-25AF-574D-09D81F48E3DC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228988" y="1197288"/>
            <a:ext cx="11736000" cy="5040000"/>
          </a:xfrm>
        </p:spPr>
        <p:txBody>
          <a:bodyPr lIns="180000" tIns="72000" rIns="18000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kumimoji="1" lang="en-US" altLang="ja-JP"/>
              <a:t> </a:t>
            </a:r>
            <a:r>
              <a:rPr kumimoji="1" lang="ja-JP" altLang="en-US"/>
              <a:t>図形や写真をここに配置してください</a:t>
            </a:r>
          </a:p>
        </p:txBody>
      </p:sp>
      <p:sp>
        <p:nvSpPr>
          <p:cNvPr id="16" name="タイトル 1">
            <a:extLst>
              <a:ext uri="{FF2B5EF4-FFF2-40B4-BE49-F238E27FC236}">
                <a16:creationId xmlns:a16="http://schemas.microsoft.com/office/drawing/2014/main" id="{8A9C86D2-FB33-30B7-DBCD-D48C205B604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8988" y="188913"/>
            <a:ext cx="9000000" cy="540000"/>
          </a:xfrm>
        </p:spPr>
        <p:txBody>
          <a:bodyPr lIns="180000" tIns="72000" rIns="180000"/>
          <a:lstStyle>
            <a:lvl1pPr>
              <a:defRPr sz="2400"/>
            </a:lvl1pPr>
          </a:lstStyle>
          <a:p>
            <a:r>
              <a:rPr kumimoji="1" lang="ja-JP" altLang="en-US"/>
              <a:t>タイトル</a:t>
            </a:r>
            <a:r>
              <a:rPr kumimoji="1" lang="en-US" altLang="ja-JP"/>
              <a:t> MSP</a:t>
            </a:r>
            <a:r>
              <a:rPr kumimoji="1" lang="ja-JP" altLang="en-US"/>
              <a:t>ゴシック</a:t>
            </a:r>
            <a:r>
              <a:rPr kumimoji="1" lang="en-US" altLang="ja-JP"/>
              <a:t> 24pt</a:t>
            </a:r>
            <a:endParaRPr kumimoji="1" lang="ja-JP" altLang="en-US"/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1A18FD81-88FA-8D10-93A4-CA0238D592BD}"/>
              </a:ext>
            </a:extLst>
          </p:cNvPr>
          <p:cNvSpPr/>
          <p:nvPr/>
        </p:nvSpPr>
        <p:spPr>
          <a:xfrm>
            <a:off x="119063" y="6452663"/>
            <a:ext cx="11953875" cy="288000"/>
          </a:xfrm>
          <a:prstGeom prst="rect">
            <a:avLst/>
          </a:prstGeom>
          <a:solidFill>
            <a:srgbClr val="ECF1F4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9" name="直線コネクタ 18">
            <a:extLst>
              <a:ext uri="{FF2B5EF4-FFF2-40B4-BE49-F238E27FC236}">
                <a16:creationId xmlns:a16="http://schemas.microsoft.com/office/drawing/2014/main" id="{EEA4F11D-ADDD-D51A-E30D-BAE8D43EB1FA}"/>
              </a:ext>
            </a:extLst>
          </p:cNvPr>
          <p:cNvCxnSpPr>
            <a:cxnSpLocks/>
          </p:cNvCxnSpPr>
          <p:nvPr/>
        </p:nvCxnSpPr>
        <p:spPr>
          <a:xfrm>
            <a:off x="550714" y="6504987"/>
            <a:ext cx="0" cy="19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スライド番号プレースホルダー 3">
            <a:extLst>
              <a:ext uri="{FF2B5EF4-FFF2-40B4-BE49-F238E27FC236}">
                <a16:creationId xmlns:a16="http://schemas.microsoft.com/office/drawing/2014/main" id="{5A7337B3-8626-D6AB-2DD1-FE9C59C99FD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42501" y="6474646"/>
            <a:ext cx="343672" cy="239418"/>
          </a:xfrm>
          <a:prstGeom prst="rect">
            <a:avLst/>
          </a:prstGeom>
        </p:spPr>
        <p:txBody>
          <a:bodyPr vert="horz" lIns="0" tIns="45720" rIns="91440" bIns="45720" rtlCol="0" anchor="t" anchorCtr="0"/>
          <a:lstStyle>
            <a:lvl1pPr algn="l">
              <a:defRPr sz="1100">
                <a:solidFill>
                  <a:schemeClr val="tx1"/>
                </a:solidFill>
                <a:latin typeface="+mj-lt"/>
              </a:defRPr>
            </a:lvl1pPr>
          </a:lstStyle>
          <a:p>
            <a:fld id="{48394356-8693-4048-8EAF-2BF05B04AA80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02ACC9CA-328D-1DE0-5047-D2A3A7B5F101}"/>
              </a:ext>
            </a:extLst>
          </p:cNvPr>
          <p:cNvSpPr txBox="1"/>
          <p:nvPr/>
        </p:nvSpPr>
        <p:spPr>
          <a:xfrm>
            <a:off x="10884988" y="6482599"/>
            <a:ext cx="1080000" cy="223514"/>
          </a:xfrm>
          <a:prstGeom prst="rect">
            <a:avLst/>
          </a:prstGeom>
          <a:noFill/>
          <a:ln w="9525"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980" b="0" i="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980" b="0" i="0">
              <a:solidFill>
                <a:schemeClr val="tx1">
                  <a:lumMod val="50000"/>
                  <a:lumOff val="50000"/>
                </a:schemeClr>
              </a:solidFill>
              <a:latin typeface="+mj-lt"/>
              <a:ea typeface="MS Gothic" panose="020B0609070205080204" pitchFamily="49" charset="-128"/>
            </a:endParaRPr>
          </a:p>
        </p:txBody>
      </p:sp>
      <p:sp>
        <p:nvSpPr>
          <p:cNvPr id="9" name="フッター プレースホルダー 2">
            <a:extLst>
              <a:ext uri="{FF2B5EF4-FFF2-40B4-BE49-F238E27FC236}">
                <a16:creationId xmlns:a16="http://schemas.microsoft.com/office/drawing/2014/main" id="{DE83409D-7921-0DDF-2CE0-42FF2BF70DD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38758" y="6474646"/>
            <a:ext cx="4456805" cy="239418"/>
          </a:xfrm>
          <a:prstGeom prst="rect">
            <a:avLst/>
          </a:prstGeom>
        </p:spPr>
        <p:txBody>
          <a:bodyPr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r>
              <a:rPr lang="ja-JP" altLang="en-US"/>
              <a:t>三菱ケミカル□□□株式会社</a:t>
            </a: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DAC223C7-C1D5-451E-8C36-D517889F041E}"/>
              </a:ext>
            </a:extLst>
          </p:cNvPr>
          <p:cNvSpPr/>
          <p:nvPr userDrawn="1"/>
        </p:nvSpPr>
        <p:spPr>
          <a:xfrm>
            <a:off x="119063" y="6452663"/>
            <a:ext cx="11953875" cy="288000"/>
          </a:xfrm>
          <a:prstGeom prst="rect">
            <a:avLst/>
          </a:prstGeom>
          <a:solidFill>
            <a:srgbClr val="ECF1F4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1" name="直線コネクタ 10">
            <a:extLst>
              <a:ext uri="{FF2B5EF4-FFF2-40B4-BE49-F238E27FC236}">
                <a16:creationId xmlns:a16="http://schemas.microsoft.com/office/drawing/2014/main" id="{36373C03-8873-4C03-A3D2-CBA817FB5F8A}"/>
              </a:ext>
            </a:extLst>
          </p:cNvPr>
          <p:cNvCxnSpPr>
            <a:cxnSpLocks/>
          </p:cNvCxnSpPr>
          <p:nvPr userDrawn="1"/>
        </p:nvCxnSpPr>
        <p:spPr>
          <a:xfrm>
            <a:off x="550714" y="6504987"/>
            <a:ext cx="0" cy="19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CD344371-E22E-4554-BB1E-202CA756CC48}"/>
              </a:ext>
            </a:extLst>
          </p:cNvPr>
          <p:cNvSpPr txBox="1"/>
          <p:nvPr userDrawn="1"/>
        </p:nvSpPr>
        <p:spPr>
          <a:xfrm>
            <a:off x="10884988" y="6482599"/>
            <a:ext cx="1080000" cy="223514"/>
          </a:xfrm>
          <a:prstGeom prst="rect">
            <a:avLst/>
          </a:prstGeom>
          <a:noFill/>
          <a:ln w="9525"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980" b="0" i="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980" b="0" i="0">
              <a:solidFill>
                <a:schemeClr val="tx1">
                  <a:lumMod val="50000"/>
                  <a:lumOff val="50000"/>
                </a:schemeClr>
              </a:solidFill>
              <a:latin typeface="+mj-lt"/>
              <a:ea typeface="MS Gothic" panose="020B0609070205080204" pitchFamily="49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69721664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opic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テキスト プレースホルダー 13">
            <a:extLst>
              <a:ext uri="{FF2B5EF4-FFF2-40B4-BE49-F238E27FC236}">
                <a16:creationId xmlns:a16="http://schemas.microsoft.com/office/drawing/2014/main" id="{127C7B05-3C0F-B20D-2360-54A754ACA7E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604988" y="1203105"/>
            <a:ext cx="9360000" cy="432000"/>
          </a:xfrm>
        </p:spPr>
        <p:txBody>
          <a:bodyPr lIns="180000" tIns="72000" rIns="180000" anchor="t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800" b="1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  <a:lvl4pPr marL="1080000" indent="0">
              <a:lnSpc>
                <a:spcPct val="100000"/>
              </a:lnSpc>
              <a:spcBef>
                <a:spcPts val="400"/>
              </a:spcBef>
              <a:buNone/>
              <a:defRPr sz="1400"/>
            </a:lvl4pPr>
          </a:lstStyle>
          <a:p>
            <a:pPr lvl="0"/>
            <a:r>
              <a:rPr kumimoji="1" lang="en-US" altLang="ja-JP"/>
              <a:t>1. </a:t>
            </a:r>
            <a:r>
              <a:rPr kumimoji="1" lang="ja-JP" altLang="en-US"/>
              <a:t>トピックタイトル</a:t>
            </a:r>
            <a:r>
              <a:rPr kumimoji="1" lang="en-US" altLang="ja-JP"/>
              <a:t> MSP</a:t>
            </a:r>
            <a:r>
              <a:rPr kumimoji="1" lang="ja-JP" altLang="en-US"/>
              <a:t>ゴシック</a:t>
            </a:r>
            <a:r>
              <a:rPr kumimoji="1" lang="en-US" altLang="ja-JP"/>
              <a:t> 18pt</a:t>
            </a:r>
          </a:p>
        </p:txBody>
      </p:sp>
      <p:sp>
        <p:nvSpPr>
          <p:cNvPr id="16" name="テキスト プレースホルダー 13">
            <a:extLst>
              <a:ext uri="{FF2B5EF4-FFF2-40B4-BE49-F238E27FC236}">
                <a16:creationId xmlns:a16="http://schemas.microsoft.com/office/drawing/2014/main" id="{08E509E5-6002-968F-9689-949702FAAA3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324988" y="1656914"/>
            <a:ext cx="8640000" cy="396000"/>
          </a:xfrm>
        </p:spPr>
        <p:txBody>
          <a:bodyPr lIns="180000" tIns="72000" rIns="180000" anchor="t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600" b="0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  <a:lvl4pPr marL="1080000" indent="0">
              <a:lnSpc>
                <a:spcPct val="100000"/>
              </a:lnSpc>
              <a:spcBef>
                <a:spcPts val="400"/>
              </a:spcBef>
              <a:buNone/>
              <a:defRPr sz="1400"/>
            </a:lvl4pPr>
          </a:lstStyle>
          <a:p>
            <a:pPr lvl="0"/>
            <a:r>
              <a:rPr kumimoji="1" lang="ja-JP" altLang="en-US"/>
              <a:t>トピック補足テキスト</a:t>
            </a:r>
            <a:r>
              <a:rPr kumimoji="1" lang="en-US" altLang="ja-JP"/>
              <a:t> MSP</a:t>
            </a:r>
            <a:r>
              <a:rPr kumimoji="1" lang="ja-JP" altLang="en-US"/>
              <a:t>ゴシック</a:t>
            </a:r>
            <a:r>
              <a:rPr kumimoji="1" lang="en-US" altLang="ja-JP"/>
              <a:t> 16pt</a:t>
            </a:r>
          </a:p>
        </p:txBody>
      </p:sp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BA4C5561-56F1-2BE3-183C-F2F6B7D263C1}"/>
              </a:ext>
            </a:extLst>
          </p:cNvPr>
          <p:cNvSpPr/>
          <p:nvPr/>
        </p:nvSpPr>
        <p:spPr>
          <a:xfrm>
            <a:off x="119063" y="6452663"/>
            <a:ext cx="11953875" cy="288000"/>
          </a:xfrm>
          <a:prstGeom prst="rect">
            <a:avLst/>
          </a:prstGeom>
          <a:solidFill>
            <a:srgbClr val="ECF1F4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6" name="直線コネクタ 25">
            <a:extLst>
              <a:ext uri="{FF2B5EF4-FFF2-40B4-BE49-F238E27FC236}">
                <a16:creationId xmlns:a16="http://schemas.microsoft.com/office/drawing/2014/main" id="{59B74494-99C6-7456-B8EB-CA07D45A6FE5}"/>
              </a:ext>
            </a:extLst>
          </p:cNvPr>
          <p:cNvCxnSpPr>
            <a:cxnSpLocks/>
          </p:cNvCxnSpPr>
          <p:nvPr/>
        </p:nvCxnSpPr>
        <p:spPr>
          <a:xfrm>
            <a:off x="550714" y="6504987"/>
            <a:ext cx="0" cy="19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スライド番号プレースホルダー 3">
            <a:extLst>
              <a:ext uri="{FF2B5EF4-FFF2-40B4-BE49-F238E27FC236}">
                <a16:creationId xmlns:a16="http://schemas.microsoft.com/office/drawing/2014/main" id="{4E8E9449-5E24-597D-2466-BC4A4D331AB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42501" y="6474646"/>
            <a:ext cx="343672" cy="239418"/>
          </a:xfrm>
          <a:prstGeom prst="rect">
            <a:avLst/>
          </a:prstGeom>
        </p:spPr>
        <p:txBody>
          <a:bodyPr vert="horz" lIns="0" tIns="45720" rIns="91440" bIns="45720" rtlCol="0" anchor="t" anchorCtr="0"/>
          <a:lstStyle>
            <a:lvl1pPr algn="l">
              <a:defRPr sz="1100">
                <a:solidFill>
                  <a:schemeClr val="tx1"/>
                </a:solidFill>
                <a:latin typeface="+mj-lt"/>
              </a:defRPr>
            </a:lvl1pPr>
          </a:lstStyle>
          <a:p>
            <a:fld id="{48394356-8693-4048-8EAF-2BF05B04AA80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34" name="タイトル 1">
            <a:extLst>
              <a:ext uri="{FF2B5EF4-FFF2-40B4-BE49-F238E27FC236}">
                <a16:creationId xmlns:a16="http://schemas.microsoft.com/office/drawing/2014/main" id="{66BFCDF4-6469-27EF-8B87-DB88B89E361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8988" y="188913"/>
            <a:ext cx="9000000" cy="540000"/>
          </a:xfrm>
        </p:spPr>
        <p:txBody>
          <a:bodyPr lIns="180000" tIns="72000" rIns="180000"/>
          <a:lstStyle>
            <a:lvl1pPr>
              <a:defRPr sz="2400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</a:lstStyle>
          <a:p>
            <a:r>
              <a:rPr kumimoji="1" lang="ja-JP" altLang="en-US"/>
              <a:t>タイトル</a:t>
            </a:r>
            <a:r>
              <a:rPr kumimoji="1" lang="en-US" altLang="ja-JP"/>
              <a:t> MSP</a:t>
            </a:r>
            <a:r>
              <a:rPr kumimoji="1" lang="ja-JP" altLang="en-US"/>
              <a:t>ゴシック</a:t>
            </a:r>
            <a:r>
              <a:rPr kumimoji="1" lang="en-US" altLang="ja-JP"/>
              <a:t> 24pt</a:t>
            </a:r>
            <a:endParaRPr kumimoji="1" lang="ja-JP" altLang="en-US"/>
          </a:p>
        </p:txBody>
      </p:sp>
      <p:sp>
        <p:nvSpPr>
          <p:cNvPr id="36" name="テキスト プレースホルダー 13">
            <a:extLst>
              <a:ext uri="{FF2B5EF4-FFF2-40B4-BE49-F238E27FC236}">
                <a16:creationId xmlns:a16="http://schemas.microsoft.com/office/drawing/2014/main" id="{862BB816-54BD-4205-E9D3-A4AB25995AD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2604988" y="2254032"/>
            <a:ext cx="9360000" cy="432000"/>
          </a:xfrm>
        </p:spPr>
        <p:txBody>
          <a:bodyPr lIns="180000" tIns="72000" rIns="180000" anchor="t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800" b="1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  <a:lvl4pPr marL="1080000" indent="0">
              <a:lnSpc>
                <a:spcPct val="100000"/>
              </a:lnSpc>
              <a:spcBef>
                <a:spcPts val="400"/>
              </a:spcBef>
              <a:buNone/>
              <a:defRPr sz="1400"/>
            </a:lvl4pPr>
          </a:lstStyle>
          <a:p>
            <a:pPr lvl="0"/>
            <a:r>
              <a:rPr kumimoji="1" lang="en-US" altLang="ja-JP"/>
              <a:t>2. </a:t>
            </a:r>
            <a:r>
              <a:rPr kumimoji="1" lang="ja-JP" altLang="en-US"/>
              <a:t>トピックタイトル</a:t>
            </a:r>
            <a:endParaRPr kumimoji="1" lang="en-US" altLang="ja-JP"/>
          </a:p>
        </p:txBody>
      </p:sp>
      <p:sp>
        <p:nvSpPr>
          <p:cNvPr id="37" name="テキスト プレースホルダー 13">
            <a:extLst>
              <a:ext uri="{FF2B5EF4-FFF2-40B4-BE49-F238E27FC236}">
                <a16:creationId xmlns:a16="http://schemas.microsoft.com/office/drawing/2014/main" id="{9BB17FC1-42EC-2674-0BCD-AF1B06257F3B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324988" y="2707841"/>
            <a:ext cx="8640000" cy="396000"/>
          </a:xfrm>
        </p:spPr>
        <p:txBody>
          <a:bodyPr lIns="180000" tIns="72000" rIns="180000" anchor="t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600" b="0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  <a:lvl4pPr marL="1080000" indent="0">
              <a:lnSpc>
                <a:spcPct val="100000"/>
              </a:lnSpc>
              <a:spcBef>
                <a:spcPts val="400"/>
              </a:spcBef>
              <a:buNone/>
              <a:defRPr sz="1400"/>
            </a:lvl4pPr>
          </a:lstStyle>
          <a:p>
            <a:pPr lvl="0"/>
            <a:r>
              <a:rPr kumimoji="1" lang="ja-JP" altLang="en-US"/>
              <a:t>補足テキスト</a:t>
            </a:r>
            <a:endParaRPr kumimoji="1" lang="en-US" altLang="ja-JP"/>
          </a:p>
        </p:txBody>
      </p:sp>
      <p:sp>
        <p:nvSpPr>
          <p:cNvPr id="40" name="テキスト プレースホルダー 13">
            <a:extLst>
              <a:ext uri="{FF2B5EF4-FFF2-40B4-BE49-F238E27FC236}">
                <a16:creationId xmlns:a16="http://schemas.microsoft.com/office/drawing/2014/main" id="{C262D9F1-170C-FEE2-2472-3FF004C93A0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604988" y="3304959"/>
            <a:ext cx="9360000" cy="432000"/>
          </a:xfrm>
        </p:spPr>
        <p:txBody>
          <a:bodyPr lIns="180000" tIns="72000" rIns="180000" anchor="t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800" b="1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  <a:lvl4pPr marL="1080000" indent="0">
              <a:lnSpc>
                <a:spcPct val="100000"/>
              </a:lnSpc>
              <a:spcBef>
                <a:spcPts val="400"/>
              </a:spcBef>
              <a:buNone/>
              <a:defRPr sz="1400"/>
            </a:lvl4pPr>
          </a:lstStyle>
          <a:p>
            <a:pPr lvl="0"/>
            <a:r>
              <a:rPr kumimoji="1" lang="en-US" altLang="ja-JP"/>
              <a:t>3. </a:t>
            </a:r>
            <a:r>
              <a:rPr kumimoji="1" lang="ja-JP" altLang="en-US"/>
              <a:t>トピックタイトル</a:t>
            </a:r>
            <a:endParaRPr kumimoji="1" lang="en-US" altLang="ja-JP"/>
          </a:p>
        </p:txBody>
      </p:sp>
      <p:sp>
        <p:nvSpPr>
          <p:cNvPr id="41" name="テキスト プレースホルダー 13">
            <a:extLst>
              <a:ext uri="{FF2B5EF4-FFF2-40B4-BE49-F238E27FC236}">
                <a16:creationId xmlns:a16="http://schemas.microsoft.com/office/drawing/2014/main" id="{D36E4D91-1BF9-091F-E926-8382E7EDEEFD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324988" y="3758768"/>
            <a:ext cx="8640000" cy="396000"/>
          </a:xfrm>
        </p:spPr>
        <p:txBody>
          <a:bodyPr lIns="180000" tIns="72000" rIns="180000" anchor="t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600" b="0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  <a:lvl4pPr marL="1080000" indent="0">
              <a:lnSpc>
                <a:spcPct val="100000"/>
              </a:lnSpc>
              <a:spcBef>
                <a:spcPts val="400"/>
              </a:spcBef>
              <a:buNone/>
              <a:defRPr sz="1400"/>
            </a:lvl4pPr>
          </a:lstStyle>
          <a:p>
            <a:pPr lvl="0"/>
            <a:r>
              <a:rPr kumimoji="1" lang="ja-JP" altLang="en-US"/>
              <a:t>補足テキスト</a:t>
            </a:r>
            <a:endParaRPr kumimoji="1" lang="en-US" altLang="ja-JP"/>
          </a:p>
        </p:txBody>
      </p:sp>
      <p:sp>
        <p:nvSpPr>
          <p:cNvPr id="42" name="テキスト プレースホルダー 13">
            <a:extLst>
              <a:ext uri="{FF2B5EF4-FFF2-40B4-BE49-F238E27FC236}">
                <a16:creationId xmlns:a16="http://schemas.microsoft.com/office/drawing/2014/main" id="{5E539ABA-F91D-8A2F-E544-DB3EBFAC9108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2604988" y="4355885"/>
            <a:ext cx="9360000" cy="432000"/>
          </a:xfrm>
        </p:spPr>
        <p:txBody>
          <a:bodyPr lIns="180000" tIns="72000" rIns="180000" anchor="t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800" b="1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  <a:lvl4pPr marL="1080000" indent="0">
              <a:lnSpc>
                <a:spcPct val="100000"/>
              </a:lnSpc>
              <a:spcBef>
                <a:spcPts val="400"/>
              </a:spcBef>
              <a:buNone/>
              <a:defRPr sz="1400"/>
            </a:lvl4pPr>
          </a:lstStyle>
          <a:p>
            <a:pPr lvl="0"/>
            <a:r>
              <a:rPr kumimoji="1" lang="en-US" altLang="ja-JP"/>
              <a:t>4. </a:t>
            </a:r>
            <a:r>
              <a:rPr kumimoji="1" lang="ja-JP" altLang="en-US"/>
              <a:t>トピックタイトル</a:t>
            </a:r>
            <a:endParaRPr kumimoji="1" lang="en-US" altLang="ja-JP"/>
          </a:p>
        </p:txBody>
      </p:sp>
      <p:sp>
        <p:nvSpPr>
          <p:cNvPr id="43" name="テキスト プレースホルダー 13">
            <a:extLst>
              <a:ext uri="{FF2B5EF4-FFF2-40B4-BE49-F238E27FC236}">
                <a16:creationId xmlns:a16="http://schemas.microsoft.com/office/drawing/2014/main" id="{F67B5B7A-896A-DE29-E75A-80E790F361FA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324988" y="4809694"/>
            <a:ext cx="8640000" cy="396000"/>
          </a:xfrm>
        </p:spPr>
        <p:txBody>
          <a:bodyPr lIns="180000" tIns="72000" rIns="180000" anchor="t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600" b="0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  <a:lvl4pPr marL="1080000" indent="0">
              <a:lnSpc>
                <a:spcPct val="100000"/>
              </a:lnSpc>
              <a:spcBef>
                <a:spcPts val="400"/>
              </a:spcBef>
              <a:buNone/>
              <a:defRPr sz="1400"/>
            </a:lvl4pPr>
          </a:lstStyle>
          <a:p>
            <a:pPr lvl="0"/>
            <a:r>
              <a:rPr kumimoji="1" lang="ja-JP" altLang="en-US"/>
              <a:t>補足テキスト</a:t>
            </a:r>
            <a:endParaRPr kumimoji="1" lang="en-US" altLang="ja-JP"/>
          </a:p>
        </p:txBody>
      </p:sp>
      <p:sp>
        <p:nvSpPr>
          <p:cNvPr id="44" name="テキスト プレースホルダー 13">
            <a:extLst>
              <a:ext uri="{FF2B5EF4-FFF2-40B4-BE49-F238E27FC236}">
                <a16:creationId xmlns:a16="http://schemas.microsoft.com/office/drawing/2014/main" id="{433031D6-DD50-5095-0CC8-23D614EBC922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2604988" y="5406811"/>
            <a:ext cx="9360000" cy="432000"/>
          </a:xfrm>
        </p:spPr>
        <p:txBody>
          <a:bodyPr lIns="180000" tIns="72000" rIns="180000" anchor="t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800" b="1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  <a:lvl4pPr marL="1080000" indent="0">
              <a:lnSpc>
                <a:spcPct val="100000"/>
              </a:lnSpc>
              <a:spcBef>
                <a:spcPts val="400"/>
              </a:spcBef>
              <a:buNone/>
              <a:defRPr sz="1400"/>
            </a:lvl4pPr>
          </a:lstStyle>
          <a:p>
            <a:pPr lvl="0"/>
            <a:r>
              <a:rPr kumimoji="1" lang="en-US" altLang="ja-JP"/>
              <a:t>5. </a:t>
            </a:r>
            <a:r>
              <a:rPr kumimoji="1" lang="ja-JP" altLang="en-US"/>
              <a:t>トピックタイトル</a:t>
            </a:r>
            <a:endParaRPr kumimoji="1" lang="en-US" altLang="ja-JP"/>
          </a:p>
        </p:txBody>
      </p:sp>
      <p:sp>
        <p:nvSpPr>
          <p:cNvPr id="45" name="テキスト プレースホルダー 13">
            <a:extLst>
              <a:ext uri="{FF2B5EF4-FFF2-40B4-BE49-F238E27FC236}">
                <a16:creationId xmlns:a16="http://schemas.microsoft.com/office/drawing/2014/main" id="{6345B59D-EA5D-4847-AC94-092E01E40DFE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3324988" y="5860620"/>
            <a:ext cx="8640000" cy="396000"/>
          </a:xfrm>
        </p:spPr>
        <p:txBody>
          <a:bodyPr lIns="180000" tIns="72000" rIns="180000" anchor="t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600" b="0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  <a:lvl4pPr marL="1080000" indent="0">
              <a:lnSpc>
                <a:spcPct val="100000"/>
              </a:lnSpc>
              <a:spcBef>
                <a:spcPts val="400"/>
              </a:spcBef>
              <a:buNone/>
              <a:defRPr sz="1400"/>
            </a:lvl4pPr>
          </a:lstStyle>
          <a:p>
            <a:pPr lvl="0"/>
            <a:r>
              <a:rPr kumimoji="1" lang="ja-JP" altLang="en-US"/>
              <a:t>補足テキスト</a:t>
            </a:r>
            <a:endParaRPr kumimoji="1" lang="en-US" altLang="ja-JP"/>
          </a:p>
        </p:txBody>
      </p:sp>
      <p:sp>
        <p:nvSpPr>
          <p:cNvPr id="46" name="テキスト ボックス 45">
            <a:extLst>
              <a:ext uri="{FF2B5EF4-FFF2-40B4-BE49-F238E27FC236}">
                <a16:creationId xmlns:a16="http://schemas.microsoft.com/office/drawing/2014/main" id="{9E132C20-8123-1012-8F31-644C815BC48B}"/>
              </a:ext>
            </a:extLst>
          </p:cNvPr>
          <p:cNvSpPr txBox="1"/>
          <p:nvPr/>
        </p:nvSpPr>
        <p:spPr>
          <a:xfrm>
            <a:off x="10884988" y="6482599"/>
            <a:ext cx="1080000" cy="223514"/>
          </a:xfrm>
          <a:prstGeom prst="rect">
            <a:avLst/>
          </a:prstGeom>
          <a:noFill/>
          <a:ln w="9525"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980" b="0" i="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980" b="0" i="0">
              <a:solidFill>
                <a:schemeClr val="tx1">
                  <a:lumMod val="50000"/>
                  <a:lumOff val="50000"/>
                </a:schemeClr>
              </a:solidFill>
              <a:latin typeface="+mj-lt"/>
              <a:ea typeface="MS Gothic" panose="020B0609070205080204" pitchFamily="49" charset="-128"/>
            </a:endParaRPr>
          </a:p>
        </p:txBody>
      </p:sp>
      <p:sp>
        <p:nvSpPr>
          <p:cNvPr id="18" name="フッター プレースホルダー 2">
            <a:extLst>
              <a:ext uri="{FF2B5EF4-FFF2-40B4-BE49-F238E27FC236}">
                <a16:creationId xmlns:a16="http://schemas.microsoft.com/office/drawing/2014/main" id="{8C54F341-AE34-F552-2D9E-21DD0C65F08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38758" y="6474646"/>
            <a:ext cx="4456805" cy="239418"/>
          </a:xfrm>
          <a:prstGeom prst="rect">
            <a:avLst/>
          </a:prstGeom>
        </p:spPr>
        <p:txBody>
          <a:bodyPr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r>
              <a:rPr lang="ja-JP" altLang="en-US"/>
              <a:t>三菱ケミカル□□□株式会社</a:t>
            </a:r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AA40949F-DE6F-42C7-938C-647037EFDAC3}"/>
              </a:ext>
            </a:extLst>
          </p:cNvPr>
          <p:cNvSpPr/>
          <p:nvPr userDrawn="1"/>
        </p:nvSpPr>
        <p:spPr>
          <a:xfrm>
            <a:off x="119063" y="6452663"/>
            <a:ext cx="11953875" cy="288000"/>
          </a:xfrm>
          <a:prstGeom prst="rect">
            <a:avLst/>
          </a:prstGeom>
          <a:solidFill>
            <a:srgbClr val="ECF1F4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0" name="直線コネクタ 19">
            <a:extLst>
              <a:ext uri="{FF2B5EF4-FFF2-40B4-BE49-F238E27FC236}">
                <a16:creationId xmlns:a16="http://schemas.microsoft.com/office/drawing/2014/main" id="{3D049C27-527D-4DAA-B422-9EE504424655}"/>
              </a:ext>
            </a:extLst>
          </p:cNvPr>
          <p:cNvCxnSpPr>
            <a:cxnSpLocks/>
          </p:cNvCxnSpPr>
          <p:nvPr userDrawn="1"/>
        </p:nvCxnSpPr>
        <p:spPr>
          <a:xfrm>
            <a:off x="550714" y="6504987"/>
            <a:ext cx="0" cy="19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1770CE58-926D-4CD6-AFFC-668151530C57}"/>
              </a:ext>
            </a:extLst>
          </p:cNvPr>
          <p:cNvSpPr txBox="1"/>
          <p:nvPr userDrawn="1"/>
        </p:nvSpPr>
        <p:spPr>
          <a:xfrm>
            <a:off x="10884988" y="6482599"/>
            <a:ext cx="1080000" cy="223514"/>
          </a:xfrm>
          <a:prstGeom prst="rect">
            <a:avLst/>
          </a:prstGeom>
          <a:noFill/>
          <a:ln w="9525"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980" b="0" i="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980" b="0" i="0">
              <a:solidFill>
                <a:schemeClr val="tx1">
                  <a:lumMod val="50000"/>
                  <a:lumOff val="50000"/>
                </a:schemeClr>
              </a:solidFill>
              <a:latin typeface="+mj-lt"/>
              <a:ea typeface="MS Gothic" panose="020B0609070205080204" pitchFamily="49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11716584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opic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テキスト プレースホルダー 13">
            <a:extLst>
              <a:ext uri="{FF2B5EF4-FFF2-40B4-BE49-F238E27FC236}">
                <a16:creationId xmlns:a16="http://schemas.microsoft.com/office/drawing/2014/main" id="{68D846FA-517A-1BDC-FC39-E177F82B1D6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27013" y="1202636"/>
            <a:ext cx="2232000" cy="1620000"/>
          </a:xfrm>
        </p:spPr>
        <p:txBody>
          <a:bodyPr lIns="180000" tIns="72000" rIns="180000">
            <a:norm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800" b="1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</a:lstStyle>
          <a:p>
            <a:pPr lvl="0"/>
            <a:r>
              <a:rPr kumimoji="1" lang="en-US" altLang="ja-JP"/>
              <a:t>1.</a:t>
            </a:r>
            <a:br>
              <a:rPr kumimoji="1" lang="en-US" altLang="ja-JP"/>
            </a:br>
            <a:r>
              <a:rPr kumimoji="1" lang="ja-JP" altLang="en-US"/>
              <a:t>トピックタイトル</a:t>
            </a:r>
            <a:br>
              <a:rPr kumimoji="1" lang="en-US" altLang="ja-JP"/>
            </a:br>
            <a:r>
              <a:rPr kumimoji="1" lang="en-US" altLang="ja-JP"/>
              <a:t>MSP</a:t>
            </a:r>
            <a:r>
              <a:rPr kumimoji="1" lang="ja-JP" altLang="en-US"/>
              <a:t>ゴシック</a:t>
            </a:r>
            <a:br>
              <a:rPr kumimoji="1" lang="en-US" altLang="ja-JP"/>
            </a:br>
            <a:r>
              <a:rPr kumimoji="1" lang="en-US" altLang="ja-JP"/>
              <a:t>18pt / </a:t>
            </a:r>
            <a:r>
              <a:rPr kumimoji="1" lang="ja-JP" altLang="en-US"/>
              <a:t>行間</a:t>
            </a:r>
            <a:r>
              <a:rPr kumimoji="1" lang="en-US" altLang="ja-JP"/>
              <a:t>1</a:t>
            </a:r>
          </a:p>
        </p:txBody>
      </p:sp>
      <p:sp>
        <p:nvSpPr>
          <p:cNvPr id="21" name="テキスト プレースホルダー 13">
            <a:extLst>
              <a:ext uri="{FF2B5EF4-FFF2-40B4-BE49-F238E27FC236}">
                <a16:creationId xmlns:a16="http://schemas.microsoft.com/office/drawing/2014/main" id="{2E896B08-519F-1B49-CAEA-B43D1178AF68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227013" y="2853288"/>
            <a:ext cx="2232000" cy="3384000"/>
          </a:xfrm>
        </p:spPr>
        <p:txBody>
          <a:bodyPr lIns="180000" tIns="72000" rIns="180000">
            <a:norm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600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</a:lstStyle>
          <a:p>
            <a:pPr lvl="0"/>
            <a:r>
              <a:rPr kumimoji="1" lang="ja-JP" altLang="en-US"/>
              <a:t>トピック補足テキスト</a:t>
            </a:r>
            <a:br>
              <a:rPr kumimoji="1" lang="en-US" altLang="ja-JP"/>
            </a:br>
            <a:r>
              <a:rPr kumimoji="1" lang="en-US" altLang="ja-JP"/>
              <a:t>MSP</a:t>
            </a:r>
            <a:r>
              <a:rPr kumimoji="1" lang="ja-JP" altLang="en-US"/>
              <a:t>ゴシック</a:t>
            </a:r>
            <a:br>
              <a:rPr kumimoji="1" lang="en-US" altLang="ja-JP"/>
            </a:br>
            <a:r>
              <a:rPr kumimoji="1" lang="en-US" altLang="ja-JP"/>
              <a:t>16pt / </a:t>
            </a:r>
            <a:r>
              <a:rPr kumimoji="1" lang="ja-JP" altLang="en-US"/>
              <a:t>行間</a:t>
            </a:r>
            <a:r>
              <a:rPr kumimoji="1" lang="en-US" altLang="ja-JP"/>
              <a:t>1</a:t>
            </a:r>
            <a:endParaRPr kumimoji="1" lang="ja-JP" altLang="en-US"/>
          </a:p>
        </p:txBody>
      </p:sp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7B82DFB4-8892-789E-B2CD-7983B9B4CF0D}"/>
              </a:ext>
            </a:extLst>
          </p:cNvPr>
          <p:cNvSpPr/>
          <p:nvPr/>
        </p:nvSpPr>
        <p:spPr>
          <a:xfrm>
            <a:off x="119063" y="6452663"/>
            <a:ext cx="11953875" cy="288000"/>
          </a:xfrm>
          <a:prstGeom prst="rect">
            <a:avLst/>
          </a:prstGeom>
          <a:solidFill>
            <a:srgbClr val="ECF1F4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6" name="直線コネクタ 25">
            <a:extLst>
              <a:ext uri="{FF2B5EF4-FFF2-40B4-BE49-F238E27FC236}">
                <a16:creationId xmlns:a16="http://schemas.microsoft.com/office/drawing/2014/main" id="{6A81A413-E438-061D-7C90-F5C58FADD165}"/>
              </a:ext>
            </a:extLst>
          </p:cNvPr>
          <p:cNvCxnSpPr>
            <a:cxnSpLocks/>
          </p:cNvCxnSpPr>
          <p:nvPr/>
        </p:nvCxnSpPr>
        <p:spPr>
          <a:xfrm>
            <a:off x="550714" y="6504987"/>
            <a:ext cx="0" cy="19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スライド番号プレースホルダー 3">
            <a:extLst>
              <a:ext uri="{FF2B5EF4-FFF2-40B4-BE49-F238E27FC236}">
                <a16:creationId xmlns:a16="http://schemas.microsoft.com/office/drawing/2014/main" id="{6109E172-85B5-D6BA-35E2-71BC0EBAEF7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42501" y="6474646"/>
            <a:ext cx="343672" cy="239418"/>
          </a:xfrm>
          <a:prstGeom prst="rect">
            <a:avLst/>
          </a:prstGeom>
        </p:spPr>
        <p:txBody>
          <a:bodyPr vert="horz" lIns="0" tIns="45720" rIns="91440" bIns="45720" rtlCol="0" anchor="t" anchorCtr="0"/>
          <a:lstStyle>
            <a:lvl1pPr algn="l">
              <a:defRPr sz="1100">
                <a:solidFill>
                  <a:schemeClr val="tx1"/>
                </a:solidFill>
                <a:latin typeface="+mj-lt"/>
              </a:defRPr>
            </a:lvl1pPr>
          </a:lstStyle>
          <a:p>
            <a:fld id="{48394356-8693-4048-8EAF-2BF05B04AA80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30" name="タイトル 1">
            <a:extLst>
              <a:ext uri="{FF2B5EF4-FFF2-40B4-BE49-F238E27FC236}">
                <a16:creationId xmlns:a16="http://schemas.microsoft.com/office/drawing/2014/main" id="{B9A141CF-F022-534F-2B0D-5484A16D3D3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8988" y="188913"/>
            <a:ext cx="9000000" cy="540000"/>
          </a:xfrm>
        </p:spPr>
        <p:txBody>
          <a:bodyPr lIns="180000" tIns="72000" rIns="180000"/>
          <a:lstStyle>
            <a:lvl1pPr>
              <a:defRPr sz="2400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</a:lstStyle>
          <a:p>
            <a:r>
              <a:rPr kumimoji="1" lang="ja-JP" altLang="en-US"/>
              <a:t>タイトル</a:t>
            </a:r>
            <a:r>
              <a:rPr kumimoji="1" lang="en-US" altLang="ja-JP"/>
              <a:t> MSP</a:t>
            </a:r>
            <a:r>
              <a:rPr kumimoji="1" lang="ja-JP" altLang="en-US"/>
              <a:t>ゴシック</a:t>
            </a:r>
            <a:r>
              <a:rPr kumimoji="1" lang="en-US" altLang="ja-JP"/>
              <a:t> 24pt</a:t>
            </a:r>
            <a:endParaRPr kumimoji="1" lang="ja-JP" altLang="en-US"/>
          </a:p>
        </p:txBody>
      </p:sp>
      <p:sp>
        <p:nvSpPr>
          <p:cNvPr id="31" name="テキスト プレースホルダー 13">
            <a:extLst>
              <a:ext uri="{FF2B5EF4-FFF2-40B4-BE49-F238E27FC236}">
                <a16:creationId xmlns:a16="http://schemas.microsoft.com/office/drawing/2014/main" id="{091E2DBB-7DB9-2686-95D3-4E80875ED02D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9729232" y="1202636"/>
            <a:ext cx="2232000" cy="1620000"/>
          </a:xfrm>
        </p:spPr>
        <p:txBody>
          <a:bodyPr lIns="180000" tIns="72000" rIns="180000">
            <a:norm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800" b="1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</a:lstStyle>
          <a:p>
            <a:pPr lvl="0"/>
            <a:r>
              <a:rPr kumimoji="1" lang="en-US" altLang="ja-JP"/>
              <a:t>5.</a:t>
            </a:r>
            <a:br>
              <a:rPr kumimoji="1" lang="en-US" altLang="ja-JP"/>
            </a:br>
            <a:r>
              <a:rPr kumimoji="1" lang="ja-JP" altLang="en-US"/>
              <a:t>トピックタイトル</a:t>
            </a:r>
            <a:endParaRPr kumimoji="1" lang="en-US" altLang="ja-JP"/>
          </a:p>
        </p:txBody>
      </p:sp>
      <p:sp>
        <p:nvSpPr>
          <p:cNvPr id="32" name="テキスト プレースホルダー 13">
            <a:extLst>
              <a:ext uri="{FF2B5EF4-FFF2-40B4-BE49-F238E27FC236}">
                <a16:creationId xmlns:a16="http://schemas.microsoft.com/office/drawing/2014/main" id="{078B0A2C-258F-D3A0-16EC-3E1972B716E7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729232" y="2853288"/>
            <a:ext cx="2232000" cy="3384000"/>
          </a:xfrm>
        </p:spPr>
        <p:txBody>
          <a:bodyPr lIns="180000" tIns="72000" rIns="180000">
            <a:norm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600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</a:lstStyle>
          <a:p>
            <a:pPr lvl="0"/>
            <a:r>
              <a:rPr kumimoji="1" lang="ja-JP" altLang="en-US"/>
              <a:t>補足テキスト</a:t>
            </a:r>
          </a:p>
        </p:txBody>
      </p:sp>
      <p:sp>
        <p:nvSpPr>
          <p:cNvPr id="33" name="テキスト プレースホルダー 13">
            <a:extLst>
              <a:ext uri="{FF2B5EF4-FFF2-40B4-BE49-F238E27FC236}">
                <a16:creationId xmlns:a16="http://schemas.microsoft.com/office/drawing/2014/main" id="{D8A912AB-567C-A54D-4F1D-3027E27F6316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4980000" y="1202636"/>
            <a:ext cx="2232000" cy="1620000"/>
          </a:xfrm>
        </p:spPr>
        <p:txBody>
          <a:bodyPr lIns="180000" tIns="72000" rIns="180000">
            <a:norm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800" b="1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</a:lstStyle>
          <a:p>
            <a:pPr lvl="0"/>
            <a:r>
              <a:rPr kumimoji="1" lang="en-US" altLang="ja-JP"/>
              <a:t>3.</a:t>
            </a:r>
            <a:br>
              <a:rPr kumimoji="1" lang="en-US" altLang="ja-JP"/>
            </a:br>
            <a:r>
              <a:rPr kumimoji="1" lang="ja-JP" altLang="en-US"/>
              <a:t>トピックタイトル</a:t>
            </a:r>
            <a:endParaRPr kumimoji="1" lang="en-US" altLang="ja-JP"/>
          </a:p>
        </p:txBody>
      </p:sp>
      <p:sp>
        <p:nvSpPr>
          <p:cNvPr id="34" name="テキスト プレースホルダー 13">
            <a:extLst>
              <a:ext uri="{FF2B5EF4-FFF2-40B4-BE49-F238E27FC236}">
                <a16:creationId xmlns:a16="http://schemas.microsoft.com/office/drawing/2014/main" id="{A1CC399C-A256-16A8-5421-852FF5919F5D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4980000" y="2853288"/>
            <a:ext cx="2232000" cy="3384000"/>
          </a:xfrm>
        </p:spPr>
        <p:txBody>
          <a:bodyPr lIns="180000" tIns="72000" rIns="180000">
            <a:norm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600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</a:lstStyle>
          <a:p>
            <a:pPr lvl="0"/>
            <a:r>
              <a:rPr kumimoji="1" lang="ja-JP" altLang="en-US"/>
              <a:t>補足テキスト</a:t>
            </a:r>
          </a:p>
        </p:txBody>
      </p:sp>
      <p:sp>
        <p:nvSpPr>
          <p:cNvPr id="35" name="テキスト プレースホルダー 13">
            <a:extLst>
              <a:ext uri="{FF2B5EF4-FFF2-40B4-BE49-F238E27FC236}">
                <a16:creationId xmlns:a16="http://schemas.microsoft.com/office/drawing/2014/main" id="{F59B86E8-736F-B28D-D00E-E953A7F41FBC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2601629" y="1202636"/>
            <a:ext cx="2232000" cy="1620000"/>
          </a:xfrm>
        </p:spPr>
        <p:txBody>
          <a:bodyPr lIns="180000" tIns="72000" rIns="180000">
            <a:norm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800" b="1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</a:lstStyle>
          <a:p>
            <a:pPr lvl="0"/>
            <a:r>
              <a:rPr kumimoji="1" lang="en-US" altLang="ja-JP"/>
              <a:t>2.</a:t>
            </a:r>
            <a:br>
              <a:rPr kumimoji="1" lang="en-US" altLang="ja-JP"/>
            </a:br>
            <a:r>
              <a:rPr kumimoji="1" lang="ja-JP" altLang="en-US"/>
              <a:t>トピックタイトル</a:t>
            </a:r>
            <a:endParaRPr kumimoji="1" lang="en-US" altLang="ja-JP"/>
          </a:p>
        </p:txBody>
      </p:sp>
      <p:sp>
        <p:nvSpPr>
          <p:cNvPr id="36" name="テキスト プレースホルダー 13">
            <a:extLst>
              <a:ext uri="{FF2B5EF4-FFF2-40B4-BE49-F238E27FC236}">
                <a16:creationId xmlns:a16="http://schemas.microsoft.com/office/drawing/2014/main" id="{147CC392-487E-2E0C-B50A-061957F777ED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2601629" y="2853288"/>
            <a:ext cx="2232000" cy="3384000"/>
          </a:xfrm>
        </p:spPr>
        <p:txBody>
          <a:bodyPr lIns="180000" tIns="72000" rIns="180000">
            <a:norm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600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</a:lstStyle>
          <a:p>
            <a:pPr lvl="0"/>
            <a:r>
              <a:rPr kumimoji="1" lang="ja-JP" altLang="en-US"/>
              <a:t>補足テキスト</a:t>
            </a:r>
          </a:p>
        </p:txBody>
      </p:sp>
      <p:sp>
        <p:nvSpPr>
          <p:cNvPr id="37" name="テキスト プレースホルダー 13">
            <a:extLst>
              <a:ext uri="{FF2B5EF4-FFF2-40B4-BE49-F238E27FC236}">
                <a16:creationId xmlns:a16="http://schemas.microsoft.com/office/drawing/2014/main" id="{7BEA0843-78F0-59BF-C130-00A11B0158B0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350861" y="1202636"/>
            <a:ext cx="2232000" cy="1620000"/>
          </a:xfrm>
        </p:spPr>
        <p:txBody>
          <a:bodyPr lIns="180000" tIns="72000" rIns="180000">
            <a:norm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800" b="1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</a:lstStyle>
          <a:p>
            <a:pPr lvl="0"/>
            <a:r>
              <a:rPr kumimoji="1" lang="en-US" altLang="ja-JP"/>
              <a:t>4.</a:t>
            </a:r>
            <a:br>
              <a:rPr kumimoji="1" lang="en-US" altLang="ja-JP"/>
            </a:br>
            <a:r>
              <a:rPr kumimoji="1" lang="ja-JP" altLang="en-US"/>
              <a:t>トピックタイトル</a:t>
            </a:r>
            <a:endParaRPr kumimoji="1" lang="en-US" altLang="ja-JP"/>
          </a:p>
        </p:txBody>
      </p:sp>
      <p:sp>
        <p:nvSpPr>
          <p:cNvPr id="38" name="テキスト プレースホルダー 13">
            <a:extLst>
              <a:ext uri="{FF2B5EF4-FFF2-40B4-BE49-F238E27FC236}">
                <a16:creationId xmlns:a16="http://schemas.microsoft.com/office/drawing/2014/main" id="{A4EC413B-D1FB-83CD-AFD7-13B9F7201C46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350861" y="2853288"/>
            <a:ext cx="2232000" cy="3384000"/>
          </a:xfrm>
        </p:spPr>
        <p:txBody>
          <a:bodyPr lIns="180000" tIns="72000" rIns="180000">
            <a:norm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600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</a:lstStyle>
          <a:p>
            <a:pPr lvl="0"/>
            <a:r>
              <a:rPr kumimoji="1" lang="ja-JP" altLang="en-US"/>
              <a:t>補足テキスト</a:t>
            </a:r>
          </a:p>
        </p:txBody>
      </p:sp>
      <p:sp>
        <p:nvSpPr>
          <p:cNvPr id="39" name="テキスト ボックス 38">
            <a:extLst>
              <a:ext uri="{FF2B5EF4-FFF2-40B4-BE49-F238E27FC236}">
                <a16:creationId xmlns:a16="http://schemas.microsoft.com/office/drawing/2014/main" id="{9528192A-F077-FEE2-59A7-9B8112A6FFB7}"/>
              </a:ext>
            </a:extLst>
          </p:cNvPr>
          <p:cNvSpPr txBox="1"/>
          <p:nvPr/>
        </p:nvSpPr>
        <p:spPr>
          <a:xfrm>
            <a:off x="10884988" y="6482599"/>
            <a:ext cx="1080000" cy="223514"/>
          </a:xfrm>
          <a:prstGeom prst="rect">
            <a:avLst/>
          </a:prstGeom>
          <a:noFill/>
          <a:ln w="9525"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980" b="0" i="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980" b="0" i="0">
              <a:solidFill>
                <a:schemeClr val="tx1">
                  <a:lumMod val="50000"/>
                  <a:lumOff val="50000"/>
                </a:schemeClr>
              </a:solidFill>
              <a:latin typeface="+mj-lt"/>
              <a:ea typeface="MS Gothic" panose="020B0609070205080204" pitchFamily="49" charset="-128"/>
            </a:endParaRPr>
          </a:p>
        </p:txBody>
      </p:sp>
      <p:sp>
        <p:nvSpPr>
          <p:cNvPr id="18" name="フッター プレースホルダー 2">
            <a:extLst>
              <a:ext uri="{FF2B5EF4-FFF2-40B4-BE49-F238E27FC236}">
                <a16:creationId xmlns:a16="http://schemas.microsoft.com/office/drawing/2014/main" id="{8B7B2490-5B69-9356-577C-5A2BF46F641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38758" y="6474646"/>
            <a:ext cx="4456805" cy="239418"/>
          </a:xfrm>
          <a:prstGeom prst="rect">
            <a:avLst/>
          </a:prstGeom>
        </p:spPr>
        <p:txBody>
          <a:bodyPr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r>
              <a:rPr lang="ja-JP" altLang="en-US"/>
              <a:t>三菱ケミカル□□□株式会社</a:t>
            </a:r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64F1DFEB-89E7-4E93-8F93-D7C095311E96}"/>
              </a:ext>
            </a:extLst>
          </p:cNvPr>
          <p:cNvSpPr/>
          <p:nvPr userDrawn="1"/>
        </p:nvSpPr>
        <p:spPr>
          <a:xfrm>
            <a:off x="119063" y="6452663"/>
            <a:ext cx="11953875" cy="288000"/>
          </a:xfrm>
          <a:prstGeom prst="rect">
            <a:avLst/>
          </a:prstGeom>
          <a:solidFill>
            <a:srgbClr val="ECF1F4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2" name="直線コネクタ 21">
            <a:extLst>
              <a:ext uri="{FF2B5EF4-FFF2-40B4-BE49-F238E27FC236}">
                <a16:creationId xmlns:a16="http://schemas.microsoft.com/office/drawing/2014/main" id="{CB170C04-AF08-47E4-B742-193C7C0877D5}"/>
              </a:ext>
            </a:extLst>
          </p:cNvPr>
          <p:cNvCxnSpPr>
            <a:cxnSpLocks/>
          </p:cNvCxnSpPr>
          <p:nvPr userDrawn="1"/>
        </p:nvCxnSpPr>
        <p:spPr>
          <a:xfrm>
            <a:off x="550714" y="6504987"/>
            <a:ext cx="0" cy="19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46D5C4C8-66B9-4DDB-981E-55A0A5F3E896}"/>
              </a:ext>
            </a:extLst>
          </p:cNvPr>
          <p:cNvSpPr txBox="1"/>
          <p:nvPr userDrawn="1"/>
        </p:nvSpPr>
        <p:spPr>
          <a:xfrm>
            <a:off x="10884988" y="6482599"/>
            <a:ext cx="1080000" cy="223514"/>
          </a:xfrm>
          <a:prstGeom prst="rect">
            <a:avLst/>
          </a:prstGeom>
          <a:noFill/>
          <a:ln w="9525"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980" b="0" i="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980" b="0" i="0">
              <a:solidFill>
                <a:schemeClr val="tx1">
                  <a:lumMod val="50000"/>
                  <a:lumOff val="50000"/>
                </a:schemeClr>
              </a:solidFill>
              <a:latin typeface="+mj-lt"/>
              <a:ea typeface="MS Gothic" panose="020B0609070205080204" pitchFamily="49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4041269036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>
            <a:lvl1pPr>
              <a:defRPr sz="3200">
                <a:latin typeface="ＭＳ ゴシック" panose="020B0609070205080204" pitchFamily="49" charset="-128"/>
                <a:ea typeface="ＭＳ ゴシック" panose="020B0609070205080204" pitchFamily="49" charset="-128"/>
              </a:defRPr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>
            <a:lvl1pPr>
              <a:defRPr>
                <a:latin typeface="ＭＳ ゴシック" panose="020B0609070205080204" pitchFamily="49" charset="-128"/>
                <a:ea typeface="ＭＳ ゴシック" panose="020B0609070205080204" pitchFamily="49" charset="-128"/>
              </a:defRPr>
            </a:lvl1pPr>
            <a:lvl2pPr>
              <a:defRPr>
                <a:latin typeface="ＭＳ ゴシック" panose="020B0609070205080204" pitchFamily="49" charset="-128"/>
                <a:ea typeface="ＭＳ ゴシック" panose="020B0609070205080204" pitchFamily="49" charset="-128"/>
              </a:defRPr>
            </a:lvl2pPr>
            <a:lvl3pPr>
              <a:defRPr>
                <a:latin typeface="ＭＳ ゴシック" panose="020B0609070205080204" pitchFamily="49" charset="-128"/>
                <a:ea typeface="ＭＳ ゴシック" panose="020B0609070205080204" pitchFamily="49" charset="-128"/>
              </a:defRPr>
            </a:lvl3pPr>
            <a:lvl4pPr>
              <a:defRPr>
                <a:latin typeface="ＭＳ ゴシック" panose="020B0609070205080204" pitchFamily="49" charset="-128"/>
                <a:ea typeface="ＭＳ ゴシック" panose="020B0609070205080204" pitchFamily="49" charset="-128"/>
              </a:defRPr>
            </a:lvl4pPr>
            <a:lvl5pPr>
              <a:defRPr>
                <a:latin typeface="ＭＳ ゴシック" panose="020B0609070205080204" pitchFamily="49" charset="-128"/>
                <a:ea typeface="ＭＳ ゴシック" panose="020B0609070205080204" pitchFamily="49" charset="-128"/>
              </a:defRPr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ja-JP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ja-JP" altLang="en-US">
                <a:solidFill>
                  <a:prstClr val="black">
                    <a:tint val="75000"/>
                  </a:prstClr>
                </a:solidFill>
              </a:rPr>
              <a:t>三菱ケミカル株式会社</a:t>
            </a:r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9A76EA-301C-46AF-8EE1-E964137727D1}" type="slidenum">
              <a:rPr lang="ja-JP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ja-JP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2152553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slideLayout" Target="../slideLayouts/slideLayout19.xml"/><Relationship Id="rId3" Type="http://schemas.openxmlformats.org/officeDocument/2006/relationships/slideLayout" Target="../slideLayouts/slideLayout20.xml"/><Relationship Id="rId4" Type="http://schemas.openxmlformats.org/officeDocument/2006/relationships/slideLayout" Target="../slideLayouts/slideLayout21.xml"/><Relationship Id="rId5" Type="http://schemas.openxmlformats.org/officeDocument/2006/relationships/slideLayout" Target="../slideLayouts/slideLayout22.xml"/><Relationship Id="rId6" Type="http://schemas.openxmlformats.org/officeDocument/2006/relationships/slideLayout" Target="../slideLayouts/slideLayout23.xml"/><Relationship Id="rId7" Type="http://schemas.openxmlformats.org/officeDocument/2006/relationships/slideLayout" Target="../slideLayouts/slideLayout24.xml"/><Relationship Id="rId8" Type="http://schemas.openxmlformats.org/officeDocument/2006/relationships/slideLayout" Target="../slideLayouts/slideLayout25.xml"/><Relationship Id="rId9" Type="http://schemas.openxmlformats.org/officeDocument/2006/relationships/theme" Target="../theme/theme2.xml"/><Relationship Id="rId10" Type="http://schemas.openxmlformats.org/officeDocument/2006/relationships/image" Target="../media/image1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フッター プレースホルダー 2">
            <a:extLst>
              <a:ext uri="{FF2B5EF4-FFF2-40B4-BE49-F238E27FC236}">
                <a16:creationId xmlns:a16="http://schemas.microsoft.com/office/drawing/2014/main" id="{793D33C9-6286-93AD-F690-DD106EE4188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38758" y="6474646"/>
            <a:ext cx="4456805" cy="239418"/>
          </a:xfrm>
          <a:prstGeom prst="rect">
            <a:avLst/>
          </a:prstGeom>
        </p:spPr>
        <p:txBody>
          <a:bodyPr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r>
              <a:rPr lang="ja-JP" altLang="en-US"/>
              <a:t>三菱ケミカル株式会社</a:t>
            </a:r>
          </a:p>
        </p:txBody>
      </p:sp>
      <p:sp>
        <p:nvSpPr>
          <p:cNvPr id="39" name="スライド番号プレースホルダー 3">
            <a:extLst>
              <a:ext uri="{FF2B5EF4-FFF2-40B4-BE49-F238E27FC236}">
                <a16:creationId xmlns:a16="http://schemas.microsoft.com/office/drawing/2014/main" id="{1E9F7E52-3585-A248-DCF9-10FD61D025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42501" y="6474646"/>
            <a:ext cx="343672" cy="239418"/>
          </a:xfrm>
          <a:prstGeom prst="rect">
            <a:avLst/>
          </a:prstGeom>
        </p:spPr>
        <p:txBody>
          <a:bodyPr vert="horz" lIns="0" tIns="45720" rIns="91440" bIns="45720" rtlCol="0" anchor="t" anchorCtr="0"/>
          <a:lstStyle>
            <a:lvl1pPr algn="l">
              <a:defRPr sz="1130">
                <a:solidFill>
                  <a:schemeClr val="tx1"/>
                </a:solidFill>
                <a:latin typeface="+mj-lt"/>
              </a:defRPr>
            </a:lvl1pPr>
          </a:lstStyle>
          <a:p>
            <a:fld id="{48394356-8693-4048-8EAF-2BF05B04AA80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5" name="タイトル プレースホルダー 4">
            <a:extLst>
              <a:ext uri="{FF2B5EF4-FFF2-40B4-BE49-F238E27FC236}">
                <a16:creationId xmlns:a16="http://schemas.microsoft.com/office/drawing/2014/main" id="{20757BDD-7C5A-9847-972C-E62918DA27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4336" y="255264"/>
            <a:ext cx="9548530" cy="369332"/>
          </a:xfrm>
          <a:prstGeom prst="rect">
            <a:avLst/>
          </a:prstGeom>
        </p:spPr>
        <p:txBody>
          <a:bodyPr vert="horz" wrap="square" lIns="0" tIns="0" rIns="0" bIns="0" rtlCol="0" anchor="b">
            <a:no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6" name="テキスト プレースホルダー 5">
            <a:extLst>
              <a:ext uri="{FF2B5EF4-FFF2-40B4-BE49-F238E27FC236}">
                <a16:creationId xmlns:a16="http://schemas.microsoft.com/office/drawing/2014/main" id="{DAEC7C21-0104-334A-9DA4-A217535898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07988" y="1187354"/>
            <a:ext cx="11556999" cy="5049933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</p:spTree>
    <p:extLst>
      <p:ext uri="{BB962C8B-B14F-4D97-AF65-F5344CB8AC3E}">
        <p14:creationId xmlns:p14="http://schemas.microsoft.com/office/powerpoint/2010/main" val="16963908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21" r:id="rId1"/>
    <p:sldLayoutId id="2147483858" r:id="rId2"/>
    <p:sldLayoutId id="2147483864" r:id="rId3"/>
    <p:sldLayoutId id="2147483862" r:id="rId4"/>
    <p:sldLayoutId id="2147483863" r:id="rId5"/>
    <p:sldLayoutId id="2147483859" r:id="rId6"/>
    <p:sldLayoutId id="2147483874" r:id="rId7"/>
    <p:sldLayoutId id="2147483875" r:id="rId8"/>
    <p:sldLayoutId id="2147483876" r:id="rId9"/>
    <p:sldLayoutId id="2147483880" r:id="rId10"/>
    <p:sldLayoutId id="2147483881" r:id="rId11"/>
    <p:sldLayoutId id="2147483888" r:id="rId12"/>
    <p:sldLayoutId id="2147483890" r:id="rId13"/>
    <p:sldLayoutId id="2147483885" r:id="rId14"/>
    <p:sldLayoutId id="2147483886" r:id="rId15"/>
    <p:sldLayoutId id="2147483891" r:id="rId16"/>
    <p:sldLayoutId id="2147483996" r:id="rId17"/>
  </p:sldLayoutIdLst>
  <p:hf hd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kumimoji="1" sz="2400" b="1" i="0" kern="1200" spc="-50" baseline="0">
          <a:solidFill>
            <a:schemeClr val="tx1"/>
          </a:solidFill>
          <a:latin typeface="+mj-lt"/>
          <a:ea typeface="+mj-ea"/>
          <a:cs typeface="Meiryo" charset="-128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None/>
        <a:defRPr kumimoji="1" sz="2600" kern="1200" baseline="0">
          <a:solidFill>
            <a:schemeClr val="tx1"/>
          </a:solidFill>
          <a:latin typeface="+mn-lt"/>
          <a:ea typeface="+mn-ea"/>
          <a:cs typeface="+mn-cs"/>
        </a:defRPr>
      </a:lvl1pPr>
      <a:lvl2pPr marL="360000" indent="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None/>
        <a:defRPr kumimoji="1" sz="2200" kern="1200">
          <a:solidFill>
            <a:schemeClr val="tx1"/>
          </a:solidFill>
          <a:latin typeface="+mn-lt"/>
          <a:ea typeface="+mn-ea"/>
          <a:cs typeface="+mn-cs"/>
        </a:defRPr>
      </a:lvl2pPr>
      <a:lvl3pPr marL="720000" indent="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None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080000" indent="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None/>
        <a:defRPr kumimoji="1"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440000" indent="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None/>
        <a:defRPr kumimoji="1" sz="1000" kern="1200">
          <a:solidFill>
            <a:schemeClr val="tx1"/>
          </a:solidFill>
          <a:latin typeface="+mn-lt"/>
          <a:ea typeface="+mn-ea"/>
          <a:cs typeface="+mn-cs"/>
        </a:defRPr>
      </a:lvl5pPr>
      <a:lvl6pPr marL="1980000" indent="-18000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kumimoji="1" sz="9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799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4" pos="7537" userDrawn="1">
          <p15:clr>
            <a:srgbClr val="F26B43"/>
          </p15:clr>
        </p15:guide>
        <p15:guide id="5" pos="257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FCDCF539-2533-44B3-A5FE-169A800A8363}"/>
              </a:ext>
            </a:extLst>
          </p:cNvPr>
          <p:cNvSpPr/>
          <p:nvPr/>
        </p:nvSpPr>
        <p:spPr>
          <a:xfrm>
            <a:off x="119063" y="6452663"/>
            <a:ext cx="11953875" cy="288000"/>
          </a:xfrm>
          <a:prstGeom prst="rect">
            <a:avLst/>
          </a:prstGeom>
          <a:solidFill>
            <a:srgbClr val="ECF1F4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タイトル プレースホルダー 9"/>
          <p:cNvSpPr>
            <a:spLocks noGrp="1"/>
          </p:cNvSpPr>
          <p:nvPr>
            <p:ph type="title"/>
          </p:nvPr>
        </p:nvSpPr>
        <p:spPr>
          <a:xfrm>
            <a:off x="242502" y="198450"/>
            <a:ext cx="9000000" cy="540000"/>
          </a:xfrm>
          <a:prstGeom prst="rect">
            <a:avLst/>
          </a:prstGeom>
        </p:spPr>
        <p:txBody>
          <a:bodyPr vert="horz" wrap="none" lIns="180000" tIns="72000" rIns="180000" bIns="0" rtlCol="0" anchor="ctr">
            <a:noAutofit/>
          </a:bodyPr>
          <a:lstStyle/>
          <a:p>
            <a:r>
              <a:rPr kumimoji="1" lang="ja-JP" altLang="en-US"/>
              <a:t>タイトル</a:t>
            </a:r>
            <a:r>
              <a:rPr kumimoji="1" lang="en-US" altLang="ja-JP"/>
              <a:t> MSP</a:t>
            </a:r>
            <a:r>
              <a:rPr kumimoji="1" lang="ja-JP" altLang="en-US"/>
              <a:t>ゴシック</a:t>
            </a:r>
            <a:r>
              <a:rPr kumimoji="1" lang="en-US" altLang="ja-JP"/>
              <a:t> 24pt</a:t>
            </a:r>
            <a:endParaRPr kumimoji="1" lang="ja-JP" altLang="en-US"/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238814" y="1184732"/>
            <a:ext cx="11736000" cy="5040000"/>
          </a:xfrm>
          <a:prstGeom prst="rect">
            <a:avLst/>
          </a:prstGeom>
        </p:spPr>
        <p:txBody>
          <a:bodyPr vert="horz" lIns="180000" tIns="72000" rIns="180000" bIns="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  <a:p>
            <a:pPr lvl="0"/>
            <a:endParaRPr kumimoji="1" lang="ja-JP" altLang="en-US"/>
          </a:p>
        </p:txBody>
      </p:sp>
      <p:sp>
        <p:nvSpPr>
          <p:cNvPr id="39" name="スライド番号プレースホルダー 3">
            <a:extLst>
              <a:ext uri="{FF2B5EF4-FFF2-40B4-BE49-F238E27FC236}">
                <a16:creationId xmlns:a16="http://schemas.microsoft.com/office/drawing/2014/main" id="{1E9F7E52-3585-A248-DCF9-10FD61D025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42501" y="6474646"/>
            <a:ext cx="343672" cy="239418"/>
          </a:xfrm>
          <a:prstGeom prst="rect">
            <a:avLst/>
          </a:prstGeom>
        </p:spPr>
        <p:txBody>
          <a:bodyPr vert="horz" lIns="0" tIns="45720" rIns="91440" bIns="45720" rtlCol="0" anchor="t" anchorCtr="0"/>
          <a:lstStyle>
            <a:lvl1pPr algn="l">
              <a:defRPr sz="1100">
                <a:solidFill>
                  <a:schemeClr val="tx1"/>
                </a:solidFill>
                <a:latin typeface="+mj-lt"/>
              </a:defRPr>
            </a:lvl1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fld id="{049A76EA-301C-46AF-8EE1-E964137727D1}" type="slidenum">
              <a:rPr lang="ja-JP" altLang="en-US" smtClean="0">
                <a:solidFill>
                  <a:prstClr val="black">
                    <a:tint val="75000"/>
                  </a:prstClr>
                </a:solidFill>
                <a:latin typeface="Calibri"/>
                <a:ea typeface="ＭＳ Ｐゴシック"/>
              </a:rPr>
              <a:pPr fontAlgn="auto">
                <a:spcBef>
                  <a:spcPts val="0"/>
                </a:spcBef>
                <a:spcAft>
                  <a:spcPts val="0"/>
                </a:spcAft>
              </a:pPr>
              <a:t>‹#›</a:t>
            </a:fld>
            <a:endParaRPr lang="ja-JP" altLang="en-US">
              <a:solidFill>
                <a:prstClr val="black">
                  <a:tint val="75000"/>
                </a:prstClr>
              </a:solidFill>
              <a:latin typeface="Calibri"/>
              <a:ea typeface="ＭＳ Ｐゴシック"/>
            </a:endParaRPr>
          </a:p>
        </p:txBody>
      </p:sp>
      <p:pic>
        <p:nvPicPr>
          <p:cNvPr id="13" name="図 12" descr="アイコン&#10;&#10;低い精度で自動的に生成された説明">
            <a:extLst>
              <a:ext uri="{FF2B5EF4-FFF2-40B4-BE49-F238E27FC236}">
                <a16:creationId xmlns:a16="http://schemas.microsoft.com/office/drawing/2014/main" id="{8379A01F-8105-4DFA-DC55-B0DA44C858B2}"/>
              </a:ext>
            </a:extLst>
          </p:cNvPr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89431" y="66162"/>
            <a:ext cx="1441424" cy="662901"/>
          </a:xfrm>
          <a:prstGeom prst="rect">
            <a:avLst/>
          </a:prstGeom>
        </p:spPr>
      </p:pic>
      <p:sp>
        <p:nvSpPr>
          <p:cNvPr id="11" name="フッター プレースホルダー 2">
            <a:extLst>
              <a:ext uri="{FF2B5EF4-FFF2-40B4-BE49-F238E27FC236}">
                <a16:creationId xmlns:a16="http://schemas.microsoft.com/office/drawing/2014/main" id="{C13510D1-AC76-68D5-73DF-F042E714DF6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38758" y="6474646"/>
            <a:ext cx="4456805" cy="239418"/>
          </a:xfrm>
          <a:prstGeom prst="rect">
            <a:avLst/>
          </a:prstGeom>
        </p:spPr>
        <p:txBody>
          <a:bodyPr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ja-JP" altLang="en-US">
                <a:solidFill>
                  <a:prstClr val="black">
                    <a:tint val="75000"/>
                  </a:prstClr>
                </a:solidFill>
                <a:latin typeface="Calibri"/>
                <a:ea typeface="ＭＳ Ｐゴシック"/>
              </a:rPr>
              <a:t>三菱ケミカル株式会社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36486B22-793D-4127-9434-7D2C566CA628}"/>
              </a:ext>
            </a:extLst>
          </p:cNvPr>
          <p:cNvSpPr txBox="1"/>
          <p:nvPr/>
        </p:nvSpPr>
        <p:spPr>
          <a:xfrm>
            <a:off x="10884988" y="6482599"/>
            <a:ext cx="1080000" cy="223514"/>
          </a:xfrm>
          <a:prstGeom prst="rect">
            <a:avLst/>
          </a:prstGeom>
          <a:noFill/>
          <a:ln w="9525"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980" b="0" i="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980" b="0" i="0">
              <a:solidFill>
                <a:schemeClr val="tx1">
                  <a:lumMod val="50000"/>
                  <a:lumOff val="50000"/>
                </a:schemeClr>
              </a:solidFill>
              <a:latin typeface="+mj-lt"/>
              <a:ea typeface="MS Gothic" panose="020B0609070205080204" pitchFamily="49" charset="-128"/>
            </a:endParaRPr>
          </a:p>
        </p:txBody>
      </p:sp>
      <p:cxnSp>
        <p:nvCxnSpPr>
          <p:cNvPr id="14" name="直線コネクタ 13">
            <a:extLst>
              <a:ext uri="{FF2B5EF4-FFF2-40B4-BE49-F238E27FC236}">
                <a16:creationId xmlns:a16="http://schemas.microsoft.com/office/drawing/2014/main" id="{8D308650-E3E1-452C-8427-1CC5240704A0}"/>
              </a:ext>
            </a:extLst>
          </p:cNvPr>
          <p:cNvCxnSpPr>
            <a:cxnSpLocks/>
          </p:cNvCxnSpPr>
          <p:nvPr/>
        </p:nvCxnSpPr>
        <p:spPr>
          <a:xfrm>
            <a:off x="550714" y="6504987"/>
            <a:ext cx="0" cy="19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826638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88" r:id="rId1"/>
    <p:sldLayoutId id="2147483989" r:id="rId2"/>
    <p:sldLayoutId id="2147483990" r:id="rId3"/>
    <p:sldLayoutId id="2147483991" r:id="rId4"/>
    <p:sldLayoutId id="2147483992" r:id="rId5"/>
    <p:sldLayoutId id="2147483993" r:id="rId6"/>
    <p:sldLayoutId id="2147483994" r:id="rId7"/>
    <p:sldLayoutId id="2147483995" r:id="rId8"/>
  </p:sldLayoutIdLst>
  <p:hf hd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kumimoji="1" sz="2400" b="1" i="0" kern="1200" spc="-50" baseline="0">
          <a:solidFill>
            <a:schemeClr val="tx1"/>
          </a:solidFill>
          <a:latin typeface="メイリオ" panose="020B0604030504040204" pitchFamily="50" charset="-128"/>
          <a:ea typeface="メイリオ" panose="020B0604030504040204" pitchFamily="50" charset="-128"/>
          <a:cs typeface="メイリオ" panose="020B0604030504040204" pitchFamily="50" charset="-128"/>
        </a:defRPr>
      </a:lvl1pPr>
    </p:titleStyle>
    <p:bodyStyle>
      <a:lvl1pPr marL="285750" indent="-285750" algn="l" defTabSz="914400" rtl="0" eaLnBrk="1" latinLnBrk="0" hangingPunct="1">
        <a:lnSpc>
          <a:spcPct val="150000"/>
        </a:lnSpc>
        <a:spcBef>
          <a:spcPts val="1000"/>
        </a:spcBef>
        <a:buFont typeface="メイリオ" panose="020B0604030504040204" pitchFamily="50" charset="-128"/>
        <a:buChar char="•"/>
        <a:defRPr kumimoji="1" sz="1800" kern="1200" baseline="0">
          <a:solidFill>
            <a:schemeClr val="tx1"/>
          </a:solidFill>
          <a:latin typeface="メイリオ" panose="020B0604030504040204" pitchFamily="50" charset="-128"/>
          <a:ea typeface="メイリオ" panose="020B0604030504040204" pitchFamily="50" charset="-128"/>
          <a:cs typeface="+mn-cs"/>
        </a:defRPr>
      </a:lvl1pPr>
      <a:lvl2pPr marL="540000" indent="-180000" algn="l" defTabSz="914400" rtl="0" eaLnBrk="1" latinLnBrk="0" hangingPunct="1">
        <a:lnSpc>
          <a:spcPct val="100000"/>
        </a:lnSpc>
        <a:spcBef>
          <a:spcPts val="1000"/>
        </a:spcBef>
        <a:buFont typeface="メイリオ" panose="020B0604030504040204" pitchFamily="50" charset="-128"/>
        <a:buChar char="‒"/>
        <a:defRPr kumimoji="1" sz="1600" kern="1200">
          <a:solidFill>
            <a:schemeClr val="tx1"/>
          </a:solidFill>
          <a:latin typeface="メイリオ" panose="020B0604030504040204" pitchFamily="50" charset="-128"/>
          <a:ea typeface="メイリオ" panose="020B0604030504040204" pitchFamily="50" charset="-128"/>
          <a:cs typeface="+mn-cs"/>
        </a:defRPr>
      </a:lvl2pPr>
      <a:lvl3pPr marL="900000" indent="-18000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kumimoji="1" sz="1400" kern="1200">
          <a:solidFill>
            <a:schemeClr val="tx1"/>
          </a:solidFill>
          <a:latin typeface="メイリオ" panose="020B0604030504040204" pitchFamily="50" charset="-128"/>
          <a:ea typeface="メイリオ" panose="020B0604030504040204" pitchFamily="50" charset="-128"/>
          <a:cs typeface="+mn-cs"/>
        </a:defRPr>
      </a:lvl3pPr>
      <a:lvl4pPr marL="1260000" indent="-180000" algn="l" defTabSz="914400" rtl="0" eaLnBrk="1" latinLnBrk="0" hangingPunct="1">
        <a:lnSpc>
          <a:spcPct val="100000"/>
        </a:lnSpc>
        <a:spcBef>
          <a:spcPts val="1000"/>
        </a:spcBef>
        <a:buFont typeface="メイリオ" panose="020B0604030504040204" pitchFamily="50" charset="-128"/>
        <a:buChar char="‒"/>
        <a:defRPr kumimoji="1" sz="1200" kern="1200">
          <a:solidFill>
            <a:schemeClr val="tx1"/>
          </a:solidFill>
          <a:latin typeface="メイリオ" panose="020B0604030504040204" pitchFamily="50" charset="-128"/>
          <a:ea typeface="メイリオ" panose="020B0604030504040204" pitchFamily="50" charset="-128"/>
          <a:cs typeface="+mn-cs"/>
        </a:defRPr>
      </a:lvl4pPr>
      <a:lvl5pPr marL="1620000" indent="-180000" algn="l" defTabSz="914400" rtl="0" eaLnBrk="1" latinLnBrk="0" hangingPunct="1">
        <a:lnSpc>
          <a:spcPct val="100000"/>
        </a:lnSpc>
        <a:spcBef>
          <a:spcPts val="1000"/>
        </a:spcBef>
        <a:buFont typeface="メイリオ" panose="020B0604030504040204" pitchFamily="50" charset="-128"/>
        <a:buChar char="»"/>
        <a:defRPr kumimoji="1" sz="1050" kern="1200">
          <a:solidFill>
            <a:schemeClr val="tx1"/>
          </a:solidFill>
          <a:latin typeface="メイリオ" panose="020B0604030504040204" pitchFamily="50" charset="-128"/>
          <a:ea typeface="メイリオ" panose="020B0604030504040204" pitchFamily="50" charset="-128"/>
          <a:cs typeface="+mn-cs"/>
        </a:defRPr>
      </a:lvl5pPr>
      <a:lvl6pPr marL="1980000" indent="-18000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kumimoji="1" sz="900" kern="1200">
          <a:solidFill>
            <a:schemeClr val="tx1"/>
          </a:solidFill>
          <a:latin typeface="メイリオ" panose="020B0604030504040204" pitchFamily="50" charset="-128"/>
          <a:ea typeface="メイリオ" panose="020B0604030504040204" pitchFamily="50" charset="-128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  <p15:guide id="3" orient="horz" pos="4178">
          <p15:clr>
            <a:srgbClr val="F26B43"/>
          </p15:clr>
        </p15:guide>
        <p15:guide id="4" orient="horz" pos="119">
          <p15:clr>
            <a:srgbClr val="F26B43"/>
          </p15:clr>
        </p15:guide>
        <p15:guide id="5" pos="7537">
          <p15:clr>
            <a:srgbClr val="F26B43"/>
          </p15:clr>
        </p15:guide>
        <p15:guide id="6" pos="143">
          <p15:clr>
            <a:srgbClr val="F26B43"/>
          </p15:clr>
        </p15:guide>
        <p15:guide id="7" orient="horz" pos="3929">
          <p15:clr>
            <a:srgbClr val="F26B43"/>
          </p15:clr>
        </p15:guide>
        <p15:guide id="8" orient="horz" pos="459">
          <p15:clr>
            <a:srgbClr val="F26B43"/>
          </p15:clr>
        </p15:guide>
        <p15:guide id="9" orient="horz" pos="368">
          <p15:clr>
            <a:srgbClr val="F26B43"/>
          </p15:clr>
        </p15:guide>
      </p15:sldGuideLst>
    </p:ext>
  </p:extLst>
</p:sldMaster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1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1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2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2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0" y="2240280"/>
            <a:ext cx="12191695" cy="54864"/>
          </a:xfrm>
          <a:prstGeom prst="roundRect">
            <a:avLst/>
          </a:prstGeom>
          <a:solidFill>
            <a:srgbClr val="005B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0" y="4160520"/>
            <a:ext cx="12191695" cy="36576"/>
          </a:xfrm>
          <a:prstGeom prst="roundRect">
            <a:avLst/>
          </a:prstGeom>
          <a:solidFill>
            <a:srgbClr val="C9D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51460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003F7E"/>
                </a:solidFill>
                <a:latin typeface="游ゴシック"/>
                <a:ea typeface="游ゴシック"/>
                <a:cs typeface="游ゴシック"/>
              </a:rPr>
              <a:t>製品DEG色相悪化　対応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700" b="0">
                <a:solidFill>
                  <a:srgbClr val="666666"/>
                </a:solidFill>
                <a:latin typeface="游ゴシック"/>
                <a:ea typeface="游ゴシック"/>
                <a:cs typeface="游ゴシック"/>
              </a:rPr>
              <a:t>事実の整理 → 推定メカニズム → 対応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434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666666"/>
                </a:solidFill>
                <a:latin typeface="游ゴシック"/>
                <a:ea typeface="游ゴシック"/>
                <a:cs typeface="游ゴシック"/>
              </a:rPr>
              <a:t>2026年6月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5257800"/>
            <a:ext cx="3474720" cy="960120"/>
          </a:xfrm>
          <a:prstGeom prst="roundRect">
            <a:avLst/>
          </a:prstGeom>
          <a:solidFill>
            <a:srgbClr val="EBEFF2"/>
          </a:solidFill>
          <a:ln w="12700">
            <a:solidFill>
              <a:srgbClr val="005BA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/>
          <a:lstStyle/>
          <a:p>
            <a:pPr algn="ctr"/>
            <a:r>
              <a:rPr sz="1400" b="1">
                <a:solidFill>
                  <a:srgbClr val="003F7E"/>
                </a:solidFill>
                <a:latin typeface="游ゴシック"/>
                <a:ea typeface="游ゴシック"/>
                <a:cs typeface="游ゴシック"/>
              </a:rPr>
              <a:t>① 事実の整理</a:t>
            </a:r>
          </a:p>
          <a:p>
            <a:pPr algn="ctr"/>
            <a:r>
              <a:rPr sz="900" b="0">
                <a:solidFill>
                  <a:srgbClr val="666666"/>
                </a:solidFill>
                <a:latin typeface="游ゴシック"/>
                <a:ea typeface="游ゴシック"/>
                <a:cs typeface="游ゴシック"/>
              </a:rPr>
              <a:t>発生事象・着色物質・工程別グリッド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0" y="5257800"/>
            <a:ext cx="3474720" cy="960120"/>
          </a:xfrm>
          <a:prstGeom prst="roundRect">
            <a:avLst/>
          </a:prstGeom>
          <a:solidFill>
            <a:srgbClr val="EBEFF2"/>
          </a:solidFill>
          <a:ln w="12700">
            <a:solidFill>
              <a:srgbClr val="005BA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/>
          <a:lstStyle/>
          <a:p>
            <a:pPr algn="ctr"/>
            <a:r>
              <a:rPr sz="1400" b="1">
                <a:solidFill>
                  <a:srgbClr val="003F7E"/>
                </a:solidFill>
                <a:latin typeface="游ゴシック"/>
                <a:ea typeface="游ゴシック"/>
                <a:cs typeface="游ゴシック"/>
              </a:rPr>
              <a:t>② 推定メカニズム</a:t>
            </a:r>
          </a:p>
          <a:p>
            <a:pPr algn="ctr"/>
            <a:r>
              <a:rPr sz="900" b="0">
                <a:solidFill>
                  <a:srgbClr val="666666"/>
                </a:solidFill>
                <a:latin typeface="游ゴシック"/>
                <a:ea typeface="游ゴシック"/>
                <a:cs typeface="游ゴシック"/>
              </a:rPr>
              <a:t>アルドール縮合→前駆体→タンク熟成→450nm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321040" y="5257800"/>
            <a:ext cx="3474720" cy="960120"/>
          </a:xfrm>
          <a:prstGeom prst="roundRect">
            <a:avLst/>
          </a:prstGeom>
          <a:solidFill>
            <a:srgbClr val="EBEFF2"/>
          </a:solidFill>
          <a:ln w="12700">
            <a:solidFill>
              <a:srgbClr val="005BA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/>
          <a:lstStyle/>
          <a:p>
            <a:pPr algn="ctr"/>
            <a:r>
              <a:rPr sz="1400" b="1">
                <a:solidFill>
                  <a:srgbClr val="003F7E"/>
                </a:solidFill>
                <a:latin typeface="游ゴシック"/>
                <a:ea typeface="游ゴシック"/>
                <a:cs typeface="游ゴシック"/>
              </a:rPr>
              <a:t>③ 対応</a:t>
            </a:r>
          </a:p>
          <a:p>
            <a:pPr algn="ctr"/>
            <a:r>
              <a:rPr sz="900" b="0">
                <a:solidFill>
                  <a:srgbClr val="666666"/>
                </a:solidFill>
                <a:latin typeface="游ゴシック"/>
                <a:ea typeface="游ゴシック"/>
                <a:cs typeface="游ゴシック"/>
              </a:rPr>
              <a:t>触媒交換・運転条件・UV450判定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>
                <a:solidFill>
                  <a:srgbClr val="003F7E"/>
                </a:solidFill>
                <a:latin typeface="游ゴシック"/>
                <a:ea typeface="游ゴシック"/>
                <a:cs typeface="游ゴシック"/>
              </a:rPr>
              <a:t>概要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417320"/>
            <a:ext cx="11064240" cy="1078992"/>
          </a:xfrm>
          <a:prstGeom prst="roundRect">
            <a:avLst/>
          </a:prstGeom>
          <a:solidFill>
            <a:srgbClr val="E8F1E5"/>
          </a:solidFill>
          <a:ln w="12700">
            <a:solidFill>
              <a:srgbClr val="C9D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709928"/>
            <a:ext cx="1371600" cy="493776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005BA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/>
          <a:lstStyle/>
          <a:p>
            <a:pPr algn="ctr"/>
            <a:r>
              <a:rPr sz="1400" b="1">
                <a:solidFill>
                  <a:srgbClr val="003F7E"/>
                </a:solidFill>
                <a:latin typeface="游ゴシック"/>
                <a:ea typeface="游ゴシック"/>
                <a:cs typeface="游ゴシック"/>
              </a:rPr>
              <a:t>事実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31720" y="1527048"/>
            <a:ext cx="9144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222222"/>
                </a:solidFill>
                <a:latin typeface="游ゴシック"/>
                <a:ea typeface="游ゴシック"/>
                <a:cs typeface="游ゴシック"/>
              </a:rPr>
              <a:t>出口（ストリーム品）は常に規格内。窒素封入タンクの保管で約6週間にAPHA&lt;5→25〜35へ上昇。ドラム・SP（大気接触）は悪化なし。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624328"/>
            <a:ext cx="11064240" cy="1078992"/>
          </a:xfrm>
          <a:prstGeom prst="roundRect">
            <a:avLst/>
          </a:prstGeom>
          <a:solidFill>
            <a:srgbClr val="E9F0F7"/>
          </a:solidFill>
          <a:ln w="12700">
            <a:solidFill>
              <a:srgbClr val="C9D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2916936"/>
            <a:ext cx="1371600" cy="493776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005BA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/>
          <a:lstStyle/>
          <a:p>
            <a:pPr algn="ctr"/>
            <a:r>
              <a:rPr sz="1400" b="1">
                <a:solidFill>
                  <a:srgbClr val="003F7E"/>
                </a:solidFill>
                <a:latin typeface="游ゴシック"/>
                <a:ea typeface="游ゴシック"/>
                <a:cs typeface="游ゴシック"/>
              </a:rPr>
              <a:t>仮説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31720" y="2734056"/>
            <a:ext cx="9144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222222"/>
                </a:solidFill>
                <a:latin typeface="游ゴシック"/>
                <a:ea typeface="游ゴシック"/>
                <a:cs typeface="游ゴシック"/>
              </a:rPr>
              <a:t>触媒劣化で増えたアルデヒドが縮合して前駆体になり、DEG留分を通って製品タンクで熟成・共役伸長し450nm（黄）に（最有力仮説・ベンチ未再現）。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831336"/>
            <a:ext cx="11064240" cy="1078992"/>
          </a:xfrm>
          <a:prstGeom prst="roundRect">
            <a:avLst/>
          </a:prstGeom>
          <a:solidFill>
            <a:srgbClr val="EBEFF2"/>
          </a:solidFill>
          <a:ln w="12700">
            <a:solidFill>
              <a:srgbClr val="C9D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31520" y="4123944"/>
            <a:ext cx="1371600" cy="493776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005BA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/>
          <a:lstStyle/>
          <a:p>
            <a:pPr algn="ctr"/>
            <a:r>
              <a:rPr sz="1400" b="1">
                <a:solidFill>
                  <a:srgbClr val="003F7E"/>
                </a:solidFill>
                <a:latin typeface="游ゴシック"/>
                <a:ea typeface="游ゴシック"/>
                <a:cs typeface="游ゴシック"/>
              </a:rPr>
              <a:t>対応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31720" y="3941064"/>
            <a:ext cx="9144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222222"/>
                </a:solidFill>
                <a:latin typeface="游ゴシック"/>
                <a:ea typeface="游ゴシック"/>
                <a:cs typeface="游ゴシック"/>
              </a:rPr>
              <a:t>触媒交換（実施済）・設備洗浄・運転条件（NaOH非投入／温度を下げない／リン酸で緩和）。早期判定はUV450nm。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038344"/>
            <a:ext cx="11064240" cy="1078992"/>
          </a:xfrm>
          <a:prstGeom prst="roundRect">
            <a:avLst/>
          </a:prstGeom>
          <a:solidFill>
            <a:srgbClr val="DCE6EF"/>
          </a:solidFill>
          <a:ln w="12700">
            <a:solidFill>
              <a:srgbClr val="C9D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31520" y="5330952"/>
            <a:ext cx="1371600" cy="493776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005BA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/>
          <a:lstStyle/>
          <a:p>
            <a:pPr algn="ctr"/>
            <a:r>
              <a:rPr sz="1400" b="1">
                <a:solidFill>
                  <a:srgbClr val="003F7E"/>
                </a:solidFill>
                <a:latin typeface="游ゴシック"/>
                <a:ea typeface="游ゴシック"/>
                <a:cs typeface="游ゴシック"/>
              </a:rPr>
              <a:t>ご依頼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31720" y="5148072"/>
            <a:ext cx="9144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222222"/>
                </a:solidFill>
                <a:latin typeface="游ゴシック"/>
                <a:ea typeface="游ゴシック"/>
                <a:cs typeface="游ゴシック"/>
              </a:rPr>
              <a:t>再稼働後の初期流動品が全項目規格内かつタンク経時でUV・色相が不変であることを確認したうえで、出荷再開をご承認ください。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>
                <a:solidFill>
                  <a:srgbClr val="003F7E"/>
                </a:solidFill>
                <a:latin typeface="游ゴシック"/>
                <a:ea typeface="游ゴシック"/>
                <a:cs typeface="游ゴシック"/>
              </a:rPr>
              <a:t>発生事象（事実）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371600"/>
            <a:ext cx="6126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350" b="0">
                <a:solidFill>
                  <a:srgbClr val="222222"/>
                </a:solidFill>
                <a:latin typeface="游ゴシック"/>
                <a:ea typeface="游ゴシック"/>
                <a:cs typeface="游ゴシック"/>
              </a:rPr>
              <a:t>・冬定修後の再稼働（3月）以降、製品DEGがタンク保管中に色相（APHA）を経時上昇。約1か月半で検査規格を超過（APHA&lt;5 → 25〜35）。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350" b="0">
                <a:solidFill>
                  <a:srgbClr val="222222"/>
                </a:solidFill>
                <a:latin typeface="游ゴシック"/>
                <a:ea typeface="游ゴシック"/>
                <a:cs typeface="游ゴシック"/>
              </a:rPr>
              <a:t>・プラント出口（ストリーム品）は常に規格内（APHA&lt;5）。タンク（窒素封入）で保管中にのみ上昇する。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350" b="0">
                <a:solidFill>
                  <a:srgbClr val="222222"/>
                </a:solidFill>
                <a:latin typeface="游ゴシック"/>
                <a:ea typeface="游ゴシック"/>
                <a:cs typeface="游ゴシック"/>
              </a:rPr>
              <a:t>・同じ製品でも、ドラム充填品・SP転送品（大気接触）では色相上昇しない。共配ライン残液（27日保管）も悪化なし。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350" b="0">
                <a:solidFill>
                  <a:srgbClr val="222222"/>
                </a:solidFill>
                <a:latin typeface="游ゴシック"/>
                <a:ea typeface="游ゴシック"/>
                <a:cs typeface="游ゴシック"/>
              </a:rPr>
              <a:t>・色相・外観以外の品質規格（純度・MEG/TEG・水分・金属・蒸留性状）は実測で正常品の範囲内。pHのみ通常より僅かに高め（+0.1〜0.2程度）。</a:t>
            </a:r>
          </a:p>
        </p:txBody>
      </p:sp>
      <p:pic>
        <p:nvPicPr>
          <p:cNvPr id="4" name="Picture 3" descr="apha_tr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828800"/>
            <a:ext cx="4937760" cy="2887297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>
                <a:solidFill>
                  <a:srgbClr val="003F7E"/>
                </a:solidFill>
                <a:latin typeface="游ゴシック"/>
                <a:ea typeface="游ゴシック"/>
                <a:cs typeface="游ゴシック"/>
              </a:rPr>
              <a:t>着色物質と着色現象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80160"/>
            <a:ext cx="6035040" cy="2148840"/>
          </a:xfrm>
          <a:prstGeom prst="roundRect">
            <a:avLst/>
          </a:prstGeom>
          <a:solidFill>
            <a:srgbClr val="E8F1E5"/>
          </a:solidFill>
          <a:ln w="12700">
            <a:solidFill>
              <a:srgbClr val="C9D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54864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003F7E"/>
                </a:solidFill>
                <a:latin typeface="游ゴシック"/>
                <a:ea typeface="游ゴシック"/>
                <a:cs typeface="游ゴシック"/>
              </a:rPr>
              <a:t>■ 確認した事実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222222"/>
                </a:solidFill>
                <a:latin typeface="游ゴシック"/>
                <a:ea typeface="游ゴシック"/>
                <a:cs typeface="游ゴシック"/>
              </a:rPr>
              <a:t>・UVスペクトルで300nm付近と450nm付近に吸収。色相（APHA）上昇に伴い450nmが増大（450nmの補色＝黄、観測色と一致）。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222222"/>
                </a:solidFill>
                <a:latin typeface="游ゴシック"/>
                <a:ea typeface="游ゴシック"/>
                <a:cs typeface="游ゴシック"/>
              </a:rPr>
              <a:t>・450nm吸光度とAPHAが相関。GPCで分子量200〜800の分布。GCの複数検体が457nmを捕捉。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222222"/>
                </a:solidFill>
                <a:latin typeface="游ゴシック"/>
                <a:ea typeface="游ゴシック"/>
                <a:cs typeface="游ゴシック"/>
              </a:rPr>
              <a:t>・T-555残液は5/18時点（APHA30）以降、APHAが上昇していない。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222222"/>
                </a:solidFill>
                <a:latin typeface="游ゴシック"/>
                <a:ea typeface="游ゴシック"/>
                <a:cs typeface="游ゴシック"/>
              </a:rPr>
              <a:t>・アルデヒド類（A-ALD・F-ALD・アクロレイン）も検出されるが、アクロレイン濃度とAPHAは相関しない。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566160"/>
            <a:ext cx="6035040" cy="2743200"/>
          </a:xfrm>
          <a:prstGeom prst="roundRect">
            <a:avLst/>
          </a:prstGeom>
          <a:solidFill>
            <a:srgbClr val="E9F0F7"/>
          </a:solidFill>
          <a:ln w="12700">
            <a:solidFill>
              <a:srgbClr val="C9D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54864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003F7E"/>
                </a:solidFill>
                <a:latin typeface="游ゴシック"/>
                <a:ea typeface="游ゴシック"/>
                <a:cs typeface="游ゴシック"/>
              </a:rPr>
              <a:t>■ ここから読める推定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222222"/>
                </a:solidFill>
                <a:latin typeface="游ゴシック"/>
                <a:ea typeface="游ゴシック"/>
                <a:cs typeface="游ゴシック"/>
              </a:rPr>
              <a:t>・着色物質は共役ポリエン（CH=CHの連なり）を持つ化合物の混合物と推定。共役が伸びるほど吸収が長波長化し、十分に伸びると可視域450nm（黄）に達する。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222222"/>
                </a:solidFill>
                <a:latin typeface="游ゴシック"/>
                <a:ea typeface="游ゴシック"/>
                <a:cs typeface="游ゴシック"/>
              </a:rPr>
              <a:t>・GPCの200〜800という幅は単一物質でなくオリゴマー混合物を示す（分子量は数百のオーダー、上限側はオリゴマー化で大きくなる）。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222222"/>
                </a:solidFill>
                <a:latin typeface="游ゴシック"/>
                <a:ea typeface="游ゴシック"/>
                <a:cs typeface="游ゴシック"/>
              </a:rPr>
              <a:t>・存在量は絶対定量が未確立だがppbオーダーの微量（UV吸光度からの換算）。共役系の吸光係数が大きく、微量で色がつく。</a:t>
            </a:r>
          </a:p>
        </p:txBody>
      </p:sp>
      <p:pic>
        <p:nvPicPr>
          <p:cNvPr id="5" name="Picture 4" descr="uv_spectru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0840" y="1280160"/>
            <a:ext cx="5120640" cy="2939461"/>
          </a:xfrm>
          <a:prstGeom prst="rect">
            <a:avLst/>
          </a:prstGeom>
        </p:spPr>
      </p:pic>
      <p:pic>
        <p:nvPicPr>
          <p:cNvPr id="6" name="Picture 5" descr="polyenal_lo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0" y="4297680"/>
            <a:ext cx="4663440" cy="212304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766560" y="5897880"/>
            <a:ext cx="5120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003F7E"/>
                </a:solidFill>
                <a:latin typeface="游ゴシック"/>
                <a:ea typeface="游ゴシック"/>
                <a:cs typeface="游ゴシック"/>
              </a:rPr>
              <a:t>着色物質＝共役ポリエナール CH3-(CH=CH)n-CHO（数〜10ppbで発色）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>
                <a:solidFill>
                  <a:srgbClr val="003F7E"/>
                </a:solidFill>
                <a:latin typeface="游ゴシック"/>
                <a:ea typeface="游ゴシック"/>
                <a:cs typeface="游ゴシック"/>
              </a:rPr>
              <a:t>推定メカニズム（現時点の最有力仮説・ベンチでは未再現）</a:t>
            </a:r>
          </a:p>
        </p:txBody>
      </p:sp>
      <p:pic>
        <p:nvPicPr>
          <p:cNvPr id="3" name="Picture 2" descr="aldol_sche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25880"/>
            <a:ext cx="11274552" cy="375383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07492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003F7E"/>
                </a:solidFill>
                <a:latin typeface="游ゴシック"/>
                <a:ea typeface="游ゴシック"/>
                <a:cs typeface="游ゴシック"/>
              </a:rPr>
              <a:t>一筋： 触媒劣化で増えたアルデヒドが、アルドール縮合で高沸点の前駆体になってDEG留分へ移り、窒素タンクの長期保管で前駆体どうしが縮合・脱水して共役が伸び、約10ppb（推定）で450nm＝黄色に着色する。前駆体を使い切るとAPHA30程度で頭打ちにな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172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666666"/>
                </a:solidFill>
                <a:latin typeface="游ゴシック"/>
                <a:ea typeface="游ゴシック"/>
                <a:cs typeface="游ゴシック"/>
              </a:rPr>
              <a:t>※ 本メカニズムは現時点の最有力仮説で、RDベンチでは再現に至っていない（タンク長期保管・pH・前駆体濃度の同時再現が未達）。方向性（共役が伸びて黄色になる／酸素で抑制される）は観測と整合する。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>
                <a:solidFill>
                  <a:srgbClr val="003F7E"/>
                </a:solidFill>
                <a:latin typeface="游ゴシック"/>
                <a:ea typeface="游ゴシック"/>
                <a:cs typeface="游ゴシック"/>
              </a:rPr>
              <a:t>縮合は脱水塔以降で起こる（工程フロー）</a:t>
            </a:r>
          </a:p>
        </p:txBody>
      </p:sp>
      <p:pic>
        <p:nvPicPr>
          <p:cNvPr id="3" name="Picture 2" descr="mechanism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600200"/>
            <a:ext cx="11521440" cy="284844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21208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66666"/>
                </a:solidFill>
                <a:latin typeface="游ゴシック"/>
                <a:ea typeface="游ゴシック"/>
                <a:cs typeface="游ゴシック"/>
              </a:rPr>
              <a:t>工程ごとの事実（運転・解放・RD）／文献・社外知見／一般原理の切り分けは「事実整理（工程別グリッド）」に整理。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>
                <a:solidFill>
                  <a:srgbClr val="003F7E"/>
                </a:solidFill>
                <a:latin typeface="游ゴシック"/>
                <a:ea typeface="游ゴシック"/>
                <a:cs typeface="游ゴシック"/>
              </a:rPr>
              <a:t>工程別サマリ（事実の裏付け強度と小結論）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666666"/>
                </a:solidFill>
                <a:latin typeface="游ゴシック"/>
                <a:ea typeface="游ゴシック"/>
                <a:cs typeface="游ゴシック"/>
              </a:rPr>
              <a:t>裏付け強度 ◎事実複数で確定／○一部事実＋原理／△収支・原理のみで確度低。工程ごとの事実の詳細は「事実整理（工程別グリッド）」に集約。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783080"/>
          <a:ext cx="11064240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280160"/>
                <a:gridCol w="7040880"/>
              </a:tblGrid>
              <a:tr h="542925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03F7E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工程</a:t>
                      </a:r>
                    </a:p>
                  </a:txBody>
                  <a:tcPr anchor="ctr" marT="27432" marB="27432" marL="54864">
                    <a:solidFill>
                      <a:srgbClr val="EBEF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3F7E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裏付け</a:t>
                      </a:r>
                    </a:p>
                  </a:txBody>
                  <a:tcPr anchor="ctr" marT="27432" marB="27432" marL="54864">
                    <a:solidFill>
                      <a:srgbClr val="EBEF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03F7E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この工程で言えること</a:t>
                      </a:r>
                    </a:p>
                  </a:txBody>
                  <a:tcPr anchor="ctr" marT="27432" marB="27432" marL="54864">
                    <a:solidFill>
                      <a:srgbClr val="EBEFF2"/>
                    </a:solidFill>
                  </a:tcPr>
                </a:tc>
              </a:tr>
              <a:tr h="542925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03F7E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EO反応系 (R-1101)</a:t>
                      </a:r>
                    </a:p>
                  </a:txBody>
                  <a:tcPr anchor="ctr" marT="27432" marB="27432" marL="54864">
                    <a:solidFill>
                      <a:srgbClr val="D7E0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003F7E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○</a:t>
                      </a:r>
                    </a:p>
                  </a:txBody>
                  <a:tcPr anchor="ctr" marT="27432" marB="27432" marL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種となるアルデヒドが増えた＝着色の起点。</a:t>
                      </a:r>
                    </a:p>
                  </a:txBody>
                  <a:tcPr anchor="ctr" marT="27432" marB="27432" marL="54864">
                    <a:solidFill>
                      <a:srgbClr val="FFFFFF"/>
                    </a:solidFill>
                  </a:tcPr>
                </a:tc>
              </a:tr>
              <a:tr h="542925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03F7E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EG反応系 (R-1401)</a:t>
                      </a:r>
                    </a:p>
                  </a:txBody>
                  <a:tcPr anchor="ctr" marT="27432" marB="27432" marL="54864">
                    <a:solidFill>
                      <a:srgbClr val="D7E0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003F7E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○</a:t>
                      </a:r>
                    </a:p>
                  </a:txBody>
                  <a:tcPr anchor="ctr" marT="27432" marB="27432" marL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アルデヒドがEG生成系に持ち込まれ、UV成分の素地になる。</a:t>
                      </a:r>
                    </a:p>
                  </a:txBody>
                  <a:tcPr anchor="ctr" marT="27432" marB="27432" marL="54864">
                    <a:solidFill>
                      <a:srgbClr val="FFFFFF"/>
                    </a:solidFill>
                  </a:tcPr>
                </a:tc>
              </a:tr>
              <a:tr h="542925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03F7E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EG濃縮系</a:t>
                      </a:r>
                    </a:p>
                  </a:txBody>
                  <a:tcPr anchor="ctr" marT="27432" marB="27432" marL="54864">
                    <a:solidFill>
                      <a:srgbClr val="D7E0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C07A00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△</a:t>
                      </a:r>
                    </a:p>
                  </a:txBody>
                  <a:tcPr anchor="ctr" marT="27432" marB="27432" marL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収支上は大半パージ・一部下流と推定（解放・RDの裏付けなし＝確度低）。</a:t>
                      </a:r>
                    </a:p>
                  </a:txBody>
                  <a:tcPr anchor="ctr" marT="27432" marB="27432" marL="54864">
                    <a:solidFill>
                      <a:srgbClr val="FFFFFF"/>
                    </a:solidFill>
                  </a:tcPr>
                </a:tc>
              </a:tr>
              <a:tr h="542925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03F7E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EG脱水系 (C-1404)</a:t>
                      </a:r>
                    </a:p>
                  </a:txBody>
                  <a:tcPr anchor="ctr" marT="27432" marB="27432" marL="54864">
                    <a:solidFill>
                      <a:srgbClr val="D7E0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003F7E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○</a:t>
                      </a:r>
                    </a:p>
                  </a:txBody>
                  <a:tcPr anchor="ctr" marT="27432" marB="27432" marL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低水分が縮合を後押し。重質化し得る形（原理上）で下流へ運ばれる。</a:t>
                      </a:r>
                    </a:p>
                  </a:txBody>
                  <a:tcPr anchor="ctr" marT="27432" marB="27432" marL="54864">
                    <a:solidFill>
                      <a:srgbClr val="FFFFFF"/>
                    </a:solidFill>
                  </a:tcPr>
                </a:tc>
              </a:tr>
              <a:tr h="542925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03F7E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MEG精製系 (C-1501/1502)</a:t>
                      </a:r>
                    </a:p>
                  </a:txBody>
                  <a:tcPr anchor="ctr" marT="27432" marB="27432" marL="54864">
                    <a:solidFill>
                      <a:srgbClr val="D7E0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003F7E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○</a:t>
                      </a:r>
                    </a:p>
                  </a:txBody>
                  <a:tcPr anchor="ctr" marT="27432" marB="27432" marL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活性金属なし＝着色の生成場でない。C-1502の見かけ生成は循環由来の通過点（循環解釈は収支依存で要追検証）。</a:t>
                      </a:r>
                    </a:p>
                  </a:txBody>
                  <a:tcPr anchor="ctr" marT="27432" marB="27432" marL="54864">
                    <a:solidFill>
                      <a:srgbClr val="FFFFFF"/>
                    </a:solidFill>
                  </a:tcPr>
                </a:tc>
              </a:tr>
              <a:tr h="542925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03F7E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DEG精製系 (C-1503)</a:t>
                      </a:r>
                    </a:p>
                  </a:txBody>
                  <a:tcPr anchor="ctr" marT="27432" marB="27432" marL="54864">
                    <a:solidFill>
                      <a:srgbClr val="D7E0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005BAB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◎</a:t>
                      </a:r>
                    </a:p>
                  </a:txBody>
                  <a:tcPr anchor="ctr" marT="27432" marB="27432" marL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前駆体が生成する場。鉄サビ・付着物は450nmの主因でない（局所380nm）。</a:t>
                      </a:r>
                    </a:p>
                  </a:txBody>
                  <a:tcPr anchor="ctr" marT="27432" marB="27432" marL="54864">
                    <a:solidFill>
                      <a:srgbClr val="FFFFFF"/>
                    </a:solidFill>
                  </a:tcPr>
                </a:tc>
              </a:tr>
              <a:tr h="542925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03F7E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製品タンク (T-555)</a:t>
                      </a:r>
                    </a:p>
                  </a:txBody>
                  <a:tcPr anchor="ctr" marT="27432" marB="27432" marL="54864">
                    <a:solidFill>
                      <a:srgbClr val="D7E0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005BAB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◎</a:t>
                      </a:r>
                    </a:p>
                  </a:txBody>
                  <a:tcPr anchor="ctr" marT="27432" marB="27432" marL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着色が成長＝熟成の場。窒素で進行・大気で抑制。</a:t>
                      </a:r>
                    </a:p>
                  </a:txBody>
                  <a:tcPr anchor="ctr" marT="27432" marB="27432" marL="5486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>
                <a:solidFill>
                  <a:srgbClr val="003F7E"/>
                </a:solidFill>
                <a:latin typeface="游ゴシック"/>
                <a:ea typeface="游ゴシック"/>
                <a:cs typeface="游ゴシック"/>
              </a:rPr>
              <a:t>なぜ今回だけ起きたか（条件の重なり）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2588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666666"/>
                </a:solidFill>
                <a:latin typeface="游ゴシック"/>
                <a:ea typeface="游ゴシック"/>
                <a:cs typeface="游ゴシック"/>
              </a:rPr>
              <a:t>過去にもアルデヒドが高い時期はあったが、今回は反応させてしまう条件がそろった。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874519"/>
            <a:ext cx="11064240" cy="960120"/>
          </a:xfrm>
          <a:prstGeom prst="roundRect">
            <a:avLst/>
          </a:prstGeom>
          <a:solidFill>
            <a:srgbClr val="EBEFF2"/>
          </a:solidFill>
          <a:ln w="12700">
            <a:solidFill>
              <a:srgbClr val="C9D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/>
          <a:lstStyle/>
          <a:p>
            <a:pPr algn="ctr"/>
            <a:r>
              <a:rPr sz="1300" b="1">
                <a:solidFill>
                  <a:srgbClr val="003F7E"/>
                </a:solidFill>
                <a:latin typeface="游ゴシック"/>
                <a:ea typeface="游ゴシック"/>
                <a:cs typeface="游ゴシック"/>
              </a:rPr>
              <a:t>【アルデヒドが多かった（必要条件）】 </a:t>
            </a:r>
            <a:r>
              <a:rPr sz="1150">
                <a:solidFill>
                  <a:srgbClr val="222222"/>
                </a:solidFill>
                <a:latin typeface="游ゴシック"/>
                <a:ea typeface="游ゴシック"/>
                <a:cs typeface="游ゴシック"/>
              </a:rPr>
              <a:t>触媒選択性低下でA-ALD・F-ALDが増加（A-ALD/EO=0.78kg/t、過去実績の上位）。種となるアルデヒドの絶対量が多かった。</a:t>
            </a:r>
          </a:p>
          <a:p>
            <a:r>
              <a:rPr sz="1150" b="1">
                <a:solidFill>
                  <a:srgbClr val="005BAB"/>
                </a:solidFill>
                <a:latin typeface="游ゴシック"/>
                <a:ea typeface="游ゴシック"/>
                <a:cs typeface="游ゴシック"/>
              </a:rPr>
              <a:t>→ 触媒交換で除去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935224"/>
            <a:ext cx="11064240" cy="960120"/>
          </a:xfrm>
          <a:prstGeom prst="roundRect">
            <a:avLst/>
          </a:prstGeom>
          <a:solidFill>
            <a:srgbClr val="EBEFF2"/>
          </a:solidFill>
          <a:ln w="12700">
            <a:solidFill>
              <a:srgbClr val="C9D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/>
          <a:lstStyle/>
          <a:p>
            <a:pPr algn="ctr"/>
            <a:r>
              <a:rPr sz="1300" b="1">
                <a:solidFill>
                  <a:srgbClr val="003F7E"/>
                </a:solidFill>
                <a:latin typeface="游ゴシック"/>
                <a:ea typeface="游ゴシック"/>
                <a:cs typeface="游ゴシック"/>
              </a:rPr>
              <a:t>【水分が少ない条件だった（促進）】 </a:t>
            </a:r>
            <a:r>
              <a:rPr sz="1150">
                <a:solidFill>
                  <a:srgbClr val="222222"/>
                </a:solidFill>
                <a:latin typeface="游ゴシック"/>
                <a:ea typeface="游ゴシック"/>
                <a:cs typeface="游ゴシック"/>
              </a:rPr>
              <a:t>脱水・縮合は水があると進みにくい平衡反応。脱水塔ボトムが低水分で縮合が進みやすかった。</a:t>
            </a:r>
          </a:p>
          <a:p>
            <a:r>
              <a:rPr sz="1150" b="1">
                <a:solidFill>
                  <a:srgbClr val="005BAB"/>
                </a:solidFill>
                <a:latin typeface="游ゴシック"/>
                <a:ea typeface="游ゴシック"/>
                <a:cs typeface="游ゴシック"/>
              </a:rPr>
              <a:t>→ 水分管理で確認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995928"/>
            <a:ext cx="11064240" cy="960120"/>
          </a:xfrm>
          <a:prstGeom prst="roundRect">
            <a:avLst/>
          </a:prstGeom>
          <a:solidFill>
            <a:srgbClr val="EBEFF2"/>
          </a:solidFill>
          <a:ln w="12700">
            <a:solidFill>
              <a:srgbClr val="C9D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/>
          <a:lstStyle/>
          <a:p>
            <a:pPr algn="ctr"/>
            <a:r>
              <a:rPr sz="1300" b="1">
                <a:solidFill>
                  <a:srgbClr val="003F7E"/>
                </a:solidFill>
                <a:latin typeface="游ゴシック"/>
                <a:ea typeface="游ゴシック"/>
                <a:cs typeface="游ゴシック"/>
              </a:rPr>
              <a:t>【塩基条件（苛性ソーダ）が後押し（促進）】 </a:t>
            </a:r>
            <a:r>
              <a:rPr sz="1150">
                <a:solidFill>
                  <a:srgbClr val="222222"/>
                </a:solidFill>
                <a:latin typeface="游ゴシック"/>
                <a:ea typeface="游ゴシック"/>
                <a:cs typeface="游ゴシック"/>
              </a:rPr>
              <a:t>NaOHの塩基がアルドール縮合を促進する側に働いた（NaOH→リン酸Na切替で330nm低下と整合）。</a:t>
            </a:r>
          </a:p>
          <a:p>
            <a:r>
              <a:rPr sz="1150" b="1">
                <a:solidFill>
                  <a:srgbClr val="005BAB"/>
                </a:solidFill>
                <a:latin typeface="游ゴシック"/>
                <a:ea typeface="游ゴシック"/>
                <a:cs typeface="游ゴシック"/>
              </a:rPr>
              <a:t>→ SU時はNaOH非投入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5056632"/>
            <a:ext cx="11064240" cy="960120"/>
          </a:xfrm>
          <a:prstGeom prst="roundRect">
            <a:avLst/>
          </a:prstGeom>
          <a:solidFill>
            <a:srgbClr val="EBEFF2"/>
          </a:solidFill>
          <a:ln w="12700">
            <a:solidFill>
              <a:srgbClr val="C9D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/>
          <a:lstStyle/>
          <a:p>
            <a:pPr algn="ctr"/>
            <a:r>
              <a:rPr sz="1300" b="1">
                <a:solidFill>
                  <a:srgbClr val="003F7E"/>
                </a:solidFill>
                <a:latin typeface="游ゴシック"/>
                <a:ea typeface="游ゴシック"/>
                <a:cs typeface="游ゴシック"/>
              </a:rPr>
              <a:t>【DEG留分には樹脂（IER）が無い（DEG特有・除去機構の欠如）】 </a:t>
            </a:r>
            <a:r>
              <a:rPr sz="1150">
                <a:solidFill>
                  <a:srgbClr val="222222"/>
                </a:solidFill>
                <a:latin typeface="游ゴシック"/>
                <a:ea typeface="游ゴシック"/>
                <a:cs typeface="游ゴシック"/>
              </a:rPr>
              <a:t>MEG・TEGはイオン交換樹脂で前駆体を除去して製品を安定化できるが、DEG留分には樹脂が無く前駆体がそのまま製品に持ち込まれる。</a:t>
            </a:r>
          </a:p>
          <a:p>
            <a:r>
              <a:rPr sz="1150" b="1">
                <a:solidFill>
                  <a:srgbClr val="005BAB"/>
                </a:solidFill>
                <a:latin typeface="游ゴシック"/>
                <a:ea typeface="游ゴシック"/>
                <a:cs typeface="游ゴシック"/>
              </a:rPr>
              <a:t>→ 出口でDEGラインIERを検討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>
                <a:solidFill>
                  <a:srgbClr val="003F7E"/>
                </a:solidFill>
                <a:latin typeface="游ゴシック"/>
                <a:ea typeface="游ゴシック"/>
                <a:cs typeface="游ゴシック"/>
              </a:rPr>
              <a:t>設備（鉄サビ）は色相の主因ではない</a:t>
            </a:r>
          </a:p>
        </p:txBody>
      </p:sp>
      <p:pic>
        <p:nvPicPr>
          <p:cNvPr id="3" name="Picture 2" descr="uv_spectru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417320"/>
            <a:ext cx="5760720" cy="330689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1554480"/>
            <a:ext cx="54406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600"/>
              </a:spcAft>
            </a:pPr>
            <a:r>
              <a:rPr sz="1300" b="0">
                <a:solidFill>
                  <a:srgbClr val="222222"/>
                </a:solidFill>
                <a:latin typeface="游ゴシック"/>
                <a:ea typeface="游ゴシック"/>
                <a:cs typeface="游ゴシック"/>
              </a:rPr>
              <a:t>・C-1503の黒色付着物はほぼ鉄サビ＋有機酸（局所の腐食）。</a:t>
            </a:r>
          </a:p>
          <a:p>
            <a:pPr>
              <a:spcBef>
                <a:spcPts val="0"/>
              </a:spcBef>
              <a:spcAft>
                <a:spcPts val="1600"/>
              </a:spcAft>
            </a:pPr>
            <a:r>
              <a:rPr sz="1300" b="0">
                <a:solidFill>
                  <a:srgbClr val="222222"/>
                </a:solidFill>
                <a:latin typeface="游ゴシック"/>
                <a:ea typeface="游ゴシック"/>
                <a:cs typeface="游ゴシック"/>
              </a:rPr>
              <a:t>・付着物をDEGに加えても380nmのみ＝実機の450nmは再現しない（保管試験）。</a:t>
            </a:r>
          </a:p>
          <a:p>
            <a:pPr>
              <a:spcBef>
                <a:spcPts val="0"/>
              </a:spcBef>
              <a:spcAft>
                <a:spcPts val="1600"/>
              </a:spcAft>
            </a:pPr>
            <a:r>
              <a:rPr sz="1300" b="0">
                <a:solidFill>
                  <a:srgbClr val="222222"/>
                </a:solidFill>
                <a:latin typeface="游ゴシック"/>
                <a:ea typeface="游ゴシック"/>
                <a:cs typeface="游ゴシック"/>
              </a:rPr>
              <a:t>・T-555残液はAPHA30で頭打ち＝タンクの鉄サビは促進触媒でない。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5257800"/>
            <a:ext cx="11155680" cy="868680"/>
          </a:xfrm>
          <a:prstGeom prst="roundRect">
            <a:avLst/>
          </a:prstGeom>
          <a:solidFill>
            <a:srgbClr val="DCE6EF"/>
          </a:solidFill>
          <a:ln w="12700">
            <a:solidFill>
              <a:srgbClr val="005BA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/>
          <a:lstStyle/>
          <a:p>
            <a:pPr algn="l"/>
            <a:r>
              <a:rPr sz="1200" b="1">
                <a:solidFill>
                  <a:srgbClr val="003F7E"/>
                </a:solidFill>
                <a:latin typeface="游ゴシック"/>
                <a:ea typeface="游ゴシック"/>
                <a:cs typeface="游ゴシック"/>
              </a:rPr>
              <a:t>→ 鉄サビ・付着物は色相（450nm）の主因でなく、寄与は局所380nm。実測で判断（金属が無くてもアルデヒドとpHで着色を説明できる）。洗浄は予防保全。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>
                <a:solidFill>
                  <a:srgbClr val="003F7E"/>
                </a:solidFill>
                <a:latin typeface="游ゴシック"/>
                <a:ea typeface="游ゴシック"/>
                <a:cs typeface="游ゴシック"/>
              </a:rPr>
              <a:t>設備に色相の主因なし（開放・検査の結論）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64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66666"/>
                </a:solidFill>
                <a:latin typeface="游ゴシック"/>
                <a:ea typeface="游ゴシック"/>
                <a:cs typeface="游ゴシック"/>
              </a:rPr>
              <a:t>開放は『推定メカニズムに基づき、縮合反応が起こり得る脱水塔以降に絞って当該機器を確認し、結果を仮説に沿って解釈する』順序で行う。機器を開けた結果から逆に範囲を決めるのではなく、技術→推定メカニズム→該当機器の確認→補足、の順とする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874519"/>
          <a:ext cx="1106424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7772400"/>
              </a:tblGrid>
              <a:tr h="51435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03F7E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機器</a:t>
                      </a:r>
                    </a:p>
                  </a:txBody>
                  <a:tcPr anchor="ctr" marT="27432" marB="27432" marL="54864">
                    <a:solidFill>
                      <a:srgbClr val="EBEF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03F7E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開放理由・結果</a:t>
                      </a:r>
                    </a:p>
                  </a:txBody>
                  <a:tcPr anchor="ctr" marT="27432" marB="27432" marL="54864">
                    <a:solidFill>
                      <a:srgbClr val="EBEFF2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03F7E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C-1503</a:t>
                      </a:r>
                    </a:p>
                  </a:txBody>
                  <a:tcPr anchor="ctr" marT="27432" marB="27432" marL="54864">
                    <a:solidFill>
                      <a:srgbClr val="D7E0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ウォータージェットで付着物除去。付着物は450nmに寄与しないことを保管試験で確認。</a:t>
                      </a:r>
                    </a:p>
                  </a:txBody>
                  <a:tcPr anchor="ctr" marT="27432" marB="27432" marL="54864"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03F7E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C-1501トップ</a:t>
                      </a:r>
                    </a:p>
                  </a:txBody>
                  <a:tcPr anchor="ctr" marT="27432" marB="27432" marL="54864">
                    <a:solidFill>
                      <a:srgbClr val="D7E0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開放しないと確認できないため清掃対応。</a:t>
                      </a:r>
                    </a:p>
                  </a:txBody>
                  <a:tcPr anchor="ctr" marT="27432" marB="27432" marL="54864"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03F7E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C-1501／C-1502／C-1504</a:t>
                      </a:r>
                    </a:p>
                  </a:txBody>
                  <a:tcPr anchor="ctr" marT="27432" marB="27432" marL="54864">
                    <a:solidFill>
                      <a:srgbClr val="D7E0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インターナル・壁面とも過去と比べ問題なし。対応なし。</a:t>
                      </a:r>
                    </a:p>
                  </a:txBody>
                  <a:tcPr anchor="ctr" marT="27432" marB="27432" marL="54864"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03F7E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C-1501ボトムフィルター下流〜C-1502フィード配管</a:t>
                      </a:r>
                    </a:p>
                  </a:txBody>
                  <a:tcPr anchor="ctr" marT="27432" marB="27432" marL="54864">
                    <a:solidFill>
                      <a:srgbClr val="D7E0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冬定修でSUS化済みのため錆込みなし。</a:t>
                      </a:r>
                    </a:p>
                  </a:txBody>
                  <a:tcPr anchor="ctr" marT="27432" marB="27432" marL="54864"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03F7E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リボイラー・コンデンサー等</a:t>
                      </a:r>
                    </a:p>
                  </a:txBody>
                  <a:tcPr anchor="ctr" marT="27432" marB="27432" marL="54864">
                    <a:solidFill>
                      <a:srgbClr val="D7E0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塔本体が過去同様で問題なく、周辺は開放せず。</a:t>
                      </a:r>
                    </a:p>
                  </a:txBody>
                  <a:tcPr anchor="ctr" marT="27432" marB="27432" marL="54864"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03F7E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T-555／T-615（DEGタンク）</a:t>
                      </a:r>
                    </a:p>
                  </a:txBody>
                  <a:tcPr anchor="ctr" marT="27432" marB="27432" marL="54864">
                    <a:solidFill>
                      <a:srgbClr val="D7E0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開放・洗浄。異物は鉄サビ（T-615右側サンプルは砂が過半＋鉄10〜12%）。</a:t>
                      </a:r>
                    </a:p>
                  </a:txBody>
                  <a:tcPr anchor="ctr" marT="27432" marB="27432" marL="54864"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03F7E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肉厚測定</a:t>
                      </a:r>
                    </a:p>
                  </a:txBody>
                  <a:tcPr anchor="ctr" marT="27432" marB="27432" marL="54864">
                    <a:solidFill>
                      <a:srgbClr val="D7E0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定修前の運転中に各機器外側から測定。原肉に対し有意な減肉なし。</a:t>
                      </a:r>
                    </a:p>
                  </a:txBody>
                  <a:tcPr anchor="ctr" marT="27432" marB="27432" marL="5486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>
                <a:solidFill>
                  <a:srgbClr val="003F7E"/>
                </a:solidFill>
                <a:latin typeface="游ゴシック"/>
                <a:ea typeface="游ゴシック"/>
                <a:cs typeface="游ゴシック"/>
              </a:rPr>
              <a:t>対応（再発防止・スタートアップ運転条件）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6424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7040880"/>
                <a:gridCol w="1645920"/>
              </a:tblGrid>
              <a:tr h="65314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03F7E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項目</a:t>
                      </a:r>
                    </a:p>
                  </a:txBody>
                  <a:tcPr anchor="ctr" marT="27432" marB="27432" marL="54864">
                    <a:solidFill>
                      <a:srgbClr val="EBEF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03F7E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内容</a:t>
                      </a:r>
                    </a:p>
                  </a:txBody>
                  <a:tcPr anchor="ctr" marT="27432" marB="27432" marL="54864">
                    <a:solidFill>
                      <a:srgbClr val="EBEF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3F7E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状況</a:t>
                      </a:r>
                    </a:p>
                  </a:txBody>
                  <a:tcPr anchor="ctr" marT="27432" marB="27432" marL="54864">
                    <a:solidFill>
                      <a:srgbClr val="EBEFF2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03F7E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触媒交換（原因除去）</a:t>
                      </a:r>
                    </a:p>
                  </a:txBody>
                  <a:tcPr anchor="ctr" marT="27432" marB="27432" marL="54864">
                    <a:solidFill>
                      <a:srgbClr val="D7E0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計画停止で触媒交換済。アルデヒド類の生成を抑える。</a:t>
                      </a:r>
                    </a:p>
                  </a:txBody>
                  <a:tcPr anchor="ctr" marT="27432" marB="27432" marL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実施済</a:t>
                      </a:r>
                    </a:p>
                  </a:txBody>
                  <a:tcPr anchor="ctr" marT="27432" marB="27432" marL="54864">
                    <a:solidFill>
                      <a:srgbClr val="FFFFFF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03F7E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タンク・配管の洗浄</a:t>
                      </a:r>
                    </a:p>
                  </a:txBody>
                  <a:tcPr anchor="ctr" marT="27432" marB="27432" marL="54864">
                    <a:solidFill>
                      <a:srgbClr val="D7E0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色相上昇を確認したタンク等を開放・洗浄し付着物を除去、保管設備を健全化。</a:t>
                      </a:r>
                    </a:p>
                  </a:txBody>
                  <a:tcPr anchor="ctr" marT="27432" marB="27432" marL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実施済</a:t>
                      </a:r>
                    </a:p>
                  </a:txBody>
                  <a:tcPr anchor="ctr" marT="27432" marB="27432" marL="54864">
                    <a:solidFill>
                      <a:srgbClr val="FFFFFF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03F7E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苛性ソーダ（NaOH）</a:t>
                      </a:r>
                    </a:p>
                  </a:txBody>
                  <a:tcPr anchor="ctr" marT="27432" marB="27432" marL="54864">
                    <a:solidFill>
                      <a:srgbClr val="D7E0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スタートアップ時は投入しないベース。アルデヒドが多い局面ではアルドール縮合を促進し得るため、触媒交換後にアルデヒド低下を確認してから要否判断。</a:t>
                      </a:r>
                    </a:p>
                  </a:txBody>
                  <a:tcPr anchor="ctr" marT="27432" marB="27432" marL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方針</a:t>
                      </a:r>
                    </a:p>
                  </a:txBody>
                  <a:tcPr anchor="ctr" marT="27432" marB="27432" marL="54864">
                    <a:solidFill>
                      <a:srgbClr val="FFFFFF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03F7E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MEG塔温度</a:t>
                      </a:r>
                    </a:p>
                  </a:txBody>
                  <a:tcPr anchor="ctr" marT="27432" marB="27432" marL="54864">
                    <a:solidFill>
                      <a:srgbClr val="D7E0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下げない方針。温度を下げるとアルデヒドが分解されず前駆体として下流に回り、かえって色相側に出る懸念があるため。</a:t>
                      </a:r>
                    </a:p>
                  </a:txBody>
                  <a:tcPr anchor="ctr" marT="27432" marB="27432" marL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方針</a:t>
                      </a:r>
                    </a:p>
                  </a:txBody>
                  <a:tcPr anchor="ctr" marT="27432" marB="27432" marL="54864">
                    <a:solidFill>
                      <a:srgbClr val="FFFFFF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03F7E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リン酸ナトリウム（Na₃PO₄）</a:t>
                      </a:r>
                    </a:p>
                  </a:txBody>
                  <a:tcPr anchor="ctr" marT="27432" marB="27432" marL="54864">
                    <a:solidFill>
                      <a:srgbClr val="D7E0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保管中反応の緩和策。pH低下で縮合を抑える／金属を不活性化する効きがある（効き方は要検証）。置換（払い出しを伴う入替）とセットで運用。</a:t>
                      </a:r>
                    </a:p>
                  </a:txBody>
                  <a:tcPr anchor="ctr" marT="27432" marB="27432" marL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緩和・要検証</a:t>
                      </a:r>
                    </a:p>
                  </a:txBody>
                  <a:tcPr anchor="ctr" marT="27432" marB="27432" marL="54864">
                    <a:solidFill>
                      <a:srgbClr val="FFFFFF"/>
                    </a:solidFill>
                  </a:tcPr>
                </a:tc>
              </a:tr>
              <a:tr h="65314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03F7E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出口（DEGラインのIER）</a:t>
                      </a:r>
                    </a:p>
                  </a:txBody>
                  <a:tcPr anchor="ctr" marT="27432" marB="27432" marL="54864">
                    <a:solidFill>
                      <a:srgbClr val="D7E0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前段で抑えきれない場合の出口戦略として、DEGラインへの樹脂設置を検討（実DEGの通液テストを予定）。</a:t>
                      </a:r>
                    </a:p>
                  </a:txBody>
                  <a:tcPr anchor="ctr" marT="27432" marB="27432" marL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検討中</a:t>
                      </a:r>
                    </a:p>
                  </a:txBody>
                  <a:tcPr anchor="ctr" marT="27432" marB="27432" marL="5486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>
                <a:solidFill>
                  <a:srgbClr val="003F7E"/>
                </a:solidFill>
                <a:latin typeface="游ゴシック"/>
                <a:ea typeface="游ゴシック"/>
                <a:cs typeface="游ゴシック"/>
              </a:rPr>
              <a:t>出荷再開に向けた品質管理・早期判定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371600"/>
            <a:ext cx="6492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200" b="0">
                <a:solidFill>
                  <a:srgbClr val="222222"/>
                </a:solidFill>
                <a:latin typeface="游ゴシック"/>
                <a:ea typeface="游ゴシック"/>
                <a:cs typeface="游ゴシック"/>
              </a:rPr>
              <a:t>・再稼働後の初期流動品は、APHAを含む社内規格全項目で規格内を確認。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200" b="0">
                <a:solidFill>
                  <a:srgbClr val="222222"/>
                </a:solidFill>
                <a:latin typeface="游ゴシック"/>
                <a:ea typeface="游ゴシック"/>
                <a:cs typeface="游ゴシック"/>
              </a:rPr>
              <a:t>・初期流動品はタンク保管中の色相・UVスペクトルの経時変化が無いことを確認してから出荷。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200" b="0">
                <a:solidFill>
                  <a:srgbClr val="222222"/>
                </a:solidFill>
                <a:latin typeface="游ゴシック"/>
                <a:ea typeface="游ゴシック"/>
                <a:cs typeface="游ゴシック"/>
              </a:rPr>
              <a:t>・早期判定はUV450nmを主指標とする（悪化品は約0.004/日上昇、正常品は0.002で不動）。UV330nm（Na非含有領域）を補助に用いる。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200" b="0">
                <a:solidFill>
                  <a:srgbClr val="222222"/>
                </a:solidFill>
                <a:latin typeface="游ゴシック"/>
                <a:ea typeface="游ゴシック"/>
                <a:cs typeface="游ゴシック"/>
              </a:rPr>
              <a:t>・色相の律速は後段の縮合（UV450nm）であり、アルデヒド量は先行指標としての相関が弱い（アクロレインとAPHAも相関しない）。このためトータルアルデヒド監視は採用しない（現行のDNPH法以上の情報は得られない見込み）。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200" b="0">
                <a:solidFill>
                  <a:srgbClr val="222222"/>
                </a:solidFill>
                <a:latin typeface="游ゴシック"/>
                <a:ea typeface="游ゴシック"/>
                <a:cs typeface="游ゴシック"/>
              </a:rPr>
              <a:t>・ストリーム／タンクの切り分けのため、製品ストリームを窒素雰囲気のボンベで採取し経時を確認する。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200" b="0">
                <a:solidFill>
                  <a:srgbClr val="222222"/>
                </a:solidFill>
                <a:latin typeface="游ゴシック"/>
                <a:ea typeface="游ゴシック"/>
                <a:cs typeface="游ゴシック"/>
              </a:rPr>
              <a:t>・出荷再開の判定基準（オンスペック判定／タンク経時の観察期間／UV450nmの日次傾きの閾値／初期流動品の解除ロット数）は、本対策会議で具体値を確定する（決め事）。</a:t>
            </a:r>
          </a:p>
        </p:txBody>
      </p:sp>
      <p:pic>
        <p:nvPicPr>
          <p:cNvPr id="4" name="Picture 3" descr="uv450_tr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0" y="2286000"/>
            <a:ext cx="4846320" cy="2635055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>
                <a:solidFill>
                  <a:srgbClr val="003F7E"/>
                </a:solidFill>
                <a:latin typeface="游ゴシック"/>
                <a:ea typeface="游ゴシック"/>
                <a:cs typeface="游ゴシック"/>
              </a:rPr>
              <a:t>出荷判定の運用（歯止め）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66666"/>
                </a:solidFill>
                <a:latin typeface="游ゴシック"/>
                <a:ea typeface="游ゴシック"/>
                <a:cs typeface="游ゴシック"/>
              </a:rPr>
              <a:t>メカニズム（仮説）の真偽に依らず、この出口実測の歯止めで出荷可否を判定する。「本会議で確定」とした具体値（日数・閾値・承認者・回収範囲）を本対策会議で固める。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783080"/>
          <a:ext cx="11064240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8138160"/>
              </a:tblGrid>
              <a:tr h="53721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03F7E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項目</a:t>
                      </a:r>
                    </a:p>
                  </a:txBody>
                  <a:tcPr anchor="ctr" marT="27432" marB="27432" marL="54864">
                    <a:solidFill>
                      <a:srgbClr val="EBEF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03F7E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運用（「本会議で確定」＝具体値は本対策会議で固める）</a:t>
                      </a:r>
                    </a:p>
                  </a:txBody>
                  <a:tcPr anchor="ctr" marT="27432" marB="27432" marL="54864">
                    <a:solidFill>
                      <a:srgbClr val="EBEFF2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03F7E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監視項目</a:t>
                      </a:r>
                    </a:p>
                  </a:txBody>
                  <a:tcPr anchor="ctr" marT="27432" marB="27432" marL="54864">
                    <a:solidFill>
                      <a:srgbClr val="D7E0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APHA（全項目規格）＋UV450nm（早期判定の主指標）＋UV330nm（補助）。</a:t>
                      </a:r>
                    </a:p>
                  </a:txBody>
                  <a:tcPr anchor="ctr" marT="27432" marB="27432" marL="54864">
                    <a:solidFill>
                      <a:srgbClr val="FFFFFF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03F7E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監視期間</a:t>
                      </a:r>
                    </a:p>
                  </a:txBody>
                  <a:tcPr anchor="ctr" marT="27432" marB="27432" marL="54864">
                    <a:solidFill>
                      <a:srgbClr val="D7E0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タンク保管中の経時を確認（必要日数は本会議で確定。UV450は実績上1日後から傾きで判別可）。</a:t>
                      </a:r>
                    </a:p>
                  </a:txBody>
                  <a:tcPr anchor="ctr" marT="27432" marB="27432" marL="54864">
                    <a:solidFill>
                      <a:srgbClr val="FFFFFF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03F7E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合格基準</a:t>
                      </a:r>
                    </a:p>
                  </a:txBody>
                  <a:tcPr anchor="ctr" marT="27432" marB="27432" marL="54864">
                    <a:solidFill>
                      <a:srgbClr val="D7E0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全項目が規格内、かつUV450nmの日次の傾きが基準内（傾き上限・累積ΔAPHAの具体値は本会議で確定）。</a:t>
                      </a:r>
                    </a:p>
                  </a:txBody>
                  <a:tcPr anchor="ctr" marT="27432" marB="27432" marL="54864">
                    <a:solidFill>
                      <a:srgbClr val="FFFFFF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03F7E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出荷可否の承認</a:t>
                      </a:r>
                    </a:p>
                  </a:txBody>
                  <a:tcPr anchor="ctr" marT="27432" marB="27432" marL="54864">
                    <a:solidFill>
                      <a:srgbClr val="D7E0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確認結果に基づき出荷可否を判断（承認の担当・手順は本会議で確定）。</a:t>
                      </a:r>
                    </a:p>
                  </a:txBody>
                  <a:tcPr anchor="ctr" marT="27432" marB="27432" marL="54864">
                    <a:solidFill>
                      <a:srgbClr val="FFFFFF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03F7E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出荷停止トリガー</a:t>
                      </a:r>
                    </a:p>
                  </a:txBody>
                  <a:tcPr anchor="ctr" marT="27432" marB="27432" marL="54864">
                    <a:solidFill>
                      <a:srgbClr val="D7E0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初期流動品が規格内でも、その後UV450の傾きが基準を超えたら出荷停止。</a:t>
                      </a:r>
                    </a:p>
                  </a:txBody>
                  <a:tcPr anchor="ctr" marT="27432" marB="27432" marL="54864">
                    <a:solidFill>
                      <a:srgbClr val="FFFFFF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03F7E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在庫回収の範囲</a:t>
                      </a:r>
                    </a:p>
                  </a:txBody>
                  <a:tcPr anchor="ctr" marT="27432" marB="27432" marL="54864">
                    <a:solidFill>
                      <a:srgbClr val="D7E0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停止時の対象ロット範囲をあらかじめ規定（本会議で確定）。</a:t>
                      </a:r>
                    </a:p>
                  </a:txBody>
                  <a:tcPr anchor="ctr" marT="27432" marB="27432" marL="54864">
                    <a:solidFill>
                      <a:srgbClr val="FFFFFF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03F7E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早期判定の保険</a:t>
                      </a:r>
                    </a:p>
                  </a:txBody>
                  <a:tcPr anchor="ctr" marT="27432" marB="27432" marL="54864">
                    <a:solidFill>
                      <a:srgbClr val="D7E0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UV450単独に依らず、全項目規格内を必須とし保守的マージンを併用（偽陰性対策）。</a:t>
                      </a:r>
                    </a:p>
                  </a:txBody>
                  <a:tcPr anchor="ctr" marT="27432" marB="27432" marL="5486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>
                <a:solidFill>
                  <a:srgbClr val="003F7E"/>
                </a:solidFill>
                <a:latin typeface="游ゴシック"/>
                <a:ea typeface="游ゴシック"/>
                <a:cs typeface="游ゴシック"/>
              </a:rPr>
              <a:t>出荷再開の判断（ご承認のお願い）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371600"/>
            <a:ext cx="11064240" cy="1078992"/>
          </a:xfrm>
          <a:prstGeom prst="roundRect">
            <a:avLst/>
          </a:prstGeom>
          <a:solidFill>
            <a:srgbClr val="EBEFF2"/>
          </a:solidFill>
          <a:ln w="12700">
            <a:solidFill>
              <a:srgbClr val="C9D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09728"/>
          <a:lstStyle/>
          <a:p>
            <a:pPr algn="ctr"/>
            <a:r>
              <a:rPr sz="1350" b="1">
                <a:solidFill>
                  <a:srgbClr val="003F7E"/>
                </a:solidFill>
                <a:latin typeface="游ゴシック"/>
                <a:ea typeface="游ゴシック"/>
                <a:cs typeface="游ゴシック"/>
              </a:rPr>
              <a:t>① まず出口実測で歯止め</a:t>
            </a:r>
          </a:p>
          <a:p>
            <a:r>
              <a:rPr sz="1150">
                <a:solidFill>
                  <a:srgbClr val="222222"/>
                </a:solidFill>
                <a:latin typeface="游ゴシック"/>
                <a:ea typeface="游ゴシック"/>
                <a:cs typeface="游ゴシック"/>
              </a:rPr>
              <a:t>初期流動品は、全項目が規格内、かつタンク保管中のUV・色相が経時で不変であることを確認したうえでのみ出荷する。仮説の真偽に依らず、実測で歯止めをかける。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2560320"/>
            <a:ext cx="11064240" cy="1078992"/>
          </a:xfrm>
          <a:prstGeom prst="roundRect">
            <a:avLst/>
          </a:prstGeom>
          <a:solidFill>
            <a:srgbClr val="EBEFF2"/>
          </a:solidFill>
          <a:ln w="12700">
            <a:solidFill>
              <a:srgbClr val="C9D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09728"/>
          <a:lstStyle/>
          <a:p>
            <a:pPr algn="ctr"/>
            <a:r>
              <a:rPr sz="1350" b="1">
                <a:solidFill>
                  <a:srgbClr val="003F7E"/>
                </a:solidFill>
                <a:latin typeface="游ゴシック"/>
                <a:ea typeface="游ゴシック"/>
                <a:cs typeface="游ゴシック"/>
              </a:rPr>
              <a:t>② それを支える対応</a:t>
            </a:r>
          </a:p>
          <a:p>
            <a:r>
              <a:rPr sz="1150">
                <a:solidFill>
                  <a:srgbClr val="222222"/>
                </a:solidFill>
                <a:latin typeface="游ゴシック"/>
                <a:ea typeface="游ゴシック"/>
                <a:cs typeface="游ゴシック"/>
              </a:rPr>
              <a:t>触媒交換（実施済）・設備洗浄・運転条件（NaOH非投入／温度を下げない／リン酸で緩和）。早期判定はUV450nm主・UV330補助。判定基準の具体値は本会議で確定。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3749039"/>
            <a:ext cx="11064240" cy="1078992"/>
          </a:xfrm>
          <a:prstGeom prst="roundRect">
            <a:avLst/>
          </a:prstGeom>
          <a:solidFill>
            <a:srgbClr val="EBEFF2"/>
          </a:solidFill>
          <a:ln w="12700">
            <a:solidFill>
              <a:srgbClr val="C9D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09728"/>
          <a:lstStyle/>
          <a:p>
            <a:pPr algn="ctr"/>
            <a:r>
              <a:rPr sz="1350" b="1">
                <a:solidFill>
                  <a:srgbClr val="003F7E"/>
                </a:solidFill>
                <a:latin typeface="游ゴシック"/>
                <a:ea typeface="游ゴシック"/>
                <a:cs typeface="游ゴシック"/>
              </a:rPr>
              <a:t>③ なぜ起きたか（参考）</a:t>
            </a:r>
          </a:p>
          <a:p>
            <a:r>
              <a:rPr sz="1150">
                <a:solidFill>
                  <a:srgbClr val="222222"/>
                </a:solidFill>
                <a:latin typeface="游ゴシック"/>
                <a:ea typeface="游ゴシック"/>
                <a:cs typeface="游ゴシック"/>
              </a:rPr>
              <a:t>触媒劣化で増えたアルデヒドが縮合して前駆体になり、タンクで熟成・共役伸長して450nm（最有力仮説・ベンチ未再現）。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5074920"/>
            <a:ext cx="11064240" cy="868680"/>
          </a:xfrm>
          <a:prstGeom prst="roundRect">
            <a:avLst/>
          </a:prstGeom>
          <a:solidFill>
            <a:srgbClr val="DCE6EF"/>
          </a:solidFill>
          <a:ln w="15875">
            <a:solidFill>
              <a:srgbClr val="005BA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/>
          <a:lstStyle/>
          <a:p>
            <a:pPr algn="ctr"/>
            <a:r>
              <a:rPr sz="1500" b="1">
                <a:solidFill>
                  <a:srgbClr val="003F7E"/>
                </a:solidFill>
                <a:latin typeface="游ゴシック"/>
                <a:ea typeface="游ゴシック"/>
                <a:cs typeface="游ゴシック"/>
              </a:rPr>
              <a:t>上記の前提（出口実測での歯止め）で、製品DEGの出荷再開についてご承認をお願いします。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ain template_Blue and Cool gray">
  <a:themeElements>
    <a:clrScheme name="blue and cool gray 1">
      <a:dk1>
        <a:srgbClr val="000000"/>
      </a:dk1>
      <a:lt1>
        <a:srgbClr val="FFFFFF"/>
      </a:lt1>
      <a:dk2>
        <a:srgbClr val="D6E0E5"/>
      </a:dk2>
      <a:lt2>
        <a:srgbClr val="EBEFF2"/>
      </a:lt2>
      <a:accent1>
        <a:srgbClr val="005BAB"/>
      </a:accent1>
      <a:accent2>
        <a:srgbClr val="003F7E"/>
      </a:accent2>
      <a:accent3>
        <a:srgbClr val="8A9093"/>
      </a:accent3>
      <a:accent4>
        <a:srgbClr val="B3BBBF"/>
      </a:accent4>
      <a:accent5>
        <a:srgbClr val="D7E0E5"/>
      </a:accent5>
      <a:accent6>
        <a:srgbClr val="6F92CC"/>
      </a:accent6>
      <a:hlink>
        <a:srgbClr val="005BAB"/>
      </a:hlink>
      <a:folHlink>
        <a:srgbClr val="000000"/>
      </a:folHlink>
    </a:clrScheme>
    <a:fontScheme name="游ゴシックMR＋Arial">
      <a:majorFont>
        <a:latin typeface="Arial"/>
        <a:ea typeface="游ゴシック"/>
        <a:cs typeface=""/>
      </a:majorFont>
      <a:minorFont>
        <a:latin typeface="Arial"/>
        <a:ea typeface="游ゴシック Medium"/>
        <a:cs typeface=""/>
      </a:minorFont>
    </a:fontScheme>
    <a:fmtScheme name="ホワイ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0000FF"/>
        </a:solidFill>
        <a:ln>
          <a:solidFill>
            <a:srgbClr val="0000FF"/>
          </a:solidFill>
        </a:ln>
      </a:spPr>
      <a:bodyPr rtlCol="0" anchor="ctr"/>
      <a:lstStyle>
        <a:defPPr algn="ctr">
          <a:defRPr kumimoji="1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lIns="0" tIns="72000" rIns="234000" bIns="0" anchor="t" anchorCtr="0">
        <a:noAutofit/>
      </a:bodyPr>
      <a:lstStyle>
        <a:defPPr algn="l">
          <a:defRPr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190904_KIOXIA_PPTTemplate_16×9_EN.pptx" id="{5AD8D898-F077-B642-BDB7-6C321C9FDD91}" vid="{90AFABDF-A4D8-0844-B6E0-EEFE7C005DB1}"/>
    </a:ext>
  </a:extLst>
</a:theme>
</file>

<file path=ppt/theme/theme2.xml><?xml version="1.0" encoding="utf-8"?>
<a:theme xmlns:a="http://schemas.openxmlformats.org/drawingml/2006/main" name="13_Basic template">
  <a:themeElements>
    <a:clrScheme name="Office 2007-2010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ユーザー定義 メイリオ">
      <a:majorFont>
        <a:latin typeface="メイリオ"/>
        <a:ea typeface="メイリオ"/>
        <a:cs typeface=""/>
      </a:majorFont>
      <a:minorFont>
        <a:latin typeface="メイリオ"/>
        <a:ea typeface="メイリオ"/>
        <a:cs typeface=""/>
      </a:minorFont>
    </a:fontScheme>
    <a:fmtScheme name="ホワイ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lIns="0" tIns="72000" rIns="234000" bIns="0" anchor="t" anchorCtr="0">
        <a:noAutofit/>
      </a:bodyPr>
      <a:lstStyle>
        <a:defPPr algn="l">
          <a:defRPr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MCG_PPT_template_confidential_jp_16_9_メイリオ_Onodera.potx" id="{31355D5F-194C-40D1-89D7-55709F389C65}" vid="{34A5398F-9B00-4E7A-A1AF-B1B05C577760}"/>
    </a:ext>
  </a:extLst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ドキュメント" ma:contentTypeID="0x010100121777EA4116404EBCD08B01038DDD81" ma:contentTypeVersion="11" ma:contentTypeDescription="新しいドキュメントを作成します。" ma:contentTypeScope="" ma:versionID="e8467fdb1e700d9a56c8e9754f18a21b">
  <xsd:schema xmlns:xsd="http://www.w3.org/2001/XMLSchema" xmlns:xs="http://www.w3.org/2001/XMLSchema" xmlns:p="http://schemas.microsoft.com/office/2006/metadata/properties" xmlns:ns2="6274f615-996e-4d4a-96d1-1958034f14d4" xmlns:ns3="11a50968-8ed5-4cc4-a3c1-125207e326f1" targetNamespace="http://schemas.microsoft.com/office/2006/metadata/properties" ma:root="true" ma:fieldsID="14337017600c68fde88e50e2c4b09256" ns2:_="" ns3:_="">
    <xsd:import namespace="6274f615-996e-4d4a-96d1-1958034f14d4"/>
    <xsd:import namespace="11a50968-8ed5-4cc4-a3c1-125207e326f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lcf76f155ced4ddcb4097134ff3c332f" minOccurs="0"/>
                <xsd:element ref="ns3:TaxCatchAll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274f615-996e-4d4a-96d1-1958034f14d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画像タグ" ma:readOnly="false" ma:fieldId="{5cf76f15-5ced-4ddc-b409-7134ff3c332f}" ma:taxonomyMulti="true" ma:sspId="08ec21e9-19a1-4e51-8266-82527bcf3341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7" nillable="true" ma:displayName="MediaLengthInSeconds" ma:hidden="true" ma:internalName="MediaLengthInSeconds" ma:readOnly="true">
      <xsd:simpleType>
        <xsd:restriction base="dms:Unknown"/>
      </xsd:simpleType>
    </xsd:element>
    <xsd:element name="MediaServiceBillingMetadata" ma:index="18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1a50968-8ed5-4cc4-a3c1-125207e326f1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b8989f4f-a55e-4664-9cc5-c95c85b57d68}" ma:internalName="TaxCatchAll" ma:showField="CatchAllData" ma:web="11a50968-8ed5-4cc4-a3c1-125207e326f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コンテンツ タイプ"/>
        <xsd:element ref="dc:title" minOccurs="0" maxOccurs="1" ma:index="4" ma:displayName="タイトル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11a50968-8ed5-4cc4-a3c1-125207e326f1" xsi:nil="true"/>
    <lcf76f155ced4ddcb4097134ff3c332f xmlns="6274f615-996e-4d4a-96d1-1958034f14d4">
      <Terms xmlns="http://schemas.microsoft.com/office/infopath/2007/PartnerControls"/>
    </lcf76f155ced4ddcb4097134ff3c332f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B4B411E0-F5DC-409A-AB13-B854FFF65545}">
  <ds:schemaRefs>
    <ds:schemaRef ds:uri="11a50968-8ed5-4cc4-a3c1-125207e326f1"/>
    <ds:schemaRef ds:uri="6274f615-996e-4d4a-96d1-1958034f14d4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B2A672AD-688F-4051-BFAD-DB42F238CB31}">
  <ds:schemaRefs>
    <ds:schemaRef ds:uri="11a50968-8ed5-4cc4-a3c1-125207e326f1"/>
    <ds:schemaRef ds:uri="6274f615-996e-4d4a-96d1-1958034f14d4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8AC91D0F-875C-45F5-8C50-156BC000D329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Application>Microsoft Office PowerPoint</Application>
  <PresentationFormat>Widescreen</PresentationFormat>
  <Slides>8</Slides>
  <Notes>0</Notes>
  <HiddenSlides>0</HiddenSlides>
  <ScaleCrop>false</ScaleCrop>
  <HeadingPairs>
    <vt:vector size="4" baseType="variant">
      <vt:variant>
        <vt:lpstr>Theme</vt:lpstr>
      </vt:variant>
      <vt:variant>
        <vt:i4>2</vt:i4>
      </vt:variant>
      <vt:variant>
        <vt:lpstr>Slide Titles</vt:lpstr>
      </vt:variant>
      <vt:variant>
        <vt:i4>8</vt:i4>
      </vt:variant>
    </vt:vector>
  </HeadingPairs>
  <TitlesOfParts>
    <vt:vector size="10" baseType="lpstr">
      <vt:lpstr>Main template_Blue and Cool gray</vt:lpstr>
      <vt:lpstr>13_Basic template</vt:lpstr>
      <vt:lpstr>DEG色相悪化対応まとめ</vt:lpstr>
      <vt:lpstr>DEG色相悪化対応まとめ（EO課 機器）</vt:lpstr>
      <vt:lpstr>DEG色相悪化対応まとめ（EO課 配管）</vt:lpstr>
      <vt:lpstr>DEG色相悪化対応まとめ(共通配管帯、操油課）</vt:lpstr>
      <vt:lpstr>サンプル分析 </vt:lpstr>
      <vt:lpstr>DEG色相悪化メカニズム（推定）</vt:lpstr>
      <vt:lpstr>スタートアップ時の対応</vt:lpstr>
      <vt:lpstr>運転条件整理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製品DEG色相悪化 対策会議</dc:title>
  <dc:subject/>
  <dc:creator/>
  <cp:keywords/>
  <dc:description/>
  <cp:revision>1</cp:revision>
  <cp:lastPrinted>2026-04-20T10:22:20Z</cp:lastPrinted>
  <dcterms:created xsi:type="dcterms:W3CDTF">2022-06-15T12:36:54Z</dcterms:created>
  <dcterms:modified xsi:type="dcterms:W3CDTF">2026-06-17T11:06:35Z</dcterms:modified>
  <cp:category/>
  <cp:lastModifiedB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0x010100121777EA4116404EBCD08B01038DDD81</vt:lpwstr>
  </property>
  <property fmtid="{D5CDD505-2E9C-101B-9397-08002B2CF9AE}" pid="3" name="MediaServiceImageTags">
    <vt:lpwstr/>
  </property>
  <property fmtid="{D5CDD505-2E9C-101B-9397-08002B2CF9AE}" pid="4" name="NXPowerLiteLastOptimized">
    <vt:lpwstr>1534308</vt:lpwstr>
  </property>
  <property fmtid="{D5CDD505-2E9C-101B-9397-08002B2CF9AE}" pid="5" name="NXPowerLiteSettings">
    <vt:lpwstr>E700052003A000</vt:lpwstr>
  </property>
  <property fmtid="{D5CDD505-2E9C-101B-9397-08002B2CF9AE}" pid="6" name="NXPowerLiteVersion">
    <vt:lpwstr>D9.1.3</vt:lpwstr>
  </property>
</Properties>
</file>