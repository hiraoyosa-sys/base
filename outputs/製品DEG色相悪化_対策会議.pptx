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14"/>
  </p:notesMasterIdLst>
  <p:handoutMasterIdLst>
    <p:handoutMasterId r:id="rId15"/>
  </p:handoutMasterIdLst>
  <p:sldIdLst>
    <p:sldId id="2147483567" r:id="rId22"/>
    <p:sldId id="2147483568" r:id="rId23"/>
    <p:sldId id="2147483569" r:id="rId24"/>
    <p:sldId id="2147483570" r:id="rId25"/>
    <p:sldId id="2147483571" r:id="rId26"/>
    <p:sldId id="2147483572" r:id="rId27"/>
    <p:sldId id="2147483573" r:id="rId28"/>
    <p:sldId id="2147483574" r:id="rId29"/>
    <p:sldId id="2147483575" r:id="rId30"/>
    <p:sldId id="2147483576" r:id="rId31"/>
    <p:sldId id="2147483577" r:id="rId32"/>
    <p:sldId id="2147483578" r:id="rId33"/>
    <p:sldId id="2147483579" r:id="rId34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147483559"/>
            <p14:sldId id="2147483560"/>
            <p14:sldId id="2147483563"/>
            <p14:sldId id="2147483561"/>
            <p14:sldId id="2147483562"/>
            <p14:sldId id="2147483564"/>
            <p14:sldId id="2147483565"/>
            <p14:sldId id="21474835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996633"/>
    <a:srgbClr val="669900"/>
    <a:srgbClr val="0066FF"/>
    <a:srgbClr val="2980FF"/>
    <a:srgbClr val="1574FF"/>
    <a:srgbClr val="0D6FFF"/>
    <a:srgbClr val="FF00FF"/>
    <a:srgbClr val="E7EAF1"/>
    <a:srgbClr val="CBD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02060-2CF8-B697-0053-6C35618F227F}" v="8" dt="2026-06-17T07:36:40.485"/>
    <p1510:client id="{201A2447-3EAC-E9B5-44BF-A70DC1C02550}" v="126" dt="2026-06-17T06:41:51.103"/>
    <p1510:client id="{339BF3AC-F176-4630-AC9A-8D680AAAAB98}" v="2477" dt="2026-06-17T07:48:35.403"/>
    <p1510:client id="{39E879CF-D684-5149-35F0-EF1D8EA0BFF2}" v="9" dt="2026-06-17T08:34:50.695"/>
    <p1510:client id="{CE9F7A7A-DFC6-9164-59C8-AAB1A10267D4}" v="4" dt="2026-06-17T09:43:13.530"/>
    <p1510:client id="{E574A9E3-7C35-40B3-A25C-A6BC8E6DC05C}" v="615" dt="2026-06-17T11:06:04.837"/>
    <p1510:client id="{F10D3AE0-36BE-76F1-F47C-32D11C8A840E}" v="52" dt="2026-06-17T06:55:48.349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o kazuki/2118944/佐野　一樹" userId="S::2118944@mchcgr.com::a9cd0562-d456-4fb5-9e4e-fdb51a455c05" providerId="AD" clId="Web-{10902060-2CF8-B697-0053-6C35618F227F}"/>
    <pc:docChg chg="addSld modSld modSection">
      <pc:chgData name="sano kazuki/2118944/佐野　一樹" userId="S::2118944@mchcgr.com::a9cd0562-d456-4fb5-9e4e-fdb51a455c05" providerId="AD" clId="Web-{10902060-2CF8-B697-0053-6C35618F227F}" dt="2026-06-17T07:36:40.485" v="7" actId="1076"/>
      <pc:docMkLst>
        <pc:docMk/>
      </pc:docMkLst>
      <pc:sldChg chg="addSp delSp modSp new">
        <pc:chgData name="sano kazuki/2118944/佐野　一樹" userId="S::2118944@mchcgr.com::a9cd0562-d456-4fb5-9e4e-fdb51a455c05" providerId="AD" clId="Web-{10902060-2CF8-B697-0053-6C35618F227F}" dt="2026-06-17T07:36:40.485" v="7" actId="1076"/>
        <pc:sldMkLst>
          <pc:docMk/>
          <pc:sldMk cId="598967656" sldId="2147483565"/>
        </pc:sldMkLst>
        <pc:spChg chg="mod">
          <ac:chgData name="sano kazuki/2118944/佐野　一樹" userId="S::2118944@mchcgr.com::a9cd0562-d456-4fb5-9e4e-fdb51a455c05" providerId="AD" clId="Web-{10902060-2CF8-B697-0053-6C35618F227F}" dt="2026-06-17T07:36:15.421" v="4" actId="20577"/>
          <ac:spMkLst>
            <pc:docMk/>
            <pc:sldMk cId="598967656" sldId="2147483565"/>
            <ac:spMk id="2" creationId="{968F607B-6555-EBC0-329E-E8E3F569F637}"/>
          </ac:spMkLst>
        </pc:spChg>
        <pc:spChg chg="del">
          <ac:chgData name="sano kazuki/2118944/佐野　一樹" userId="S::2118944@mchcgr.com::a9cd0562-d456-4fb5-9e4e-fdb51a455c05" providerId="AD" clId="Web-{10902060-2CF8-B697-0053-6C35618F227F}" dt="2026-06-17T07:36:18.906" v="5"/>
          <ac:spMkLst>
            <pc:docMk/>
            <pc:sldMk cId="598967656" sldId="2147483565"/>
            <ac:spMk id="3" creationId="{E64C7F7B-F5D6-A664-9648-B4FA4CD2D3BE}"/>
          </ac:spMkLst>
        </pc:spChg>
        <pc:graphicFrameChg chg="add mod">
          <ac:chgData name="sano kazuki/2118944/佐野　一樹" userId="S::2118944@mchcgr.com::a9cd0562-d456-4fb5-9e4e-fdb51a455c05" providerId="AD" clId="Web-{10902060-2CF8-B697-0053-6C35618F227F}" dt="2026-06-17T07:36:40.485" v="7" actId="1076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hirao kazuaki/0465811/平尾　一陽" userId="S::0465811@mchcgr.com::9e66de65-d0a9-4f8a-bbab-8b21a05aa8f1" providerId="AD" clId="Web-{39E879CF-D684-5149-35F0-EF1D8EA0BFF2}"/>
    <pc:docChg chg="modSld">
      <pc:chgData name="hirao kazuaki/0465811/平尾　一陽" userId="S::0465811@mchcgr.com::9e66de65-d0a9-4f8a-bbab-8b21a05aa8f1" providerId="AD" clId="Web-{39E879CF-D684-5149-35F0-EF1D8EA0BFF2}" dt="2026-06-17T08:34:50.695" v="8" actId="14100"/>
      <pc:docMkLst>
        <pc:docMk/>
      </pc:docMkLst>
      <pc:sldChg chg="addSp delSp modSp">
        <pc:chgData name="hirao kazuaki/0465811/平尾　一陽" userId="S::0465811@mchcgr.com::9e66de65-d0a9-4f8a-bbab-8b21a05aa8f1" providerId="AD" clId="Web-{39E879CF-D684-5149-35F0-EF1D8EA0BFF2}" dt="2026-06-17T08:34:50.695" v="8" actId="14100"/>
        <pc:sldMkLst>
          <pc:docMk/>
          <pc:sldMk cId="2032908252" sldId="2147483559"/>
        </pc:sldMkLst>
        <pc:spChg chg="add del mod">
          <ac:chgData name="hirao kazuaki/0465811/平尾　一陽" userId="S::0465811@mchcgr.com::9e66de65-d0a9-4f8a-bbab-8b21a05aa8f1" providerId="AD" clId="Web-{39E879CF-D684-5149-35F0-EF1D8EA0BFF2}" dt="2026-06-17T08:34:50.695" v="8" actId="14100"/>
          <ac:spMkLst>
            <pc:docMk/>
            <pc:sldMk cId="2032908252" sldId="2147483559"/>
            <ac:spMk id="5" creationId="{3C8895DA-5A75-FEE0-2FE8-652841D4D91C}"/>
          </ac:spMkLst>
        </pc:spChg>
      </pc:sldChg>
    </pc:docChg>
  </pc:docChgLst>
  <pc:docChgLst>
    <pc:chgData name="sano kazuki/2118944/佐野　一樹" userId="S::2118944@mchcgr.com::a9cd0562-d456-4fb5-9e4e-fdb51a455c05" providerId="AD" clId="Web-{F10D3AE0-36BE-76F1-F47C-32D11C8A840E}"/>
    <pc:docChg chg="modSld">
      <pc:chgData name="sano kazuki/2118944/佐野　一樹" userId="S::2118944@mchcgr.com::a9cd0562-d456-4fb5-9e4e-fdb51a455c05" providerId="AD" clId="Web-{F10D3AE0-36BE-76F1-F47C-32D11C8A840E}" dt="2026-06-17T06:55:48.349" v="51" actId="1076"/>
      <pc:docMkLst>
        <pc:docMk/>
      </pc:docMkLst>
      <pc:sldChg chg="addSp delSp modSp">
        <pc:chgData name="sano kazuki/2118944/佐野　一樹" userId="S::2118944@mchcgr.com::a9cd0562-d456-4fb5-9e4e-fdb51a455c05" providerId="AD" clId="Web-{F10D3AE0-36BE-76F1-F47C-32D11C8A840E}" dt="2026-06-17T06:19:31.700" v="2" actId="1076"/>
        <pc:sldMkLst>
          <pc:docMk/>
          <pc:sldMk cId="1161198265" sldId="2147483562"/>
        </pc:sldMkLst>
        <pc:spChg chg="add del mod">
          <ac:chgData name="sano kazuki/2118944/佐野　一樹" userId="S::2118944@mchcgr.com::a9cd0562-d456-4fb5-9e4e-fdb51a455c05" providerId="AD" clId="Web-{F10D3AE0-36BE-76F1-F47C-32D11C8A840E}" dt="2026-06-17T06:19:31.700" v="2" actId="1076"/>
          <ac:spMkLst>
            <pc:docMk/>
            <pc:sldMk cId="1161198265" sldId="2147483562"/>
            <ac:spMk id="2" creationId="{40875B0C-238A-4B74-9BB8-63C9C0770213}"/>
          </ac:spMkLst>
        </pc:spChg>
        <pc:spChg chg="add del mod">
          <ac:chgData name="sano kazuki/2118944/佐野　一樹" userId="S::2118944@mchcgr.com::a9cd0562-d456-4fb5-9e4e-fdb51a455c05" providerId="AD" clId="Web-{F10D3AE0-36BE-76F1-F47C-32D11C8A840E}" dt="2026-06-17T06:19:19.809" v="1"/>
          <ac:spMkLst>
            <pc:docMk/>
            <pc:sldMk cId="1161198265" sldId="2147483562"/>
            <ac:spMk id="7" creationId="{B238A491-37D7-FF78-617F-38DAC782539B}"/>
          </ac:spMkLst>
        </pc:spChg>
      </pc:sldChg>
      <pc:sldChg chg="modSp">
        <pc:chgData name="sano kazuki/2118944/佐野　一樹" userId="S::2118944@mchcgr.com::a9cd0562-d456-4fb5-9e4e-fdb51a455c05" providerId="AD" clId="Web-{F10D3AE0-36BE-76F1-F47C-32D11C8A840E}" dt="2026-06-17T06:55:48.349" v="51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F10D3AE0-36BE-76F1-F47C-32D11C8A840E}" dt="2026-06-17T06:55:48.349" v="51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  <pc:docChgLst>
    <pc:chgData name="hirao kazuaki/0465811/平尾　一陽" userId="9e66de65-d0a9-4f8a-bbab-8b21a05aa8f1" providerId="ADAL" clId="{A9EC1E61-743A-4CD6-9BDD-68DCAF42FAEB}"/>
    <pc:docChg chg="undo custSel modSld">
      <pc:chgData name="hirao kazuaki/0465811/平尾　一陽" userId="9e66de65-d0a9-4f8a-bbab-8b21a05aa8f1" providerId="ADAL" clId="{A9EC1E61-743A-4CD6-9BDD-68DCAF42FAEB}" dt="2026-06-17T11:06:04.837" v="597" actId="1076"/>
      <pc:docMkLst>
        <pc:docMk/>
      </pc:docMkLst>
      <pc:sldChg chg="addSp delSp modSp mod">
        <pc:chgData name="hirao kazuaki/0465811/平尾　一陽" userId="9e66de65-d0a9-4f8a-bbab-8b21a05aa8f1" providerId="ADAL" clId="{A9EC1E61-743A-4CD6-9BDD-68DCAF42FAEB}" dt="2026-06-17T10:18:24.996" v="591" actId="478"/>
        <pc:sldMkLst>
          <pc:docMk/>
          <pc:sldMk cId="2032908252" sldId="2147483559"/>
        </pc:sldMkLst>
        <pc:spChg chg="del mod">
          <ac:chgData name="hirao kazuaki/0465811/平尾　一陽" userId="9e66de65-d0a9-4f8a-bbab-8b21a05aa8f1" providerId="ADAL" clId="{A9EC1E61-743A-4CD6-9BDD-68DCAF42FAEB}" dt="2026-06-17T10:18:24.996" v="591" actId="478"/>
          <ac:spMkLst>
            <pc:docMk/>
            <pc:sldMk cId="2032908252" sldId="2147483559"/>
            <ac:spMk id="5" creationId="{3C8895DA-5A75-FEE0-2FE8-652841D4D91C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9.958" v="149" actId="1076"/>
          <ac:spMkLst>
            <pc:docMk/>
            <pc:sldMk cId="2032908252" sldId="2147483559"/>
            <ac:spMk id="8" creationId="{74FF30DC-EB80-FCD3-516B-1D6855323EA1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6.538" v="148" actId="1076"/>
          <ac:spMkLst>
            <pc:docMk/>
            <pc:sldMk cId="2032908252" sldId="2147483559"/>
            <ac:spMk id="10" creationId="{FDFCF527-3EDB-DFA0-8D24-483FD0D79AA7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7.168" v="152" actId="1076"/>
          <ac:spMkLst>
            <pc:docMk/>
            <pc:sldMk cId="2032908252" sldId="2147483559"/>
            <ac:spMk id="16" creationId="{DD91730F-578B-0EF8-8B34-023064371DFE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2.389" v="151" actId="1076"/>
          <ac:spMkLst>
            <pc:docMk/>
            <pc:sldMk cId="2032908252" sldId="2147483559"/>
            <ac:spMk id="29" creationId="{36177881-2D6F-A30B-AE6C-D28CE6722166}"/>
          </ac:spMkLst>
        </pc:spChg>
        <pc:spChg chg="add mod">
          <ac:chgData name="hirao kazuaki/0465811/平尾　一陽" userId="9e66de65-d0a9-4f8a-bbab-8b21a05aa8f1" providerId="ADAL" clId="{A9EC1E61-743A-4CD6-9BDD-68DCAF42FAEB}" dt="2026-06-17T09:01:15.227" v="164" actId="1076"/>
          <ac:spMkLst>
            <pc:docMk/>
            <pc:sldMk cId="2032908252" sldId="2147483559"/>
            <ac:spMk id="31" creationId="{B533F0C0-243F-7172-5A5C-85807C4ABB68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3" creationId="{D65C219C-2A12-724E-1264-680DFE10E947}"/>
          </ac:spMkLst>
        </pc:spChg>
        <pc:spChg chg="add mod">
          <ac:chgData name="hirao kazuaki/0465811/平尾　一陽" userId="9e66de65-d0a9-4f8a-bbab-8b21a05aa8f1" providerId="ADAL" clId="{A9EC1E61-743A-4CD6-9BDD-68DCAF42FAEB}" dt="2026-06-17T09:02:42.295" v="204" actId="404"/>
          <ac:spMkLst>
            <pc:docMk/>
            <pc:sldMk cId="2032908252" sldId="2147483559"/>
            <ac:spMk id="34" creationId="{7772497A-F140-AD6B-B477-8AEEC416870D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6" creationId="{6792B2CD-EFCE-E15C-5886-2278004AE366}"/>
          </ac:spMkLst>
        </pc:spChg>
        <pc:picChg chg="mod">
          <ac:chgData name="hirao kazuaki/0465811/平尾　一陽" userId="9e66de65-d0a9-4f8a-bbab-8b21a05aa8f1" providerId="ADAL" clId="{A9EC1E61-743A-4CD6-9BDD-68DCAF42FAEB}" dt="2026-06-17T09:00:36.994" v="153" actId="1076"/>
          <ac:picMkLst>
            <pc:docMk/>
            <pc:sldMk cId="2032908252" sldId="2147483559"/>
            <ac:picMk id="7" creationId="{DC82FD0B-1EA6-0650-D72D-1FA21B163863}"/>
          </ac:picMkLst>
        </pc:picChg>
        <pc:picChg chg="mod">
          <ac:chgData name="hirao kazuaki/0465811/平尾　一陽" userId="9e66de65-d0a9-4f8a-bbab-8b21a05aa8f1" providerId="ADAL" clId="{A9EC1E61-743A-4CD6-9BDD-68DCAF42FAEB}" dt="2026-06-17T09:01:01.496" v="160" actId="1076"/>
          <ac:picMkLst>
            <pc:docMk/>
            <pc:sldMk cId="2032908252" sldId="2147483559"/>
            <ac:picMk id="22" creationId="{EB74C424-A937-A9B5-C294-AE7275A05958}"/>
          </ac:picMkLst>
        </pc:picChg>
      </pc:sldChg>
      <pc:sldChg chg="addSp modSp mod">
        <pc:chgData name="hirao kazuaki/0465811/平尾　一陽" userId="9e66de65-d0a9-4f8a-bbab-8b21a05aa8f1" providerId="ADAL" clId="{A9EC1E61-743A-4CD6-9BDD-68DCAF42FAEB}" dt="2026-06-17T10:05:08.496" v="564" actId="20577"/>
        <pc:sldMkLst>
          <pc:docMk/>
          <pc:sldMk cId="2391073697" sldId="2147483560"/>
        </pc:sldMkLst>
        <pc:spChg chg="mod">
          <ac:chgData name="hirao kazuaki/0465811/平尾　一陽" userId="9e66de65-d0a9-4f8a-bbab-8b21a05aa8f1" providerId="ADAL" clId="{A9EC1E61-743A-4CD6-9BDD-68DCAF42FAEB}" dt="2026-06-17T10:05:08.496" v="564" actId="20577"/>
          <ac:spMkLst>
            <pc:docMk/>
            <pc:sldMk cId="2391073697" sldId="2147483560"/>
            <ac:spMk id="4" creationId="{D38946D5-8F11-0F5C-1095-D1CC8059E3FB}"/>
          </ac:spMkLst>
        </pc:spChg>
        <pc:spChg chg="add mod">
          <ac:chgData name="hirao kazuaki/0465811/平尾　一陽" userId="9e66de65-d0a9-4f8a-bbab-8b21a05aa8f1" providerId="ADAL" clId="{A9EC1E61-743A-4CD6-9BDD-68DCAF42FAEB}" dt="2026-06-17T08:48:57.826" v="96" actId="115"/>
          <ac:spMkLst>
            <pc:docMk/>
            <pc:sldMk cId="2391073697" sldId="2147483560"/>
            <ac:spMk id="5" creationId="{AB8B3B5F-A7BE-C0BE-4114-EB75D1068684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9:08.549" v="132" actId="115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35:46.558" v="237" actId="207"/>
        <pc:sldMkLst>
          <pc:docMk/>
          <pc:sldMk cId="1278396755" sldId="2147483561"/>
        </pc:sldMkLst>
        <pc:graphicFrameChg chg="modGraphic">
          <ac:chgData name="hirao kazuaki/0465811/平尾　一陽" userId="9e66de65-d0a9-4f8a-bbab-8b21a05aa8f1" providerId="ADAL" clId="{A9EC1E61-743A-4CD6-9BDD-68DCAF42FAEB}" dt="2026-06-17T09:35:46.558" v="237" actId="207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51:13.532" v="410"/>
        <pc:sldMkLst>
          <pc:docMk/>
          <pc:sldMk cId="1161198265" sldId="2147483562"/>
        </pc:sldMkLst>
        <pc:graphicFrameChg chg="mod modGraphic">
          <ac:chgData name="hirao kazuaki/0465811/平尾　一陽" userId="9e66de65-d0a9-4f8a-bbab-8b21a05aa8f1" providerId="ADAL" clId="{A9EC1E61-743A-4CD6-9BDD-68DCAF42FAEB}" dt="2026-06-17T09:51:13.532" v="410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10:05:20.685" v="589" actId="20577"/>
        <pc:sldMkLst>
          <pc:docMk/>
          <pc:sldMk cId="1026278820" sldId="2147483563"/>
        </pc:sldMkLst>
        <pc:spChg chg="mod">
          <ac:chgData name="hirao kazuaki/0465811/平尾　一陽" userId="9e66de65-d0a9-4f8a-bbab-8b21a05aa8f1" providerId="ADAL" clId="{A9EC1E61-743A-4CD6-9BDD-68DCAF42FAEB}" dt="2026-06-17T10:05:20.685" v="589" actId="20577"/>
          <ac:spMkLst>
            <pc:docMk/>
            <pc:sldMk cId="1026278820" sldId="2147483563"/>
            <ac:spMk id="8" creationId="{DED4F063-243C-F662-50C2-2B741456A2D1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7:24.970" v="108" actId="207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delSp modSp mod">
        <pc:chgData name="hirao kazuaki/0465811/平尾　一陽" userId="9e66de65-d0a9-4f8a-bbab-8b21a05aa8f1" providerId="ADAL" clId="{A9EC1E61-743A-4CD6-9BDD-68DCAF42FAEB}" dt="2026-06-17T11:06:04.837" v="597" actId="1076"/>
        <pc:sldMkLst>
          <pc:docMk/>
          <pc:sldMk cId="1321792111" sldId="2147483564"/>
        </pc:sldMkLst>
        <pc:spChg chg="mod">
          <ac:chgData name="hirao kazuaki/0465811/平尾　一陽" userId="9e66de65-d0a9-4f8a-bbab-8b21a05aa8f1" providerId="ADAL" clId="{A9EC1E61-743A-4CD6-9BDD-68DCAF42FAEB}" dt="2026-06-17T09:59:26.288" v="518" actId="14100"/>
          <ac:spMkLst>
            <pc:docMk/>
            <pc:sldMk cId="1321792111" sldId="2147483564"/>
            <ac:spMk id="3" creationId="{C220891E-B3A2-86E1-E847-099CA0B76352}"/>
          </ac:spMkLst>
        </pc:spChg>
        <pc:spChg chg="del">
          <ac:chgData name="hirao kazuaki/0465811/平尾　一陽" userId="9e66de65-d0a9-4f8a-bbab-8b21a05aa8f1" providerId="ADAL" clId="{A9EC1E61-743A-4CD6-9BDD-68DCAF42FAEB}" dt="2026-06-17T08:31:33.549" v="17" actId="478"/>
          <ac:spMkLst>
            <pc:docMk/>
            <pc:sldMk cId="1321792111" sldId="2147483564"/>
            <ac:spMk id="4" creationId="{45BC06AC-4C7A-6E0B-D684-262ABB3F63BE}"/>
          </ac:spMkLst>
        </pc:spChg>
        <pc:spChg chg="add del mod">
          <ac:chgData name="hirao kazuaki/0465811/平尾　一陽" userId="9e66de65-d0a9-4f8a-bbab-8b21a05aa8f1" providerId="ADAL" clId="{A9EC1E61-743A-4CD6-9BDD-68DCAF42FAEB}" dt="2026-06-17T08:30:15.514" v="16" actId="478"/>
          <ac:spMkLst>
            <pc:docMk/>
            <pc:sldMk cId="1321792111" sldId="2147483564"/>
            <ac:spMk id="6" creationId="{578D78E1-63EA-5D9C-5240-F2D58C984814}"/>
          </ac:spMkLst>
        </pc:spChg>
        <pc:spChg chg="add mod">
          <ac:chgData name="hirao kazuaki/0465811/平尾　一陽" userId="9e66de65-d0a9-4f8a-bbab-8b21a05aa8f1" providerId="ADAL" clId="{A9EC1E61-743A-4CD6-9BDD-68DCAF42FAEB}" dt="2026-06-17T09:39:43.262" v="274"/>
          <ac:spMkLst>
            <pc:docMk/>
            <pc:sldMk cId="1321792111" sldId="2147483564"/>
            <ac:spMk id="7" creationId="{C3A1571D-D9E3-6854-6D72-A37725DABE39}"/>
          </ac:spMkLst>
        </pc:spChg>
        <pc:picChg chg="add mod modCrop">
          <ac:chgData name="hirao kazuaki/0465811/平尾　一陽" userId="9e66de65-d0a9-4f8a-bbab-8b21a05aa8f1" providerId="ADAL" clId="{A9EC1E61-743A-4CD6-9BDD-68DCAF42FAEB}" dt="2026-06-17T11:06:04.837" v="597" actId="1076"/>
          <ac:picMkLst>
            <pc:docMk/>
            <pc:sldMk cId="1321792111" sldId="2147483564"/>
            <ac:picMk id="9" creationId="{271D4E0C-87AE-EB5D-62D0-50C80D3FCC24}"/>
          </ac:picMkLst>
        </pc:picChg>
      </pc:sldChg>
      <pc:sldChg chg="addSp delSp modSp mod">
        <pc:chgData name="hirao kazuaki/0465811/平尾　一陽" userId="9e66de65-d0a9-4f8a-bbab-8b21a05aa8f1" providerId="ADAL" clId="{A9EC1E61-743A-4CD6-9BDD-68DCAF42FAEB}" dt="2026-06-17T09:58:22.372" v="514" actId="478"/>
        <pc:sldMkLst>
          <pc:docMk/>
          <pc:sldMk cId="598967656" sldId="2147483565"/>
        </pc:sldMkLst>
        <pc:spChg chg="del">
          <ac:chgData name="hirao kazuaki/0465811/平尾　一陽" userId="9e66de65-d0a9-4f8a-bbab-8b21a05aa8f1" providerId="ADAL" clId="{A9EC1E61-743A-4CD6-9BDD-68DCAF42FAEB}" dt="2026-06-17T09:58:22.372" v="514" actId="478"/>
          <ac:spMkLst>
            <pc:docMk/>
            <pc:sldMk cId="598967656" sldId="2147483565"/>
            <ac:spMk id="4" creationId="{F513BFA9-763D-A190-7CF9-643CE43D59E8}"/>
          </ac:spMkLst>
        </pc:spChg>
        <pc:spChg chg="add del mod">
          <ac:chgData name="hirao kazuaki/0465811/平尾　一陽" userId="9e66de65-d0a9-4f8a-bbab-8b21a05aa8f1" providerId="ADAL" clId="{A9EC1E61-743A-4CD6-9BDD-68DCAF42FAEB}" dt="2026-06-17T09:48:12.995" v="408" actId="478"/>
          <ac:spMkLst>
            <pc:docMk/>
            <pc:sldMk cId="598967656" sldId="2147483565"/>
            <ac:spMk id="7" creationId="{93E4D283-76F4-0E21-89B3-C7F6CB18AFBB}"/>
          </ac:spMkLst>
        </pc:spChg>
        <pc:graphicFrameChg chg="mod modGraphic">
          <ac:chgData name="hirao kazuaki/0465811/平尾　一陽" userId="9e66de65-d0a9-4f8a-bbab-8b21a05aa8f1" providerId="ADAL" clId="{A9EC1E61-743A-4CD6-9BDD-68DCAF42FAEB}" dt="2026-06-17T09:58:12.619" v="513" actId="404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Graphic">
          <ac:chgData name="hirao kazuaki/0465811/平尾　一陽" userId="9e66de65-d0a9-4f8a-bbab-8b21a05aa8f1" providerId="ADAL" clId="{A9EC1E61-743A-4CD6-9BDD-68DCAF42FAEB}" dt="2026-06-17T08:36:39.854" v="19" actId="5793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sano kazuki/2118944/佐野　一樹" userId="S::2118944@mchcgr.com::a9cd0562-d456-4fb5-9e4e-fdb51a455c05" providerId="AD" clId="Web-{CE9F7A7A-DFC6-9164-59C8-AAB1A10267D4}"/>
    <pc:docChg chg="addSld modSld modSection">
      <pc:chgData name="sano kazuki/2118944/佐野　一樹" userId="S::2118944@mchcgr.com::a9cd0562-d456-4fb5-9e4e-fdb51a455c05" providerId="AD" clId="Web-{CE9F7A7A-DFC6-9164-59C8-AAB1A10267D4}" dt="2026-06-17T09:43:13.530" v="3" actId="20577"/>
      <pc:docMkLst>
        <pc:docMk/>
      </pc:docMkLst>
      <pc:sldChg chg="modSp new">
        <pc:chgData name="sano kazuki/2118944/佐野　一樹" userId="S::2118944@mchcgr.com::a9cd0562-d456-4fb5-9e4e-fdb51a455c05" providerId="AD" clId="Web-{CE9F7A7A-DFC6-9164-59C8-AAB1A10267D4}" dt="2026-06-17T09:43:13.530" v="3" actId="20577"/>
        <pc:sldMkLst>
          <pc:docMk/>
          <pc:sldMk cId="3672752607" sldId="2147483566"/>
        </pc:sldMkLst>
        <pc:spChg chg="mod">
          <ac:chgData name="sano kazuki/2118944/佐野　一樹" userId="S::2118944@mchcgr.com::a9cd0562-d456-4fb5-9e4e-fdb51a455c05" providerId="AD" clId="Web-{CE9F7A7A-DFC6-9164-59C8-AAB1A10267D4}" dt="2026-06-17T09:43:13.530" v="3" actId="20577"/>
          <ac:spMkLst>
            <pc:docMk/>
            <pc:sldMk cId="3672752607" sldId="2147483566"/>
            <ac:spMk id="2" creationId="{FE9810AE-4918-0074-F203-16048C2696CE}"/>
          </ac:spMkLst>
        </pc:spChg>
      </pc:sldChg>
    </pc:docChg>
  </pc:docChgLst>
  <pc:docChgLst>
    <pc:chgData name="sano kazuki/2118944/佐野　一樹" userId="a9cd0562-d456-4fb5-9e4e-fdb51a455c05" providerId="ADAL" clId="{B20A3F9A-AEEB-4A5E-BC90-72DBFE264B76}"/>
    <pc:docChg chg="undo custSel addSld delSld modSld modSection">
      <pc:chgData name="sano kazuki/2118944/佐野　一樹" userId="a9cd0562-d456-4fb5-9e4e-fdb51a455c05" providerId="ADAL" clId="{B20A3F9A-AEEB-4A5E-BC90-72DBFE264B76}" dt="2026-06-17T07:48:35.403" v="5055" actId="1076"/>
      <pc:docMkLst>
        <pc:docMk/>
      </pc:docMkLst>
      <pc:sldChg chg="del">
        <pc:chgData name="sano kazuki/2118944/佐野　一樹" userId="a9cd0562-d456-4fb5-9e4e-fdb51a455c05" providerId="ADAL" clId="{B20A3F9A-AEEB-4A5E-BC90-72DBFE264B76}" dt="2026-06-16T11:15:30.138" v="198" actId="47"/>
        <pc:sldMkLst>
          <pc:docMk/>
          <pc:sldMk cId="1638448340" sldId="256"/>
        </pc:sldMkLst>
      </pc:sldChg>
      <pc:sldChg chg="add del">
        <pc:chgData name="sano kazuki/2118944/佐野　一樹" userId="a9cd0562-d456-4fb5-9e4e-fdb51a455c05" providerId="ADAL" clId="{B20A3F9A-AEEB-4A5E-BC90-72DBFE264B76}" dt="2026-06-17T05:43:42.898" v="4047" actId="47"/>
        <pc:sldMkLst>
          <pc:docMk/>
          <pc:sldMk cId="473284953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9.499" v="218" actId="47"/>
        <pc:sldMkLst>
          <pc:docMk/>
          <pc:sldMk cId="3962789386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2.715" v="202" actId="47"/>
        <pc:sldMkLst>
          <pc:docMk/>
          <pc:sldMk cId="733500379" sldId="2147475626"/>
        </pc:sldMkLst>
      </pc:sldChg>
      <pc:sldChg chg="del">
        <pc:chgData name="sano kazuki/2118944/佐野　一樹" userId="a9cd0562-d456-4fb5-9e4e-fdb51a455c05" providerId="ADAL" clId="{B20A3F9A-AEEB-4A5E-BC90-72DBFE264B76}" dt="2026-06-16T11:15:31.779" v="200" actId="47"/>
        <pc:sldMkLst>
          <pc:docMk/>
          <pc:sldMk cId="1478996696" sldId="2147475627"/>
        </pc:sldMkLst>
      </pc:sldChg>
      <pc:sldChg chg="del">
        <pc:chgData name="sano kazuki/2118944/佐野　一樹" userId="a9cd0562-d456-4fb5-9e4e-fdb51a455c05" providerId="ADAL" clId="{B20A3F9A-AEEB-4A5E-BC90-72DBFE264B76}" dt="2026-06-16T11:15:40.748" v="221" actId="47"/>
        <pc:sldMkLst>
          <pc:docMk/>
          <pc:sldMk cId="942985073" sldId="2147475647"/>
        </pc:sldMkLst>
      </pc:sldChg>
      <pc:sldChg chg="del">
        <pc:chgData name="sano kazuki/2118944/佐野　一樹" userId="a9cd0562-d456-4fb5-9e4e-fdb51a455c05" providerId="ADAL" clId="{B20A3F9A-AEEB-4A5E-BC90-72DBFE264B76}" dt="2026-06-16T11:15:41.079" v="222" actId="47"/>
        <pc:sldMkLst>
          <pc:docMk/>
          <pc:sldMk cId="1678222766" sldId="2147475659"/>
        </pc:sldMkLst>
      </pc:sldChg>
      <pc:sldChg chg="del">
        <pc:chgData name="sano kazuki/2118944/佐野　一樹" userId="a9cd0562-d456-4fb5-9e4e-fdb51a455c05" providerId="ADAL" clId="{B20A3F9A-AEEB-4A5E-BC90-72DBFE264B76}" dt="2026-06-16T11:15:37.377" v="215" actId="47"/>
        <pc:sldMkLst>
          <pc:docMk/>
          <pc:sldMk cId="3018636980" sldId="2147475662"/>
        </pc:sldMkLst>
      </pc:sldChg>
      <pc:sldChg chg="del">
        <pc:chgData name="sano kazuki/2118944/佐野　一樹" userId="a9cd0562-d456-4fb5-9e4e-fdb51a455c05" providerId="ADAL" clId="{B20A3F9A-AEEB-4A5E-BC90-72DBFE264B76}" dt="2026-06-16T11:15:41.322" v="223" actId="47"/>
        <pc:sldMkLst>
          <pc:docMk/>
          <pc:sldMk cId="4094575868" sldId="2147475663"/>
        </pc:sldMkLst>
      </pc:sldChg>
      <pc:sldChg chg="del">
        <pc:chgData name="sano kazuki/2118944/佐野　一樹" userId="a9cd0562-d456-4fb5-9e4e-fdb51a455c05" providerId="ADAL" clId="{B20A3F9A-AEEB-4A5E-BC90-72DBFE264B76}" dt="2026-06-16T11:15:40.462" v="220" actId="47"/>
        <pc:sldMkLst>
          <pc:docMk/>
          <pc:sldMk cId="4149469424" sldId="2147477976"/>
        </pc:sldMkLst>
      </pc:sldChg>
      <pc:sldChg chg="del">
        <pc:chgData name="sano kazuki/2118944/佐野　一樹" userId="a9cd0562-d456-4fb5-9e4e-fdb51a455c05" providerId="ADAL" clId="{B20A3F9A-AEEB-4A5E-BC90-72DBFE264B76}" dt="2026-06-16T11:15:39.955" v="219" actId="47"/>
        <pc:sldMkLst>
          <pc:docMk/>
          <pc:sldMk cId="509925485" sldId="2147477981"/>
        </pc:sldMkLst>
      </pc:sldChg>
      <pc:sldChg chg="del">
        <pc:chgData name="sano kazuki/2118944/佐野　一樹" userId="a9cd0562-d456-4fb5-9e4e-fdb51a455c05" providerId="ADAL" clId="{B20A3F9A-AEEB-4A5E-BC90-72DBFE264B76}" dt="2026-06-16T11:15:30.862" v="199" actId="47"/>
        <pc:sldMkLst>
          <pc:docMk/>
          <pc:sldMk cId="190398405" sldId="2147477982"/>
        </pc:sldMkLst>
      </pc:sldChg>
      <pc:sldChg chg="del">
        <pc:chgData name="sano kazuki/2118944/佐野　一樹" userId="a9cd0562-d456-4fb5-9e4e-fdb51a455c05" providerId="ADAL" clId="{B20A3F9A-AEEB-4A5E-BC90-72DBFE264B76}" dt="2026-06-16T11:15:36.166" v="210" actId="47"/>
        <pc:sldMkLst>
          <pc:docMk/>
          <pc:sldMk cId="1598253203" sldId="2147477988"/>
        </pc:sldMkLst>
      </pc:sldChg>
      <pc:sldChg chg="del">
        <pc:chgData name="sano kazuki/2118944/佐野　一樹" userId="a9cd0562-d456-4fb5-9e4e-fdb51a455c05" providerId="ADAL" clId="{B20A3F9A-AEEB-4A5E-BC90-72DBFE264B76}" dt="2026-06-16T11:15:38.866" v="217" actId="47"/>
        <pc:sldMkLst>
          <pc:docMk/>
          <pc:sldMk cId="4227064545" sldId="2147477989"/>
        </pc:sldMkLst>
      </pc:sldChg>
      <pc:sldChg chg="del">
        <pc:chgData name="sano kazuki/2118944/佐野　一樹" userId="a9cd0562-d456-4fb5-9e4e-fdb51a455c05" providerId="ADAL" clId="{B20A3F9A-AEEB-4A5E-BC90-72DBFE264B76}" dt="2026-06-16T11:15:37.745" v="216" actId="47"/>
        <pc:sldMkLst>
          <pc:docMk/>
          <pc:sldMk cId="943073327" sldId="2147477990"/>
        </pc:sldMkLst>
      </pc:sldChg>
      <pc:sldChg chg="del">
        <pc:chgData name="sano kazuki/2118944/佐野　一樹" userId="a9cd0562-d456-4fb5-9e4e-fdb51a455c05" providerId="ADAL" clId="{B20A3F9A-AEEB-4A5E-BC90-72DBFE264B76}" dt="2026-06-16T11:15:36.874" v="213" actId="47"/>
        <pc:sldMkLst>
          <pc:docMk/>
          <pc:sldMk cId="780212101" sldId="2147477992"/>
        </pc:sldMkLst>
      </pc:sldChg>
      <pc:sldChg chg="del">
        <pc:chgData name="sano kazuki/2118944/佐野　一樹" userId="a9cd0562-d456-4fb5-9e4e-fdb51a455c05" providerId="ADAL" clId="{B20A3F9A-AEEB-4A5E-BC90-72DBFE264B76}" dt="2026-06-16T11:15:34.583" v="204" actId="47"/>
        <pc:sldMkLst>
          <pc:docMk/>
          <pc:sldMk cId="76505000" sldId="2147477993"/>
        </pc:sldMkLst>
      </pc:sldChg>
      <pc:sldChg chg="del">
        <pc:chgData name="sano kazuki/2118944/佐野　一樹" userId="a9cd0562-d456-4fb5-9e4e-fdb51a455c05" providerId="ADAL" clId="{B20A3F9A-AEEB-4A5E-BC90-72DBFE264B76}" dt="2026-06-16T11:15:36.617" v="212" actId="47"/>
        <pc:sldMkLst>
          <pc:docMk/>
          <pc:sldMk cId="1501301873" sldId="2147477994"/>
        </pc:sldMkLst>
      </pc:sldChg>
      <pc:sldChg chg="del">
        <pc:chgData name="sano kazuki/2118944/佐野　一樹" userId="a9cd0562-d456-4fb5-9e4e-fdb51a455c05" providerId="ADAL" clId="{B20A3F9A-AEEB-4A5E-BC90-72DBFE264B76}" dt="2026-06-16T11:15:41.842" v="224" actId="47"/>
        <pc:sldMkLst>
          <pc:docMk/>
          <pc:sldMk cId="2235656871" sldId="2147477997"/>
        </pc:sldMkLst>
      </pc:sldChg>
      <pc:sldChg chg="del">
        <pc:chgData name="sano kazuki/2118944/佐野　一樹" userId="a9cd0562-d456-4fb5-9e4e-fdb51a455c05" providerId="ADAL" clId="{B20A3F9A-AEEB-4A5E-BC90-72DBFE264B76}" dt="2026-06-16T11:15:37.133" v="214" actId="47"/>
        <pc:sldMkLst>
          <pc:docMk/>
          <pc:sldMk cId="529835970" sldId="2147477999"/>
        </pc:sldMkLst>
      </pc:sldChg>
      <pc:sldChg chg="del">
        <pc:chgData name="sano kazuki/2118944/佐野　一樹" userId="a9cd0562-d456-4fb5-9e4e-fdb51a455c05" providerId="ADAL" clId="{B20A3F9A-AEEB-4A5E-BC90-72DBFE264B76}" dt="2026-06-16T11:15:34.533" v="203" actId="47"/>
        <pc:sldMkLst>
          <pc:docMk/>
          <pc:sldMk cId="3965714178" sldId="2147478000"/>
        </pc:sldMkLst>
      </pc:sldChg>
      <pc:sldChg chg="del">
        <pc:chgData name="sano kazuki/2118944/佐野　一樹" userId="a9cd0562-d456-4fb5-9e4e-fdb51a455c05" providerId="ADAL" clId="{B20A3F9A-AEEB-4A5E-BC90-72DBFE264B76}" dt="2026-06-16T11:15:32.130" v="201" actId="47"/>
        <pc:sldMkLst>
          <pc:docMk/>
          <pc:sldMk cId="370514901" sldId="2147478001"/>
        </pc:sldMkLst>
      </pc:sldChg>
      <pc:sldChg chg="del">
        <pc:chgData name="sano kazuki/2118944/佐野　一樹" userId="a9cd0562-d456-4fb5-9e4e-fdb51a455c05" providerId="ADAL" clId="{B20A3F9A-AEEB-4A5E-BC90-72DBFE264B76}" dt="2026-06-16T11:15:36.401" v="211" actId="47"/>
        <pc:sldMkLst>
          <pc:docMk/>
          <pc:sldMk cId="4131392519" sldId="2147478002"/>
        </pc:sldMkLst>
      </pc:sldChg>
      <pc:sldChg chg="del">
        <pc:chgData name="sano kazuki/2118944/佐野　一樹" userId="a9cd0562-d456-4fb5-9e4e-fdb51a455c05" providerId="ADAL" clId="{B20A3F9A-AEEB-4A5E-BC90-72DBFE264B76}" dt="2026-06-16T11:15:34.616" v="205" actId="47"/>
        <pc:sldMkLst>
          <pc:docMk/>
          <pc:sldMk cId="3200171920" sldId="2147478003"/>
        </pc:sldMkLst>
      </pc:sldChg>
      <pc:sldChg chg="del">
        <pc:chgData name="sano kazuki/2118944/佐野　一樹" userId="a9cd0562-d456-4fb5-9e4e-fdb51a455c05" providerId="ADAL" clId="{B20A3F9A-AEEB-4A5E-BC90-72DBFE264B76}" dt="2026-06-16T11:15:34.754" v="206" actId="47"/>
        <pc:sldMkLst>
          <pc:docMk/>
          <pc:sldMk cId="2873570679" sldId="2147478004"/>
        </pc:sldMkLst>
      </pc:sldChg>
      <pc:sldChg chg="del">
        <pc:chgData name="sano kazuki/2118944/佐野　一樹" userId="a9cd0562-d456-4fb5-9e4e-fdb51a455c05" providerId="ADAL" clId="{B20A3F9A-AEEB-4A5E-BC90-72DBFE264B76}" dt="2026-06-16T11:15:35.626" v="208" actId="47"/>
        <pc:sldMkLst>
          <pc:docMk/>
          <pc:sldMk cId="2019168288" sldId="2147483555"/>
        </pc:sldMkLst>
      </pc:sldChg>
      <pc:sldChg chg="del">
        <pc:chgData name="sano kazuki/2118944/佐野　一樹" userId="a9cd0562-d456-4fb5-9e4e-fdb51a455c05" providerId="ADAL" clId="{B20A3F9A-AEEB-4A5E-BC90-72DBFE264B76}" dt="2026-06-16T11:15:35.917" v="209" actId="47"/>
        <pc:sldMkLst>
          <pc:docMk/>
          <pc:sldMk cId="2254430666" sldId="2147483556"/>
        </pc:sldMkLst>
      </pc:sldChg>
      <pc:sldChg chg="del">
        <pc:chgData name="sano kazuki/2118944/佐野　一樹" userId="a9cd0562-d456-4fb5-9e4e-fdb51a455c05" providerId="ADAL" clId="{B20A3F9A-AEEB-4A5E-BC90-72DBFE264B76}" dt="2026-06-16T11:15:35.341" v="207" actId="47"/>
        <pc:sldMkLst>
          <pc:docMk/>
          <pc:sldMk cId="807011413" sldId="2147483557"/>
        </pc:sldMkLst>
      </pc:sldChg>
      <pc:sldChg chg="del">
        <pc:chgData name="sano kazuki/2118944/佐野　一樹" userId="a9cd0562-d456-4fb5-9e4e-fdb51a455c05" providerId="ADAL" clId="{B20A3F9A-AEEB-4A5E-BC90-72DBFE264B76}" dt="2026-06-16T11:15:29.179" v="197" actId="47"/>
        <pc:sldMkLst>
          <pc:docMk/>
          <pc:sldMk cId="677572079" sldId="2147483558"/>
        </pc:sldMkLst>
      </pc:sldChg>
      <pc:sldChg chg="addSp delSp modSp new mod">
        <pc:chgData name="sano kazuki/2118944/佐野　一樹" userId="a9cd0562-d456-4fb5-9e4e-fdb51a455c05" providerId="ADAL" clId="{B20A3F9A-AEEB-4A5E-BC90-72DBFE264B76}" dt="2026-06-17T05:43:50.185" v="4049" actId="20577"/>
        <pc:sldMkLst>
          <pc:docMk/>
          <pc:sldMk cId="2032908252" sldId="2147483559"/>
        </pc:sldMkLst>
        <pc:spChg chg="mod">
          <ac:chgData name="sano kazuki/2118944/佐野　一樹" userId="a9cd0562-d456-4fb5-9e4e-fdb51a455c05" providerId="ADAL" clId="{B20A3F9A-AEEB-4A5E-BC90-72DBFE264B76}" dt="2026-06-17T05:43:50.185" v="4049" actId="20577"/>
          <ac:spMkLst>
            <pc:docMk/>
            <pc:sldMk cId="2032908252" sldId="2147483559"/>
            <ac:spMk id="4" creationId="{70A18BF3-4997-4EC8-AEAF-934DA3690759}"/>
          </ac:spMkLst>
        </pc:spChg>
        <pc:spChg chg="del mod">
          <ac:chgData name="sano kazuki/2118944/佐野　一樹" userId="a9cd0562-d456-4fb5-9e4e-fdb51a455c05" providerId="ADAL" clId="{B20A3F9A-AEEB-4A5E-BC90-72DBFE264B76}" dt="2026-06-16T10:18:41.104" v="56" actId="478"/>
          <ac:spMkLst>
            <pc:docMk/>
            <pc:sldMk cId="2032908252" sldId="2147483559"/>
            <ac:spMk id="5" creationId="{A176DB1B-7E63-47FF-7516-1558E67895CC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6.400" v="2642" actId="478"/>
          <ac:spMkLst>
            <pc:docMk/>
            <pc:sldMk cId="2032908252" sldId="2147483559"/>
            <ac:spMk id="5" creationId="{D8D387D5-A624-E096-EBE1-3ED23FCF7013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8.502" v="2643" actId="478"/>
          <ac:spMkLst>
            <pc:docMk/>
            <pc:sldMk cId="2032908252" sldId="2147483559"/>
            <ac:spMk id="6" creationId="{9A962E01-D068-9422-70CA-01D5CD4FE0CF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2:34.604" v="181" actId="478"/>
          <ac:spMkLst>
            <pc:docMk/>
            <pc:sldMk cId="2032908252" sldId="2147483559"/>
            <ac:spMk id="8" creationId="{6B6BBFA0-CFB3-5E41-4E03-7EA41AE2670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9.754" v="2644" actId="478"/>
          <ac:spMkLst>
            <pc:docMk/>
            <pc:sldMk cId="2032908252" sldId="2147483559"/>
            <ac:spMk id="8" creationId="{C3890724-C555-92A8-2FC4-2044AF55EA2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1.064" v="2645" actId="478"/>
          <ac:spMkLst>
            <pc:docMk/>
            <pc:sldMk cId="2032908252" sldId="2147483559"/>
            <ac:spMk id="9" creationId="{5F9D479F-80FD-0F48-469B-9C628BA030A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3.411" v="2646" actId="478"/>
          <ac:spMkLst>
            <pc:docMk/>
            <pc:sldMk cId="2032908252" sldId="2147483559"/>
            <ac:spMk id="10" creationId="{DB78AFC8-259E-2D81-051E-72A3FD855C11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1" creationId="{069FD0B1-CF7B-FFF0-F7B9-34F4AF18BFC4}"/>
          </ac:spMkLst>
        </pc:spChg>
        <pc:spChg chg="add mod">
          <ac:chgData name="sano kazuki/2118944/佐野　一樹" userId="a9cd0562-d456-4fb5-9e4e-fdb51a455c05" providerId="ADAL" clId="{B20A3F9A-AEEB-4A5E-BC90-72DBFE264B76}" dt="2026-06-16T23:14:48.448" v="308" actId="14100"/>
          <ac:spMkLst>
            <pc:docMk/>
            <pc:sldMk cId="2032908252" sldId="2147483559"/>
            <ac:spMk id="12" creationId="{A3688449-1891-8DDD-2E62-D834BB110016}"/>
          </ac:spMkLst>
        </pc:spChg>
        <pc:spChg chg="add mod">
          <ac:chgData name="sano kazuki/2118944/佐野　一樹" userId="a9cd0562-d456-4fb5-9e4e-fdb51a455c05" providerId="ADAL" clId="{B20A3F9A-AEEB-4A5E-BC90-72DBFE264B76}" dt="2026-06-16T23:14:50.580" v="309" actId="14100"/>
          <ac:spMkLst>
            <pc:docMk/>
            <pc:sldMk cId="2032908252" sldId="2147483559"/>
            <ac:spMk id="13" creationId="{11F0E3C7-9306-396E-7BD7-16197C3F3AB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5.053" v="2647" actId="478"/>
          <ac:spMkLst>
            <pc:docMk/>
            <pc:sldMk cId="2032908252" sldId="2147483559"/>
            <ac:spMk id="14" creationId="{0BD0E24A-B3B3-E0D4-1B37-315B11E40B2B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0:39.887" v="176" actId="478"/>
          <ac:spMkLst>
            <pc:docMk/>
            <pc:sldMk cId="2032908252" sldId="2147483559"/>
            <ac:spMk id="14" creationId="{146A7925-F182-2D07-023F-B90EF12AC29E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5" creationId="{1224EA37-830B-E6A2-97DD-1AE6CF3B7B81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6.138" v="2648" actId="478"/>
          <ac:spMkLst>
            <pc:docMk/>
            <pc:sldMk cId="2032908252" sldId="2147483559"/>
            <ac:spMk id="16" creationId="{7DCC71CF-5783-ED7C-3F6F-F2D4FD88C6A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7" creationId="{F9B36291-715C-2058-0EB7-7F204E46B59B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8" creationId="{8F642EA3-A3A7-1135-8A1C-950B912B7C24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9" creationId="{639B34C9-B9E5-6801-25A2-AE82F1A4554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0" creationId="{E5428F67-64BE-3485-1201-BAF1A355A503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1" creationId="{F7AFC487-ADE9-473F-DD28-9EC4DDF142A3}"/>
          </ac:spMkLst>
        </pc:spChg>
        <pc:spChg chg="add mod">
          <ac:chgData name="sano kazuki/2118944/佐野　一樹" userId="a9cd0562-d456-4fb5-9e4e-fdb51a455c05" providerId="ADAL" clId="{B20A3F9A-AEEB-4A5E-BC90-72DBFE264B76}" dt="2026-06-16T11:26:35.630" v="250" actId="14100"/>
          <ac:spMkLst>
            <pc:docMk/>
            <pc:sldMk cId="2032908252" sldId="2147483559"/>
            <ac:spMk id="23" creationId="{D5ED23A2-8CE0-7F67-4CA0-655189803DB6}"/>
          </ac:spMkLst>
        </pc:spChg>
        <pc:spChg chg="add mod">
          <ac:chgData name="sano kazuki/2118944/佐野　一樹" userId="a9cd0562-d456-4fb5-9e4e-fdb51a455c05" providerId="ADAL" clId="{B20A3F9A-AEEB-4A5E-BC90-72DBFE264B76}" dt="2026-06-17T04:26:24.863" v="3357" actId="1076"/>
          <ac:spMkLst>
            <pc:docMk/>
            <pc:sldMk cId="2032908252" sldId="2147483559"/>
            <ac:spMk id="24" creationId="{A018C5DD-1DB2-8964-AB56-7DEBF93CC33A}"/>
          </ac:spMkLst>
        </pc:spChg>
        <pc:spChg chg="add del mod">
          <ac:chgData name="sano kazuki/2118944/佐野　一樹" userId="a9cd0562-d456-4fb5-9e4e-fdb51a455c05" providerId="ADAL" clId="{B20A3F9A-AEEB-4A5E-BC90-72DBFE264B76}" dt="2026-06-16T11:27:54.116" v="262" actId="478"/>
          <ac:spMkLst>
            <pc:docMk/>
            <pc:sldMk cId="2032908252" sldId="2147483559"/>
            <ac:spMk id="25" creationId="{1CCAA3B1-7CBB-03F9-3D38-43BFAEF5A40A}"/>
          </ac:spMkLst>
        </pc:spChg>
        <pc:spChg chg="add mod">
          <ac:chgData name="sano kazuki/2118944/佐野　一樹" userId="a9cd0562-d456-4fb5-9e4e-fdb51a455c05" providerId="ADAL" clId="{B20A3F9A-AEEB-4A5E-BC90-72DBFE264B76}" dt="2026-06-16T11:28:12.339" v="267" actId="14100"/>
          <ac:spMkLst>
            <pc:docMk/>
            <pc:sldMk cId="2032908252" sldId="2147483559"/>
            <ac:spMk id="26" creationId="{A9744025-6CC5-2493-A032-A419396D8ABB}"/>
          </ac:spMkLst>
        </pc:spChg>
        <pc:spChg chg="add mod">
          <ac:chgData name="sano kazuki/2118944/佐野　一樹" userId="a9cd0562-d456-4fb5-9e4e-fdb51a455c05" providerId="ADAL" clId="{B20A3F9A-AEEB-4A5E-BC90-72DBFE264B76}" dt="2026-06-16T11:28:59.297" v="272" actId="1037"/>
          <ac:spMkLst>
            <pc:docMk/>
            <pc:sldMk cId="2032908252" sldId="2147483559"/>
            <ac:spMk id="27" creationId="{81BC43F9-AACF-695B-1424-C307DB6A53FB}"/>
          </ac:spMkLst>
        </pc:spChg>
        <pc:spChg chg="add mod">
          <ac:chgData name="sano kazuki/2118944/佐野　一樹" userId="a9cd0562-d456-4fb5-9e4e-fdb51a455c05" providerId="ADAL" clId="{B20A3F9A-AEEB-4A5E-BC90-72DBFE264B76}" dt="2026-06-16T11:29:21.979" v="275" actId="1076"/>
          <ac:spMkLst>
            <pc:docMk/>
            <pc:sldMk cId="2032908252" sldId="2147483559"/>
            <ac:spMk id="28" creationId="{B8BC7E68-4395-4B40-079B-D319C890ED73}"/>
          </ac:spMkLst>
        </pc:spChg>
        <pc:picChg chg="add mod">
          <ac:chgData name="sano kazuki/2118944/佐野　一樹" userId="a9cd0562-d456-4fb5-9e4e-fdb51a455c05" providerId="ADAL" clId="{B20A3F9A-AEEB-4A5E-BC90-72DBFE264B76}" dt="2026-06-16T11:25:55.950" v="230" actId="1076"/>
          <ac:picMkLst>
            <pc:docMk/>
            <pc:sldMk cId="2032908252" sldId="2147483559"/>
            <ac:picMk id="7" creationId="{DC82FD0B-1EA6-0650-D72D-1FA21B163863}"/>
          </ac:picMkLst>
        </pc:picChg>
        <pc:picChg chg="add mod">
          <ac:chgData name="sano kazuki/2118944/佐野　一樹" userId="a9cd0562-d456-4fb5-9e4e-fdb51a455c05" providerId="ADAL" clId="{B20A3F9A-AEEB-4A5E-BC90-72DBFE264B76}" dt="2026-06-16T11:26:20.271" v="244" actId="692"/>
          <ac:picMkLst>
            <pc:docMk/>
            <pc:sldMk cId="2032908252" sldId="2147483559"/>
            <ac:picMk id="22" creationId="{EB74C424-A937-A9B5-C294-AE7275A05958}"/>
          </ac:picMkLst>
        </pc:picChg>
        <pc:cxnChg chg="add del mod">
          <ac:chgData name="sano kazuki/2118944/佐野　一樹" userId="a9cd0562-d456-4fb5-9e4e-fdb51a455c05" providerId="ADAL" clId="{B20A3F9A-AEEB-4A5E-BC90-72DBFE264B76}" dt="2026-06-16T11:28:01.939" v="263" actId="478"/>
          <ac:cxnSpMkLst>
            <pc:docMk/>
            <pc:sldMk cId="2032908252" sldId="2147483559"/>
            <ac:cxnSpMk id="10" creationId="{BC0183A2-F452-3937-E47D-4DFA16DFDFA7}"/>
          </ac:cxnSpMkLst>
        </pc:cxnChg>
      </pc:sldChg>
      <pc:sldChg chg="addSp delSp modSp new mod">
        <pc:chgData name="sano kazuki/2118944/佐野　一樹" userId="a9cd0562-d456-4fb5-9e4e-fdb51a455c05" providerId="ADAL" clId="{B20A3F9A-AEEB-4A5E-BC90-72DBFE264B76}" dt="2026-06-17T05:38:56.058" v="3784" actId="20577"/>
        <pc:sldMkLst>
          <pc:docMk/>
          <pc:sldMk cId="2391073697" sldId="2147483560"/>
        </pc:sldMkLst>
        <pc:spChg chg="mod">
          <ac:chgData name="sano kazuki/2118944/佐野　一樹" userId="a9cd0562-d456-4fb5-9e4e-fdb51a455c05" providerId="ADAL" clId="{B20A3F9A-AEEB-4A5E-BC90-72DBFE264B76}" dt="2026-06-17T02:36:28.526" v="2862" actId="1076"/>
          <ac:spMkLst>
            <pc:docMk/>
            <pc:sldMk cId="2391073697" sldId="2147483560"/>
            <ac:spMk id="4" creationId="{D38946D5-8F11-0F5C-1095-D1CC8059E3FB}"/>
          </ac:spMkLst>
        </pc:spChg>
        <pc:spChg chg="del">
          <ac:chgData name="sano kazuki/2118944/佐野　一樹" userId="a9cd0562-d456-4fb5-9e4e-fdb51a455c05" providerId="ADAL" clId="{B20A3F9A-AEEB-4A5E-BC90-72DBFE264B76}" dt="2026-06-16T23:15:29.192" v="323" actId="478"/>
          <ac:spMkLst>
            <pc:docMk/>
            <pc:sldMk cId="2391073697" sldId="2147483560"/>
            <ac:spMk id="5" creationId="{E23EAE10-763D-AE49-0CDB-214224A7BB70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5:38:56.058" v="3784" actId="20577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32.619" v="4046" actId="20577"/>
        <pc:sldMkLst>
          <pc:docMk/>
          <pc:sldMk cId="1278396755" sldId="2147483561"/>
        </pc:sldMkLst>
        <pc:spChg chg="del">
          <ac:chgData name="sano kazuki/2118944/佐野　一樹" userId="a9cd0562-d456-4fb5-9e4e-fdb51a455c05" providerId="ADAL" clId="{B20A3F9A-AEEB-4A5E-BC90-72DBFE264B76}" dt="2026-06-17T02:35:38.304" v="2800"/>
          <ac:spMkLst>
            <pc:docMk/>
            <pc:sldMk cId="1278396755" sldId="2147483561"/>
            <ac:spMk id="4" creationId="{3A99D041-1650-8AB5-AB8E-616A2EAFA740}"/>
          </ac:spMkLst>
        </pc:spChg>
        <pc:spChg chg="del">
          <ac:chgData name="sano kazuki/2118944/佐野　一樹" userId="a9cd0562-d456-4fb5-9e4e-fdb51a455c05" providerId="ADAL" clId="{B20A3F9A-AEEB-4A5E-BC90-72DBFE264B76}" dt="2026-06-17T02:35:47.683" v="2801" actId="478"/>
          <ac:spMkLst>
            <pc:docMk/>
            <pc:sldMk cId="1278396755" sldId="2147483561"/>
            <ac:spMk id="5" creationId="{6007D992-3CEB-0167-B334-3BB4B59240B9}"/>
          </ac:spMkLst>
        </pc:spChg>
        <pc:spChg chg="add mod">
          <ac:chgData name="sano kazuki/2118944/佐野　一樹" userId="a9cd0562-d456-4fb5-9e4e-fdb51a455c05" providerId="ADAL" clId="{B20A3F9A-AEEB-4A5E-BC90-72DBFE264B76}" dt="2026-06-17T05:43:32.619" v="4046" actId="20577"/>
          <ac:spMkLst>
            <pc:docMk/>
            <pc:sldMk cId="1278396755" sldId="2147483561"/>
            <ac:spMk id="6" creationId="{CF1D0FC2-CC79-69E6-B10C-688419B3F68C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3:06:39.403" v="3339" actId="1076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6:06:19.291" v="4580" actId="20577"/>
        <pc:sldMkLst>
          <pc:docMk/>
          <pc:sldMk cId="1161198265" sldId="2147483562"/>
        </pc:sldMkLst>
        <pc:spChg chg="mod">
          <ac:chgData name="sano kazuki/2118944/佐野　一樹" userId="a9cd0562-d456-4fb5-9e4e-fdb51a455c05" providerId="ADAL" clId="{B20A3F9A-AEEB-4A5E-BC90-72DBFE264B76}" dt="2026-06-17T05:45:56.469" v="4055" actId="20577"/>
          <ac:spMkLst>
            <pc:docMk/>
            <pc:sldMk cId="1161198265" sldId="2147483562"/>
            <ac:spMk id="2" creationId="{40875B0C-238A-4B74-9BB8-63C9C0770213}"/>
          </ac:spMkLst>
        </pc:spChg>
        <pc:spChg chg="del mod">
          <ac:chgData name="sano kazuki/2118944/佐野　一樹" userId="a9cd0562-d456-4fb5-9e4e-fdb51a455c05" providerId="ADAL" clId="{B20A3F9A-AEEB-4A5E-BC90-72DBFE264B76}" dt="2026-06-17T04:43:24.876" v="3396" actId="478"/>
          <ac:spMkLst>
            <pc:docMk/>
            <pc:sldMk cId="1161198265" sldId="2147483562"/>
            <ac:spMk id="3" creationId="{A317F03E-8661-048F-AF53-120F9200AE11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6:06:19.291" v="4580" actId="20577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20.020" v="4003"/>
        <pc:sldMkLst>
          <pc:docMk/>
          <pc:sldMk cId="1026278820" sldId="2147483563"/>
        </pc:sldMkLst>
        <pc:spChg chg="del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4" creationId="{FFD7F543-961C-C743-962F-59ABFBB2CE4A}"/>
          </ac:spMkLst>
        </pc:spChg>
        <pc:spChg chg="del">
          <ac:chgData name="sano kazuki/2118944/佐野　一樹" userId="a9cd0562-d456-4fb5-9e4e-fdb51a455c05" providerId="ADAL" clId="{B20A3F9A-AEEB-4A5E-BC90-72DBFE264B76}" dt="2026-06-17T04:43:45.785" v="3399"/>
          <ac:spMkLst>
            <pc:docMk/>
            <pc:sldMk cId="1026278820" sldId="2147483563"/>
            <ac:spMk id="5" creationId="{B3FEFAAF-6690-345B-7BCE-48A7F17F7CC6}"/>
          </ac:spMkLst>
        </pc:spChg>
        <pc:spChg chg="add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8" creationId="{DED4F063-243C-F662-50C2-2B741456A2D1}"/>
          </ac:spMkLst>
        </pc:spChg>
        <pc:spChg chg="add del mod">
          <ac:chgData name="sano kazuki/2118944/佐野　一樹" userId="a9cd0562-d456-4fb5-9e4e-fdb51a455c05" providerId="ADAL" clId="{B20A3F9A-AEEB-4A5E-BC90-72DBFE264B76}" dt="2026-06-17T05:29:02.891" v="3426" actId="478"/>
          <ac:spMkLst>
            <pc:docMk/>
            <pc:sldMk cId="1026278820" sldId="2147483563"/>
            <ac:spMk id="10" creationId="{43B3F5E9-F638-88A7-40FC-AB2D8056D991}"/>
          </ac:spMkLst>
        </pc:spChg>
        <pc:graphicFrameChg chg="add del mod">
          <ac:chgData name="sano kazuki/2118944/佐野　一樹" userId="a9cd0562-d456-4fb5-9e4e-fdb51a455c05" providerId="ADAL" clId="{B20A3F9A-AEEB-4A5E-BC90-72DBFE264B76}" dt="2026-06-17T05:29:00.906" v="3425" actId="478"/>
          <ac:graphicFrameMkLst>
            <pc:docMk/>
            <pc:sldMk cId="1026278820" sldId="2147483563"/>
            <ac:graphicFrameMk id="6" creationId="{F07F5994-DFDD-13D8-2A21-6C4C57EFAF63}"/>
          </ac:graphicFrameMkLst>
        </pc:graphicFrameChg>
        <pc:graphicFrameChg chg="add mod modGraphic">
          <ac:chgData name="sano kazuki/2118944/佐野　一樹" userId="a9cd0562-d456-4fb5-9e4e-fdb51a455c05" providerId="ADAL" clId="{B20A3F9A-AEEB-4A5E-BC90-72DBFE264B76}" dt="2026-06-17T05:43:20.020" v="4003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modSp mod">
        <pc:chgData name="sano kazuki/2118944/佐野　一樹" userId="a9cd0562-d456-4fb5-9e4e-fdb51a455c05" providerId="ADAL" clId="{B20A3F9A-AEEB-4A5E-BC90-72DBFE264B76}" dt="2026-06-17T07:48:35.403" v="5055" actId="1076"/>
        <pc:sldMkLst>
          <pc:docMk/>
          <pc:sldMk cId="598967656" sldId="2147483565"/>
        </pc:sldMkLst>
        <pc:graphicFrameChg chg="add mod modGraphic">
          <ac:chgData name="sano kazuki/2118944/佐野　一樹" userId="a9cd0562-d456-4fb5-9e4e-fdb51a455c05" providerId="ADAL" clId="{B20A3F9A-AEEB-4A5E-BC90-72DBFE264B76}" dt="2026-06-17T07:48:35.403" v="5055" actId="1076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 modGraphic">
          <ac:chgData name="sano kazuki/2118944/佐野　一樹" userId="a9cd0562-d456-4fb5-9e4e-fdb51a455c05" providerId="ADAL" clId="{B20A3F9A-AEEB-4A5E-BC90-72DBFE264B76}" dt="2026-06-17T07:48:20.406" v="5051" actId="20577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  <pc:sldMasterChg chg="delSldLayout">
        <pc:chgData name="sano kazuki/2118944/佐野　一樹" userId="a9cd0562-d456-4fb5-9e4e-fdb51a455c05" providerId="ADAL" clId="{B20A3F9A-AEEB-4A5E-BC90-72DBFE264B76}" dt="2026-06-16T11:15:41.842" v="224" actId="47"/>
        <pc:sldMasterMkLst>
          <pc:docMk/>
          <pc:sldMasterMk cId="1696390841" sldId="2147483820"/>
        </pc:sldMasterMkLst>
        <pc:sldLayoutChg chg="del">
          <pc:chgData name="sano kazuki/2118944/佐野　一樹" userId="a9cd0562-d456-4fb5-9e4e-fdb51a455c05" providerId="ADAL" clId="{B20A3F9A-AEEB-4A5E-BC90-72DBFE264B76}" dt="2026-06-16T11:15:41.842" v="224" actId="47"/>
          <pc:sldLayoutMkLst>
            <pc:docMk/>
            <pc:sldMasterMk cId="1696390841" sldId="2147483820"/>
            <pc:sldLayoutMk cId="173739361" sldId="2147484058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9.499" v="218" actId="47"/>
          <pc:sldLayoutMkLst>
            <pc:docMk/>
            <pc:sldMasterMk cId="1696390841" sldId="2147483820"/>
            <pc:sldLayoutMk cId="3783461818" sldId="2147484059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41.322" v="223" actId="47"/>
          <pc:sldLayoutMkLst>
            <pc:docMk/>
            <pc:sldMasterMk cId="1696390841" sldId="2147483820"/>
            <pc:sldLayoutMk cId="4285825205" sldId="2147484060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5.917" v="209" actId="47"/>
          <pc:sldLayoutMkLst>
            <pc:docMk/>
            <pc:sldMasterMk cId="1696390841" sldId="2147483820"/>
            <pc:sldLayoutMk cId="608871463" sldId="2147484061"/>
          </pc:sldLayoutMkLst>
        </pc:sldLayoutChg>
      </pc:sldMasterChg>
    </pc:docChg>
  </pc:docChgLst>
  <pc:docChgLst>
    <pc:chgData name="sano kazuki/2118944/佐野　一樹" userId="S::2118944@mchcgr.com::a9cd0562-d456-4fb5-9e4e-fdb51a455c05" providerId="AD" clId="Web-{201A2447-3EAC-E9B5-44BF-A70DC1C02550}"/>
    <pc:docChg chg="addSld modSld modSection">
      <pc:chgData name="sano kazuki/2118944/佐野　一樹" userId="S::2118944@mchcgr.com::a9cd0562-d456-4fb5-9e4e-fdb51a455c05" providerId="AD" clId="Web-{201A2447-3EAC-E9B5-44BF-A70DC1C02550}" dt="2026-06-17T06:41:51.103" v="127" actId="1076"/>
      <pc:docMkLst>
        <pc:docMk/>
      </pc:docMkLst>
      <pc:sldChg chg="modSp new">
        <pc:chgData name="sano kazuki/2118944/佐野　一樹" userId="S::2118944@mchcgr.com::a9cd0562-d456-4fb5-9e4e-fdb51a455c05" providerId="AD" clId="Web-{201A2447-3EAC-E9B5-44BF-A70DC1C02550}" dt="2026-06-17T06:41:51.103" v="127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201A2447-3EAC-E9B5-44BF-A70DC1C02550}" dt="2026-06-17T06:41:48.056" v="126" actId="1076"/>
          <ac:spMkLst>
            <pc:docMk/>
            <pc:sldMk cId="1321792111" sldId="2147483564"/>
            <ac:spMk id="2" creationId="{A1F55204-03B2-7BA8-B7EB-C27855597917}"/>
          </ac:spMkLst>
        </pc:spChg>
        <pc:spChg chg="mod">
          <ac:chgData name="sano kazuki/2118944/佐野　一樹" userId="S::2118944@mchcgr.com::a9cd0562-d456-4fb5-9e4e-fdb51a455c05" providerId="AD" clId="Web-{201A2447-3EAC-E9B5-44BF-A70DC1C02550}" dt="2026-06-17T06:41:51.103" v="127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0" y="2240280"/>
            <a:ext cx="12191695" cy="54864"/>
          </a:xfrm>
          <a:prstGeom prst="roundRect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160520"/>
            <a:ext cx="12191695" cy="36576"/>
          </a:xfrm>
          <a:prstGeom prst="roundRect">
            <a:avLst/>
          </a:prstGeom>
          <a:solidFill>
            <a:srgbClr val="C9D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製品DEG色相悪化　対応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事実の整理 → 推定メカニズム → 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2026年6月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概要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1064240" cy="1078992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09928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527048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出口（ストリーム品）は常に規格内。窒素封入タンクの保管で約6週間にAPHA&lt;5→25〜35へ上昇。ドラム・SP（大気接触）は悪化なし。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4328"/>
            <a:ext cx="11064240" cy="1078992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916936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仮説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734056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触媒劣化で増えたアルデヒドが縮合して前駆体になり、DEG留分を通って製品タンクで熟成・共役伸長し450nm（黄）に（最有力仮説・ベンチ未再現）。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31336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123944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941064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触媒交換（実施済）・設備洗浄・運転条件（NaOH非投入／温度を下げない／リン酸で緩和）。早期判定はUV450nm。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38344"/>
            <a:ext cx="11064240" cy="1078992"/>
          </a:xfrm>
          <a:prstGeom prst="roundRect">
            <a:avLst/>
          </a:prstGeom>
          <a:solidFill>
            <a:srgbClr val="DCE6EF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5330952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ご依頼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148072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再稼働後の初期流動品が全項目規格内かつタンク経時でUV・色相が不変であることを確認したうえで、出荷再開をご承認ください。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発生事象（事実）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・同じ製品でも、ドラム充填品・SP転送品（大気接触）では色相上昇しない。共配ライン残液（27日保管）も悪化なし。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・色相・外観以外の品質規格（純度・MEG/TEG・水分・金属・蒸留性状）は実測で正常品の範囲内。pHのみ通常より僅かに高め（+0.1〜0.2程度）。</a:t>
            </a:r>
          </a:p>
        </p:txBody>
      </p:sp>
      <p:pic>
        <p:nvPicPr>
          <p:cNvPr id="4" name="Picture 3" descr="aph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937760" cy="28872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着色物質と着色現象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6035040" cy="2148840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確認した事実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・UVスペクトルで300nm付近と450nm付近に吸収。色相（APHA）上昇に伴い450nmが増大（450nmの補色＝黄、観測色と一致）。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・450nm吸光度とAPHAが相関。GPCで分子量200〜800の分布。GCの複数検体が457nmを捕捉。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・T-555残液は5/18時点（APHA30）以降、APHAが上昇していない。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・アルデヒド類（A-ALD・F-ALD・アクロレイン）も検出されるが、アクロレイン濃度とAPHAは相関しない。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66160"/>
            <a:ext cx="6035040" cy="2743200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ここから読める推定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・着色物質は共役ポリエン（CH=CHの連なり）を持つ化合物の混合物と推定。共役が伸びるほど吸収が長波長化し、十分に伸びると可視域450nm（黄）に達する。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・GPCの200〜800という幅は単一物質でなくオリゴマー混合物を示す（分子量は数百のオーダー、上限側はオリゴマー化で大きくなる）。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・存在量は絶対定量が未確立だがppbオーダーの微量（UV吸光度からの換算）。共役系の吸光係数が大きく、微量で色がつく。</a:t>
            </a:r>
          </a:p>
        </p:txBody>
      </p:sp>
      <p:pic>
        <p:nvPicPr>
          <p:cNvPr id="5" name="Picture 4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80160"/>
            <a:ext cx="5120640" cy="2939461"/>
          </a:xfrm>
          <a:prstGeom prst="rect">
            <a:avLst/>
          </a:prstGeom>
        </p:spPr>
      </p:pic>
      <p:pic>
        <p:nvPicPr>
          <p:cNvPr id="6" name="Picture 5" descr="polyenal_l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297680"/>
            <a:ext cx="4663440" cy="2123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58978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着色物質＝共役ポリエナール CH3-(CH=CH)n-CHO（数〜10ppbで発色）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推定メカニズム（現時点の最有力仮説・ベンチでは未再現）</a:t>
            </a:r>
          </a:p>
        </p:txBody>
      </p:sp>
      <p:pic>
        <p:nvPicPr>
          <p:cNvPr id="3" name="Picture 2" descr="aldo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4552" cy="3753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一筋： 触媒劣化で増えたアルデヒドが、アルドール縮合で高沸点の前駆体になってDEG留分へ移り、窒素タンクの長期保管で前駆体どうしが縮合・脱水して共役が伸び、約10ppb（推定）で450nm＝黄色に着色する。前駆体を使い切るとAPHA30程度で頭打ち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本メカニズムは現時点の最有力仮説で、RDベンチでは再現に至っていない（タンク長期保管・pH・前駆体濃度の同時再現が未達）。方向性（共役が伸びて黄色になる／酸素で抑制される）は観測と整合する。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縮合は脱水塔以降で起こる（工程フロー）</a:t>
            </a:r>
          </a:p>
        </p:txBody>
      </p:sp>
      <p:pic>
        <p:nvPicPr>
          <p:cNvPr id="3" name="Picture 2" descr="mechanis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2848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工程ごとの事実（運転・解放・RD）／文献・社外知見／一般原理の切り分けは「事実整理（工程別グリッド）」に整理。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工程別サマリ（事実の裏付け強度と小結論）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裏付け強度 ◎事実複数で確定／○一部事実＋原理／△収支・原理のみで確度低。工程ごとの事実の詳細は「事実整理（工程別グリッド）」に集約。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7040880"/>
              </a:tblGrid>
              <a:tr h="5429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工程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裏付け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この工程で言えること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EO反応系 (R-1101)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種となるアルデヒドが増えた＝着色の起点。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EG反応系 (R-1401)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アルデヒドがEG生成系に持ち込まれ、UV成分の素地になる。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7A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△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収支上は大半パージ・一部下流と推定（解放・RDの裏付けなし＝確度低）。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EG脱水系 (C-1404)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低水分が縮合を後押し。重質化し得る形（原理上）で下流へ運ばれる。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MEG精製系 (C-1501/1502)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活性金属なし＝着色の生成場でない。C-1502の見かけ生成は循環由来の通過点（循環解釈は収支依存で要追検証）。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DEG精製系 (C-1503)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前駆体が生成する場。鉄サビ・付着物は450nmの主因でない（局所380nm）。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 (T-555)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着色が成長＝熟成の場。窒素で進行・大気で抑制。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なぜ今回だけ起きたか（条件の重なり）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過去にもアルデヒドが高い時期はあったが、今回は反応させてしまう条件がそろった。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【アルデヒドが多かった（必要条件）】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触媒選択性低下でA-ALD・F-ALDが増加（A-ALD/EO=0.78kg/t、過去実績の上位）。種となるアルデヒドの絶対量が多かった。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触媒交換で除去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35224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【水分が少ない条件だった（促進）】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脱水・縮合は水があると進みにくい平衡反応。脱水塔ボトムが低水分で縮合が進みやすかった。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水分管理で確認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95928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【塩基条件（苛性ソーダ）が後押し（促進）】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NaOHの塩基がアルドール縮合を促進する側に働いた（NaOH→リン酸Na切替で330nm低下と整合）。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SU時はNaOH非投入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56632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【DEG留分には樹脂（IER）が無い（DEG特有・除去機構の欠如）】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MEG・TEGはイオン交換樹脂で前駆体を除去して製品を安定化できるが、DEG留分には樹脂が無く前駆体がそのまま製品に持ち込まれる。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出口でDEGラインIERを検討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設備（鉄サビ）は色相の主因ではない</a:t>
            </a:r>
          </a:p>
        </p:txBody>
      </p:sp>
      <p:pic>
        <p:nvPicPr>
          <p:cNvPr id="3" name="Picture 2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760720" cy="33068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55448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・C-1503の黒色付着物はほぼ鉄サビ＋有機酸（局所の腐食）。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・付着物をDEGに加えても380nmのみ＝実機の450nmは再現しない（保管試験）。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・T-555残液はAPHA30で頭打ち＝タンクの鉄サビは促進触媒でない。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257800"/>
            <a:ext cx="11155680" cy="868680"/>
          </a:xfrm>
          <a:prstGeom prst="roundRect">
            <a:avLst/>
          </a:prstGeom>
          <a:solidFill>
            <a:srgbClr val="DCE6EF"/>
          </a:solidFill>
          <a:ln w="1270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1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→ 鉄サビ・付着物は色相（450nm）の主因でなく、寄与は局所380nm。実測で判断（金属が無くてもアルデヒドとpHで着色を説明できる）。洗浄は予防保全。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設備に色相の主因なし（開放・検査の結論）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開放は『推定メカニズムに基づき、縮合反応が起こり得る脱水塔以降に絞って当該機器を確認し、結果を仮説に沿って解釈する』順序で行う。機器を開けた結果から逆に範囲を決めるのではなく、技術→推定メカニズム→該当機器の確認→補足、の順とす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機器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開放理由・結果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ウォータージェットで付着物除去。付着物は450nmに寄与しないことを保管試験で確認。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C-1501トップ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開放しないと確認できないため清掃対応。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C-1501／C-1502／C-1504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インターナル・壁面とも過去と比べ問題なし。対応なし。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C-1501ボトムフィルター下流〜C-1502フィード配管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冬定修でSUS化済みのため錆込みなし。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リボイラー・コンデンサー等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塔本体が過去同様で問題なく、周辺は開放せず。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T-555／T-615（DEGタンク）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開放・洗浄。異物は鉄サビ（T-615右側サンプルは砂が過半＋鉄10〜12%）。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肉厚測定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定修前の運転中に各機器外側から測定。原肉に対し有意な減肉なし。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対応（再発防止・スタートアップ運転条件）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040880"/>
                <a:gridCol w="1645920"/>
              </a:tblGrid>
              <a:tr h="6531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状況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触媒交換（原因除去）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計画停止で触媒交換済。アルデヒド類の生成を抑える。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タンク・配管の洗浄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色相上昇を確認したタンク等を開放・洗浄し付着物を除去、保管設備を健全化。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苛性ソーダ（NaOH）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スタートアップ時は投入しないベース。アルデヒドが多い局面ではアルドール縮合を促進し得るため、触媒交換後にアルデヒド低下を確認してから要否判断。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MEG塔温度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下げない方針。温度を下げるとアルデヒドが分解されず前駆体として下流に回り、かえって色相側に出る懸念があるため。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リン酸ナトリウム（Na₃PO₄）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保管中反応の緩和策。pH低下で縮合を抑える／金属を不活性化する効きがある（効き方は要検証）。置換（払い出しを伴う入替）とセットで運用。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緩和・要検証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出口（DEGラインのIER）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前段で抑えきれない場合の出口戦略として、DEGラインへの樹脂設置を検討（実DEGの通液テストを予定）。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検討中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出荷再開に向けた品質管理・早期判定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・再稼働後の初期流動品は、APHAを含む社内規格全項目で規格内を確認。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・初期流動品はタンク保管中の色相・UVスペクトルの経時変化が無いことを確認してから出荷。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・早期判定はUV450nmを主指標とする（悪化品は約0.004/日上昇、正常品は0.002で不動）。UV330nm（Na非含有領域）を補助に用いる。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の律速は後段の縮合（UV450nm）であり、アルデヒド量は先行指標としての相関が弱い（アクロレインとAPHAも相関しない）。このためトータルアルデヒド監視は採用しない（現行のDNPH法以上の情報は得られない見込み）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・ストリーム／タンクの切り分けのため、製品ストリームを窒素雰囲気のボンベで採取し経時を確認する。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・出荷再開の判定基準（オンスペック判定／タンク経時の観察期間／UV450nmの日次傾きの閾値／初期流動品の解除ロット数）は、本対策会議で具体値を確定する（決め事）。</a:t>
            </a:r>
          </a:p>
        </p:txBody>
      </p:sp>
      <p:pic>
        <p:nvPicPr>
          <p:cNvPr id="4" name="Picture 3" descr="uv450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846320" cy="26350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出荷再開の判断（ご承認のお願い）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① まず出口実測で歯止め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初期流動品は、全項目が規格内、かつタンク保管中のUV・色相が経時で不変であることを確認したうえでのみ出荷する。仮説の真偽に依らず、実測で歯止めをかける。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560320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② それを支える対応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触媒交換（実施済）・設備洗浄・運転条件（NaOH非投入／温度を下げない／リン酸で緩和）。早期判定はUV450nm主・UV330補助。判定基準の具体値は本会議で確定。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③ なぜ起きたか（参考）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触媒劣化で増えたアルデヒドが縮合して前駆体になり、タンクで熟成・共役伸長して450nm（最有力仮説・ベンチ未再現）。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074920"/>
            <a:ext cx="11064240" cy="868680"/>
          </a:xfrm>
          <a:prstGeom prst="roundRect">
            <a:avLst/>
          </a:prstGeom>
          <a:solidFill>
            <a:srgbClr val="DCE6E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5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上記の前提（出口実測での歯止め）で、製品DEGの出荷再開についてご承認をお願いします。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2A672AD-688F-4051-BFAD-DB42F238CB31}">
  <ds:schemaRefs>
    <ds:schemaRef ds:uri="11a50968-8ed5-4cc4-a3c1-125207e326f1"/>
    <ds:schemaRef ds:uri="6274f615-996e-4d4a-96d1-1958034f14d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Main template_Blue and Cool gray</vt:lpstr>
      <vt:lpstr>13_Basic template</vt:lpstr>
      <vt:lpstr>DEG色相悪化対応まとめ</vt:lpstr>
      <vt:lpstr>DEG色相悪化対応まとめ（EO課 機器）</vt:lpstr>
      <vt:lpstr>DEG色相悪化対応まとめ（EO課 配管）</vt:lpstr>
      <vt:lpstr>DEG色相悪化対応まとめ(共通配管帯、操油課）</vt:lpstr>
      <vt:lpstr>サンプル分析 </vt:lpstr>
      <vt:lpstr>DEG色相悪化メカニズム（推定）</vt:lpstr>
      <vt:lpstr>スタートアップ時の対応</vt:lpstr>
      <vt:lpstr>運転条件整理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製品DEG色相悪化 対策会議</dc:title>
  <dc:subject/>
  <dc:creator/>
  <cp:keywords/>
  <dc:description/>
  <cp:revision>1</cp:revision>
  <cp:lastPrinted>2026-04-20T10:22:20Z</cp:lastPrinted>
  <dcterms:created xsi:type="dcterms:W3CDTF">2022-06-15T12:36:54Z</dcterms:created>
  <dcterms:modified xsi:type="dcterms:W3CDTF">2026-06-17T11:06:35Z</dcterms:modified>
  <cp:category/>
  <cp:lastModifiedB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