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0" r:id="rId4"/>
    <p:sldMasterId id="2147483987" r:id="rId5"/>
  </p:sldMasterIdLst>
  <p:notesMasterIdLst>
    <p:notesMasterId r:id="rId14"/>
  </p:notesMasterIdLst>
  <p:handoutMasterIdLst>
    <p:handoutMasterId r:id="rId15"/>
  </p:handoutMasterIdLst>
  <p:sldIdLst>
    <p:sldId id="2147483567" r:id="rId22"/>
    <p:sldId id="2147483568" r:id="rId23"/>
    <p:sldId id="2147483569" r:id="rId24"/>
    <p:sldId id="2147483570" r:id="rId25"/>
    <p:sldId id="2147483571" r:id="rId26"/>
    <p:sldId id="2147483572" r:id="rId27"/>
    <p:sldId id="2147483573" r:id="rId28"/>
    <p:sldId id="2147483574" r:id="rId29"/>
    <p:sldId id="2147483575" r:id="rId30"/>
    <p:sldId id="2147483576" r:id="rId31"/>
    <p:sldId id="2147483577" r:id="rId32"/>
    <p:sldId id="2147483578" r:id="rId33"/>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題" id="{B3FEFFA8-0125-4B10-B1BB-383480E17AF0}">
          <p14:sldIdLst>
            <p14:sldId id="2147483559"/>
            <p14:sldId id="2147483560"/>
            <p14:sldId id="2147483563"/>
            <p14:sldId id="2147483561"/>
            <p14:sldId id="2147483562"/>
            <p14:sldId id="2147483564"/>
            <p14:sldId id="2147483565"/>
            <p14:sldId id="21474835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6633"/>
    <a:srgbClr val="669900"/>
    <a:srgbClr val="0066FF"/>
    <a:srgbClr val="2980FF"/>
    <a:srgbClr val="1574FF"/>
    <a:srgbClr val="0D6FFF"/>
    <a:srgbClr val="FF00FF"/>
    <a:srgbClr val="E7EAF1"/>
    <a:srgbClr val="CBD2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902060-2CF8-B697-0053-6C35618F227F}" v="8" dt="2026-06-17T07:36:40.485"/>
    <p1510:client id="{201A2447-3EAC-E9B5-44BF-A70DC1C02550}" v="126" dt="2026-06-17T06:41:51.103"/>
    <p1510:client id="{339BF3AC-F176-4630-AC9A-8D680AAAAB98}" v="2477" dt="2026-06-17T07:48:35.403"/>
    <p1510:client id="{39E879CF-D684-5149-35F0-EF1D8EA0BFF2}" v="9" dt="2026-06-17T08:34:50.695"/>
    <p1510:client id="{CE9F7A7A-DFC6-9164-59C8-AAB1A10267D4}" v="4" dt="2026-06-17T09:43:13.530"/>
    <p1510:client id="{E574A9E3-7C35-40B3-A25C-A6BC8E6DC05C}" v="615" dt="2026-06-17T11:06:04.837"/>
    <p1510:client id="{F10D3AE0-36BE-76F1-F47C-32D11C8A840E}" v="52" dt="2026-06-17T06:55:48.349"/>
  </p1510:revLst>
</p1510:revInfo>
</file>

<file path=ppt/tableStyles.xml><?xml version="1.0" encoding="utf-8"?>
<a:tblStyleLst xmlns:a="http://schemas.openxmlformats.org/drawingml/2006/main" def="{5C22544A-7EE6-4342-B048-85BDC9FD1C3A}">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microsoft.com/office/2015/10/relationships/revisionInfo" Target="revisionInfo.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o kazuki/2118944/佐野　一樹" userId="S::2118944@mchcgr.com::a9cd0562-d456-4fb5-9e4e-fdb51a455c05" providerId="AD" clId="Web-{10902060-2CF8-B697-0053-6C35618F227F}"/>
    <pc:docChg chg="addSld modSld modSection">
      <pc:chgData name="sano kazuki/2118944/佐野　一樹" userId="S::2118944@mchcgr.com::a9cd0562-d456-4fb5-9e4e-fdb51a455c05" providerId="AD" clId="Web-{10902060-2CF8-B697-0053-6C35618F227F}" dt="2026-06-17T07:36:40.485" v="7" actId="1076"/>
      <pc:docMkLst>
        <pc:docMk/>
      </pc:docMkLst>
      <pc:sldChg chg="addSp delSp modSp new">
        <pc:chgData name="sano kazuki/2118944/佐野　一樹" userId="S::2118944@mchcgr.com::a9cd0562-d456-4fb5-9e4e-fdb51a455c05" providerId="AD" clId="Web-{10902060-2CF8-B697-0053-6C35618F227F}" dt="2026-06-17T07:36:40.485" v="7" actId="1076"/>
        <pc:sldMkLst>
          <pc:docMk/>
          <pc:sldMk cId="598967656" sldId="2147483565"/>
        </pc:sldMkLst>
        <pc:spChg chg="mod">
          <ac:chgData name="sano kazuki/2118944/佐野　一樹" userId="S::2118944@mchcgr.com::a9cd0562-d456-4fb5-9e4e-fdb51a455c05" providerId="AD" clId="Web-{10902060-2CF8-B697-0053-6C35618F227F}" dt="2026-06-17T07:36:15.421" v="4" actId="20577"/>
          <ac:spMkLst>
            <pc:docMk/>
            <pc:sldMk cId="598967656" sldId="2147483565"/>
            <ac:spMk id="2" creationId="{968F607B-6555-EBC0-329E-E8E3F569F637}"/>
          </ac:spMkLst>
        </pc:spChg>
        <pc:spChg chg="del">
          <ac:chgData name="sano kazuki/2118944/佐野　一樹" userId="S::2118944@mchcgr.com::a9cd0562-d456-4fb5-9e4e-fdb51a455c05" providerId="AD" clId="Web-{10902060-2CF8-B697-0053-6C35618F227F}" dt="2026-06-17T07:36:18.906" v="5"/>
          <ac:spMkLst>
            <pc:docMk/>
            <pc:sldMk cId="598967656" sldId="2147483565"/>
            <ac:spMk id="3" creationId="{E64C7F7B-F5D6-A664-9648-B4FA4CD2D3BE}"/>
          </ac:spMkLst>
        </pc:spChg>
        <pc:graphicFrameChg chg="add mod">
          <ac:chgData name="sano kazuki/2118944/佐野　一樹" userId="S::2118944@mchcgr.com::a9cd0562-d456-4fb5-9e4e-fdb51a455c05" providerId="AD" clId="Web-{10902060-2CF8-B697-0053-6C35618F227F}" dt="2026-06-17T07:36:40.485" v="7" actId="1076"/>
          <ac:graphicFrameMkLst>
            <pc:docMk/>
            <pc:sldMk cId="598967656" sldId="2147483565"/>
            <ac:graphicFrameMk id="6" creationId="{78BF5BA4-6459-1AC3-226F-C0768EA22018}"/>
          </ac:graphicFrameMkLst>
        </pc:graphicFrameChg>
      </pc:sldChg>
    </pc:docChg>
  </pc:docChgLst>
  <pc:docChgLst>
    <pc:chgData name="hirao kazuaki/0465811/平尾　一陽" userId="S::0465811@mchcgr.com::9e66de65-d0a9-4f8a-bbab-8b21a05aa8f1" providerId="AD" clId="Web-{39E879CF-D684-5149-35F0-EF1D8EA0BFF2}"/>
    <pc:docChg chg="modSld">
      <pc:chgData name="hirao kazuaki/0465811/平尾　一陽" userId="S::0465811@mchcgr.com::9e66de65-d0a9-4f8a-bbab-8b21a05aa8f1" providerId="AD" clId="Web-{39E879CF-D684-5149-35F0-EF1D8EA0BFF2}" dt="2026-06-17T08:34:50.695" v="8" actId="14100"/>
      <pc:docMkLst>
        <pc:docMk/>
      </pc:docMkLst>
      <pc:sldChg chg="addSp delSp modSp">
        <pc:chgData name="hirao kazuaki/0465811/平尾　一陽" userId="S::0465811@mchcgr.com::9e66de65-d0a9-4f8a-bbab-8b21a05aa8f1" providerId="AD" clId="Web-{39E879CF-D684-5149-35F0-EF1D8EA0BFF2}" dt="2026-06-17T08:34:50.695" v="8" actId="14100"/>
        <pc:sldMkLst>
          <pc:docMk/>
          <pc:sldMk cId="2032908252" sldId="2147483559"/>
        </pc:sldMkLst>
        <pc:spChg chg="add del mod">
          <ac:chgData name="hirao kazuaki/0465811/平尾　一陽" userId="S::0465811@mchcgr.com::9e66de65-d0a9-4f8a-bbab-8b21a05aa8f1" providerId="AD" clId="Web-{39E879CF-D684-5149-35F0-EF1D8EA0BFF2}" dt="2026-06-17T08:34:50.695" v="8" actId="14100"/>
          <ac:spMkLst>
            <pc:docMk/>
            <pc:sldMk cId="2032908252" sldId="2147483559"/>
            <ac:spMk id="5" creationId="{3C8895DA-5A75-FEE0-2FE8-652841D4D91C}"/>
          </ac:spMkLst>
        </pc:spChg>
      </pc:sldChg>
    </pc:docChg>
  </pc:docChgLst>
  <pc:docChgLst>
    <pc:chgData name="sano kazuki/2118944/佐野　一樹" userId="S::2118944@mchcgr.com::a9cd0562-d456-4fb5-9e4e-fdb51a455c05" providerId="AD" clId="Web-{F10D3AE0-36BE-76F1-F47C-32D11C8A840E}"/>
    <pc:docChg chg="modSld">
      <pc:chgData name="sano kazuki/2118944/佐野　一樹" userId="S::2118944@mchcgr.com::a9cd0562-d456-4fb5-9e4e-fdb51a455c05" providerId="AD" clId="Web-{F10D3AE0-36BE-76F1-F47C-32D11C8A840E}" dt="2026-06-17T06:55:48.349" v="51" actId="1076"/>
      <pc:docMkLst>
        <pc:docMk/>
      </pc:docMkLst>
      <pc:sldChg chg="addSp delSp modSp">
        <pc:chgData name="sano kazuki/2118944/佐野　一樹" userId="S::2118944@mchcgr.com::a9cd0562-d456-4fb5-9e4e-fdb51a455c05" providerId="AD" clId="Web-{F10D3AE0-36BE-76F1-F47C-32D11C8A840E}" dt="2026-06-17T06:19:31.700" v="2" actId="1076"/>
        <pc:sldMkLst>
          <pc:docMk/>
          <pc:sldMk cId="1161198265" sldId="2147483562"/>
        </pc:sldMkLst>
        <pc:spChg chg="add del mod">
          <ac:chgData name="sano kazuki/2118944/佐野　一樹" userId="S::2118944@mchcgr.com::a9cd0562-d456-4fb5-9e4e-fdb51a455c05" providerId="AD" clId="Web-{F10D3AE0-36BE-76F1-F47C-32D11C8A840E}" dt="2026-06-17T06:19:31.700" v="2" actId="1076"/>
          <ac:spMkLst>
            <pc:docMk/>
            <pc:sldMk cId="1161198265" sldId="2147483562"/>
            <ac:spMk id="2" creationId="{40875B0C-238A-4B74-9BB8-63C9C0770213}"/>
          </ac:spMkLst>
        </pc:spChg>
        <pc:spChg chg="add del mod">
          <ac:chgData name="sano kazuki/2118944/佐野　一樹" userId="S::2118944@mchcgr.com::a9cd0562-d456-4fb5-9e4e-fdb51a455c05" providerId="AD" clId="Web-{F10D3AE0-36BE-76F1-F47C-32D11C8A840E}" dt="2026-06-17T06:19:19.809" v="1"/>
          <ac:spMkLst>
            <pc:docMk/>
            <pc:sldMk cId="1161198265" sldId="2147483562"/>
            <ac:spMk id="7" creationId="{B238A491-37D7-FF78-617F-38DAC782539B}"/>
          </ac:spMkLst>
        </pc:spChg>
      </pc:sldChg>
      <pc:sldChg chg="modSp">
        <pc:chgData name="sano kazuki/2118944/佐野　一樹" userId="S::2118944@mchcgr.com::a9cd0562-d456-4fb5-9e4e-fdb51a455c05" providerId="AD" clId="Web-{F10D3AE0-36BE-76F1-F47C-32D11C8A840E}" dt="2026-06-17T06:55:48.349" v="51" actId="1076"/>
        <pc:sldMkLst>
          <pc:docMk/>
          <pc:sldMk cId="1321792111" sldId="2147483564"/>
        </pc:sldMkLst>
        <pc:spChg chg="mod">
          <ac:chgData name="sano kazuki/2118944/佐野　一樹" userId="S::2118944@mchcgr.com::a9cd0562-d456-4fb5-9e4e-fdb51a455c05" providerId="AD" clId="Web-{F10D3AE0-36BE-76F1-F47C-32D11C8A840E}" dt="2026-06-17T06:55:48.349" v="51" actId="1076"/>
          <ac:spMkLst>
            <pc:docMk/>
            <pc:sldMk cId="1321792111" sldId="2147483564"/>
            <ac:spMk id="3" creationId="{C220891E-B3A2-86E1-E847-099CA0B76352}"/>
          </ac:spMkLst>
        </pc:spChg>
      </pc:sldChg>
    </pc:docChg>
  </pc:docChgLst>
  <pc:docChgLst>
    <pc:chgData name="hirao kazuaki/0465811/平尾　一陽" userId="9e66de65-d0a9-4f8a-bbab-8b21a05aa8f1" providerId="ADAL" clId="{A9EC1E61-743A-4CD6-9BDD-68DCAF42FAEB}"/>
    <pc:docChg chg="undo custSel modSld">
      <pc:chgData name="hirao kazuaki/0465811/平尾　一陽" userId="9e66de65-d0a9-4f8a-bbab-8b21a05aa8f1" providerId="ADAL" clId="{A9EC1E61-743A-4CD6-9BDD-68DCAF42FAEB}" dt="2026-06-17T11:06:04.837" v="597" actId="1076"/>
      <pc:docMkLst>
        <pc:docMk/>
      </pc:docMkLst>
      <pc:sldChg chg="addSp delSp modSp mod">
        <pc:chgData name="hirao kazuaki/0465811/平尾　一陽" userId="9e66de65-d0a9-4f8a-bbab-8b21a05aa8f1" providerId="ADAL" clId="{A9EC1E61-743A-4CD6-9BDD-68DCAF42FAEB}" dt="2026-06-17T10:18:24.996" v="591" actId="478"/>
        <pc:sldMkLst>
          <pc:docMk/>
          <pc:sldMk cId="2032908252" sldId="2147483559"/>
        </pc:sldMkLst>
        <pc:spChg chg="del mod">
          <ac:chgData name="hirao kazuaki/0465811/平尾　一陽" userId="9e66de65-d0a9-4f8a-bbab-8b21a05aa8f1" providerId="ADAL" clId="{A9EC1E61-743A-4CD6-9BDD-68DCAF42FAEB}" dt="2026-06-17T10:18:24.996" v="591" actId="478"/>
          <ac:spMkLst>
            <pc:docMk/>
            <pc:sldMk cId="2032908252" sldId="2147483559"/>
            <ac:spMk id="5" creationId="{3C8895DA-5A75-FEE0-2FE8-652841D4D91C}"/>
          </ac:spMkLst>
        </pc:spChg>
        <pc:spChg chg="add mod">
          <ac:chgData name="hirao kazuaki/0465811/平尾　一陽" userId="9e66de65-d0a9-4f8a-bbab-8b21a05aa8f1" providerId="ADAL" clId="{A9EC1E61-743A-4CD6-9BDD-68DCAF42FAEB}" dt="2026-06-17T09:00:19.958" v="149" actId="1076"/>
          <ac:spMkLst>
            <pc:docMk/>
            <pc:sldMk cId="2032908252" sldId="2147483559"/>
            <ac:spMk id="8" creationId="{74FF30DC-EB80-FCD3-516B-1D6855323EA1}"/>
          </ac:spMkLst>
        </pc:spChg>
        <pc:spChg chg="add mod">
          <ac:chgData name="hirao kazuaki/0465811/平尾　一陽" userId="9e66de65-d0a9-4f8a-bbab-8b21a05aa8f1" providerId="ADAL" clId="{A9EC1E61-743A-4CD6-9BDD-68DCAF42FAEB}" dt="2026-06-17T09:00:16.538" v="148" actId="1076"/>
          <ac:spMkLst>
            <pc:docMk/>
            <pc:sldMk cId="2032908252" sldId="2147483559"/>
            <ac:spMk id="10" creationId="{FDFCF527-3EDB-DFA0-8D24-483FD0D79AA7}"/>
          </ac:spMkLst>
        </pc:spChg>
        <pc:spChg chg="add mod">
          <ac:chgData name="hirao kazuaki/0465811/平尾　一陽" userId="9e66de65-d0a9-4f8a-bbab-8b21a05aa8f1" providerId="ADAL" clId="{A9EC1E61-743A-4CD6-9BDD-68DCAF42FAEB}" dt="2026-06-17T09:00:27.168" v="152" actId="1076"/>
          <ac:spMkLst>
            <pc:docMk/>
            <pc:sldMk cId="2032908252" sldId="2147483559"/>
            <ac:spMk id="16" creationId="{DD91730F-578B-0EF8-8B34-023064371DFE}"/>
          </ac:spMkLst>
        </pc:spChg>
        <pc:spChg chg="add mod">
          <ac:chgData name="hirao kazuaki/0465811/平尾　一陽" userId="9e66de65-d0a9-4f8a-bbab-8b21a05aa8f1" providerId="ADAL" clId="{A9EC1E61-743A-4CD6-9BDD-68DCAF42FAEB}" dt="2026-06-17T09:00:22.389" v="151" actId="1076"/>
          <ac:spMkLst>
            <pc:docMk/>
            <pc:sldMk cId="2032908252" sldId="2147483559"/>
            <ac:spMk id="29" creationId="{36177881-2D6F-A30B-AE6C-D28CE6722166}"/>
          </ac:spMkLst>
        </pc:spChg>
        <pc:spChg chg="add mod">
          <ac:chgData name="hirao kazuaki/0465811/平尾　一陽" userId="9e66de65-d0a9-4f8a-bbab-8b21a05aa8f1" providerId="ADAL" clId="{A9EC1E61-743A-4CD6-9BDD-68DCAF42FAEB}" dt="2026-06-17T09:01:15.227" v="164" actId="1076"/>
          <ac:spMkLst>
            <pc:docMk/>
            <pc:sldMk cId="2032908252" sldId="2147483559"/>
            <ac:spMk id="31" creationId="{B533F0C0-243F-7172-5A5C-85807C4ABB68}"/>
          </ac:spMkLst>
        </pc:spChg>
        <pc:spChg chg="add mod">
          <ac:chgData name="hirao kazuaki/0465811/平尾　一陽" userId="9e66de65-d0a9-4f8a-bbab-8b21a05aa8f1" providerId="ADAL" clId="{A9EC1E61-743A-4CD6-9BDD-68DCAF42FAEB}" dt="2026-06-17T09:40:54.520" v="285" actId="1076"/>
          <ac:spMkLst>
            <pc:docMk/>
            <pc:sldMk cId="2032908252" sldId="2147483559"/>
            <ac:spMk id="33" creationId="{D65C219C-2A12-724E-1264-680DFE10E947}"/>
          </ac:spMkLst>
        </pc:spChg>
        <pc:spChg chg="add mod">
          <ac:chgData name="hirao kazuaki/0465811/平尾　一陽" userId="9e66de65-d0a9-4f8a-bbab-8b21a05aa8f1" providerId="ADAL" clId="{A9EC1E61-743A-4CD6-9BDD-68DCAF42FAEB}" dt="2026-06-17T09:02:42.295" v="204" actId="404"/>
          <ac:spMkLst>
            <pc:docMk/>
            <pc:sldMk cId="2032908252" sldId="2147483559"/>
            <ac:spMk id="34" creationId="{7772497A-F140-AD6B-B477-8AEEC416870D}"/>
          </ac:spMkLst>
        </pc:spChg>
        <pc:spChg chg="add mod">
          <ac:chgData name="hirao kazuaki/0465811/平尾　一陽" userId="9e66de65-d0a9-4f8a-bbab-8b21a05aa8f1" providerId="ADAL" clId="{A9EC1E61-743A-4CD6-9BDD-68DCAF42FAEB}" dt="2026-06-17T09:40:54.520" v="285" actId="1076"/>
          <ac:spMkLst>
            <pc:docMk/>
            <pc:sldMk cId="2032908252" sldId="2147483559"/>
            <ac:spMk id="36" creationId="{6792B2CD-EFCE-E15C-5886-2278004AE366}"/>
          </ac:spMkLst>
        </pc:spChg>
        <pc:picChg chg="mod">
          <ac:chgData name="hirao kazuaki/0465811/平尾　一陽" userId="9e66de65-d0a9-4f8a-bbab-8b21a05aa8f1" providerId="ADAL" clId="{A9EC1E61-743A-4CD6-9BDD-68DCAF42FAEB}" dt="2026-06-17T09:00:36.994" v="153" actId="1076"/>
          <ac:picMkLst>
            <pc:docMk/>
            <pc:sldMk cId="2032908252" sldId="2147483559"/>
            <ac:picMk id="7" creationId="{DC82FD0B-1EA6-0650-D72D-1FA21B163863}"/>
          </ac:picMkLst>
        </pc:picChg>
        <pc:picChg chg="mod">
          <ac:chgData name="hirao kazuaki/0465811/平尾　一陽" userId="9e66de65-d0a9-4f8a-bbab-8b21a05aa8f1" providerId="ADAL" clId="{A9EC1E61-743A-4CD6-9BDD-68DCAF42FAEB}" dt="2026-06-17T09:01:01.496" v="160" actId="1076"/>
          <ac:picMkLst>
            <pc:docMk/>
            <pc:sldMk cId="2032908252" sldId="2147483559"/>
            <ac:picMk id="22" creationId="{EB74C424-A937-A9B5-C294-AE7275A05958}"/>
          </ac:picMkLst>
        </pc:picChg>
      </pc:sldChg>
      <pc:sldChg chg="addSp modSp mod">
        <pc:chgData name="hirao kazuaki/0465811/平尾　一陽" userId="9e66de65-d0a9-4f8a-bbab-8b21a05aa8f1" providerId="ADAL" clId="{A9EC1E61-743A-4CD6-9BDD-68DCAF42FAEB}" dt="2026-06-17T10:05:08.496" v="564" actId="20577"/>
        <pc:sldMkLst>
          <pc:docMk/>
          <pc:sldMk cId="2391073697" sldId="2147483560"/>
        </pc:sldMkLst>
        <pc:spChg chg="mod">
          <ac:chgData name="hirao kazuaki/0465811/平尾　一陽" userId="9e66de65-d0a9-4f8a-bbab-8b21a05aa8f1" providerId="ADAL" clId="{A9EC1E61-743A-4CD6-9BDD-68DCAF42FAEB}" dt="2026-06-17T10:05:08.496" v="564" actId="20577"/>
          <ac:spMkLst>
            <pc:docMk/>
            <pc:sldMk cId="2391073697" sldId="2147483560"/>
            <ac:spMk id="4" creationId="{D38946D5-8F11-0F5C-1095-D1CC8059E3FB}"/>
          </ac:spMkLst>
        </pc:spChg>
        <pc:spChg chg="add mod">
          <ac:chgData name="hirao kazuaki/0465811/平尾　一陽" userId="9e66de65-d0a9-4f8a-bbab-8b21a05aa8f1" providerId="ADAL" clId="{A9EC1E61-743A-4CD6-9BDD-68DCAF42FAEB}" dt="2026-06-17T08:48:57.826" v="96" actId="115"/>
          <ac:spMkLst>
            <pc:docMk/>
            <pc:sldMk cId="2391073697" sldId="2147483560"/>
            <ac:spMk id="5" creationId="{AB8B3B5F-A7BE-C0BE-4114-EB75D1068684}"/>
          </ac:spMkLst>
        </pc:spChg>
        <pc:graphicFrameChg chg="modGraphic">
          <ac:chgData name="hirao kazuaki/0465811/平尾　一陽" userId="9e66de65-d0a9-4f8a-bbab-8b21a05aa8f1" providerId="ADAL" clId="{A9EC1E61-743A-4CD6-9BDD-68DCAF42FAEB}" dt="2026-06-17T08:59:08.549" v="132" actId="115"/>
          <ac:graphicFrameMkLst>
            <pc:docMk/>
            <pc:sldMk cId="2391073697" sldId="2147483560"/>
            <ac:graphicFrameMk id="6" creationId="{B2FBF0C3-6175-D9F1-DE58-C0E4C12431B8}"/>
          </ac:graphicFrameMkLst>
        </pc:graphicFrameChg>
      </pc:sldChg>
      <pc:sldChg chg="modSp mod">
        <pc:chgData name="hirao kazuaki/0465811/平尾　一陽" userId="9e66de65-d0a9-4f8a-bbab-8b21a05aa8f1" providerId="ADAL" clId="{A9EC1E61-743A-4CD6-9BDD-68DCAF42FAEB}" dt="2026-06-17T09:35:46.558" v="237" actId="207"/>
        <pc:sldMkLst>
          <pc:docMk/>
          <pc:sldMk cId="1278396755" sldId="2147483561"/>
        </pc:sldMkLst>
        <pc:graphicFrameChg chg="modGraphic">
          <ac:chgData name="hirao kazuaki/0465811/平尾　一陽" userId="9e66de65-d0a9-4f8a-bbab-8b21a05aa8f1" providerId="ADAL" clId="{A9EC1E61-743A-4CD6-9BDD-68DCAF42FAEB}" dt="2026-06-17T09:35:46.558" v="237" actId="207"/>
          <ac:graphicFrameMkLst>
            <pc:docMk/>
            <pc:sldMk cId="1278396755" sldId="2147483561"/>
            <ac:graphicFrameMk id="7" creationId="{08F6E271-9870-F71F-4892-F87F6899B0DE}"/>
          </ac:graphicFrameMkLst>
        </pc:graphicFrameChg>
      </pc:sldChg>
      <pc:sldChg chg="modSp mod">
        <pc:chgData name="hirao kazuaki/0465811/平尾　一陽" userId="9e66de65-d0a9-4f8a-bbab-8b21a05aa8f1" providerId="ADAL" clId="{A9EC1E61-743A-4CD6-9BDD-68DCAF42FAEB}" dt="2026-06-17T09:51:13.532" v="410"/>
        <pc:sldMkLst>
          <pc:docMk/>
          <pc:sldMk cId="1161198265" sldId="2147483562"/>
        </pc:sldMkLst>
        <pc:graphicFrameChg chg="mod modGraphic">
          <ac:chgData name="hirao kazuaki/0465811/平尾　一陽" userId="9e66de65-d0a9-4f8a-bbab-8b21a05aa8f1" providerId="ADAL" clId="{A9EC1E61-743A-4CD6-9BDD-68DCAF42FAEB}" dt="2026-06-17T09:51:13.532" v="410"/>
          <ac:graphicFrameMkLst>
            <pc:docMk/>
            <pc:sldMk cId="1161198265" sldId="2147483562"/>
            <ac:graphicFrameMk id="3" creationId="{D5FDAF93-FFDB-0A8D-C9CF-44D69F6F0873}"/>
          </ac:graphicFrameMkLst>
        </pc:graphicFrameChg>
      </pc:sldChg>
      <pc:sldChg chg="modSp mod">
        <pc:chgData name="hirao kazuaki/0465811/平尾　一陽" userId="9e66de65-d0a9-4f8a-bbab-8b21a05aa8f1" providerId="ADAL" clId="{A9EC1E61-743A-4CD6-9BDD-68DCAF42FAEB}" dt="2026-06-17T10:05:20.685" v="589" actId="20577"/>
        <pc:sldMkLst>
          <pc:docMk/>
          <pc:sldMk cId="1026278820" sldId="2147483563"/>
        </pc:sldMkLst>
        <pc:spChg chg="mod">
          <ac:chgData name="hirao kazuaki/0465811/平尾　一陽" userId="9e66de65-d0a9-4f8a-bbab-8b21a05aa8f1" providerId="ADAL" clId="{A9EC1E61-743A-4CD6-9BDD-68DCAF42FAEB}" dt="2026-06-17T10:05:20.685" v="589" actId="20577"/>
          <ac:spMkLst>
            <pc:docMk/>
            <pc:sldMk cId="1026278820" sldId="2147483563"/>
            <ac:spMk id="8" creationId="{DED4F063-243C-F662-50C2-2B741456A2D1}"/>
          </ac:spMkLst>
        </pc:spChg>
        <pc:graphicFrameChg chg="modGraphic">
          <ac:chgData name="hirao kazuaki/0465811/平尾　一陽" userId="9e66de65-d0a9-4f8a-bbab-8b21a05aa8f1" providerId="ADAL" clId="{A9EC1E61-743A-4CD6-9BDD-68DCAF42FAEB}" dt="2026-06-17T08:57:24.970" v="108" actId="207"/>
          <ac:graphicFrameMkLst>
            <pc:docMk/>
            <pc:sldMk cId="1026278820" sldId="2147483563"/>
            <ac:graphicFrameMk id="7" creationId="{260ADA5A-954B-3263-ADC6-CAA1C1AE8B14}"/>
          </ac:graphicFrameMkLst>
        </pc:graphicFrameChg>
      </pc:sldChg>
      <pc:sldChg chg="addSp delSp modSp mod">
        <pc:chgData name="hirao kazuaki/0465811/平尾　一陽" userId="9e66de65-d0a9-4f8a-bbab-8b21a05aa8f1" providerId="ADAL" clId="{A9EC1E61-743A-4CD6-9BDD-68DCAF42FAEB}" dt="2026-06-17T11:06:04.837" v="597" actId="1076"/>
        <pc:sldMkLst>
          <pc:docMk/>
          <pc:sldMk cId="1321792111" sldId="2147483564"/>
        </pc:sldMkLst>
        <pc:spChg chg="mod">
          <ac:chgData name="hirao kazuaki/0465811/平尾　一陽" userId="9e66de65-d0a9-4f8a-bbab-8b21a05aa8f1" providerId="ADAL" clId="{A9EC1E61-743A-4CD6-9BDD-68DCAF42FAEB}" dt="2026-06-17T09:59:26.288" v="518" actId="14100"/>
          <ac:spMkLst>
            <pc:docMk/>
            <pc:sldMk cId="1321792111" sldId="2147483564"/>
            <ac:spMk id="3" creationId="{C220891E-B3A2-86E1-E847-099CA0B76352}"/>
          </ac:spMkLst>
        </pc:spChg>
        <pc:spChg chg="del">
          <ac:chgData name="hirao kazuaki/0465811/平尾　一陽" userId="9e66de65-d0a9-4f8a-bbab-8b21a05aa8f1" providerId="ADAL" clId="{A9EC1E61-743A-4CD6-9BDD-68DCAF42FAEB}" dt="2026-06-17T08:31:33.549" v="17" actId="478"/>
          <ac:spMkLst>
            <pc:docMk/>
            <pc:sldMk cId="1321792111" sldId="2147483564"/>
            <ac:spMk id="4" creationId="{45BC06AC-4C7A-6E0B-D684-262ABB3F63BE}"/>
          </ac:spMkLst>
        </pc:spChg>
        <pc:spChg chg="add del mod">
          <ac:chgData name="hirao kazuaki/0465811/平尾　一陽" userId="9e66de65-d0a9-4f8a-bbab-8b21a05aa8f1" providerId="ADAL" clId="{A9EC1E61-743A-4CD6-9BDD-68DCAF42FAEB}" dt="2026-06-17T08:30:15.514" v="16" actId="478"/>
          <ac:spMkLst>
            <pc:docMk/>
            <pc:sldMk cId="1321792111" sldId="2147483564"/>
            <ac:spMk id="6" creationId="{578D78E1-63EA-5D9C-5240-F2D58C984814}"/>
          </ac:spMkLst>
        </pc:spChg>
        <pc:spChg chg="add mod">
          <ac:chgData name="hirao kazuaki/0465811/平尾　一陽" userId="9e66de65-d0a9-4f8a-bbab-8b21a05aa8f1" providerId="ADAL" clId="{A9EC1E61-743A-4CD6-9BDD-68DCAF42FAEB}" dt="2026-06-17T09:39:43.262" v="274"/>
          <ac:spMkLst>
            <pc:docMk/>
            <pc:sldMk cId="1321792111" sldId="2147483564"/>
            <ac:spMk id="7" creationId="{C3A1571D-D9E3-6854-6D72-A37725DABE39}"/>
          </ac:spMkLst>
        </pc:spChg>
        <pc:picChg chg="add mod modCrop">
          <ac:chgData name="hirao kazuaki/0465811/平尾　一陽" userId="9e66de65-d0a9-4f8a-bbab-8b21a05aa8f1" providerId="ADAL" clId="{A9EC1E61-743A-4CD6-9BDD-68DCAF42FAEB}" dt="2026-06-17T11:06:04.837" v="597" actId="1076"/>
          <ac:picMkLst>
            <pc:docMk/>
            <pc:sldMk cId="1321792111" sldId="2147483564"/>
            <ac:picMk id="9" creationId="{271D4E0C-87AE-EB5D-62D0-50C80D3FCC24}"/>
          </ac:picMkLst>
        </pc:picChg>
      </pc:sldChg>
      <pc:sldChg chg="addSp delSp modSp mod">
        <pc:chgData name="hirao kazuaki/0465811/平尾　一陽" userId="9e66de65-d0a9-4f8a-bbab-8b21a05aa8f1" providerId="ADAL" clId="{A9EC1E61-743A-4CD6-9BDD-68DCAF42FAEB}" dt="2026-06-17T09:58:22.372" v="514" actId="478"/>
        <pc:sldMkLst>
          <pc:docMk/>
          <pc:sldMk cId="598967656" sldId="2147483565"/>
        </pc:sldMkLst>
        <pc:spChg chg="del">
          <ac:chgData name="hirao kazuaki/0465811/平尾　一陽" userId="9e66de65-d0a9-4f8a-bbab-8b21a05aa8f1" providerId="ADAL" clId="{A9EC1E61-743A-4CD6-9BDD-68DCAF42FAEB}" dt="2026-06-17T09:58:22.372" v="514" actId="478"/>
          <ac:spMkLst>
            <pc:docMk/>
            <pc:sldMk cId="598967656" sldId="2147483565"/>
            <ac:spMk id="4" creationId="{F513BFA9-763D-A190-7CF9-643CE43D59E8}"/>
          </ac:spMkLst>
        </pc:spChg>
        <pc:spChg chg="add del mod">
          <ac:chgData name="hirao kazuaki/0465811/平尾　一陽" userId="9e66de65-d0a9-4f8a-bbab-8b21a05aa8f1" providerId="ADAL" clId="{A9EC1E61-743A-4CD6-9BDD-68DCAF42FAEB}" dt="2026-06-17T09:48:12.995" v="408" actId="478"/>
          <ac:spMkLst>
            <pc:docMk/>
            <pc:sldMk cId="598967656" sldId="2147483565"/>
            <ac:spMk id="7" creationId="{93E4D283-76F4-0E21-89B3-C7F6CB18AFBB}"/>
          </ac:spMkLst>
        </pc:spChg>
        <pc:graphicFrameChg chg="mod modGraphic">
          <ac:chgData name="hirao kazuaki/0465811/平尾　一陽" userId="9e66de65-d0a9-4f8a-bbab-8b21a05aa8f1" providerId="ADAL" clId="{A9EC1E61-743A-4CD6-9BDD-68DCAF42FAEB}" dt="2026-06-17T09:58:12.619" v="513" actId="404"/>
          <ac:graphicFrameMkLst>
            <pc:docMk/>
            <pc:sldMk cId="598967656" sldId="2147483565"/>
            <ac:graphicFrameMk id="3" creationId="{AE93B446-EF06-AA4E-3E7A-C1DE3EA1AC21}"/>
          </ac:graphicFrameMkLst>
        </pc:graphicFrameChg>
        <pc:graphicFrameChg chg="modGraphic">
          <ac:chgData name="hirao kazuaki/0465811/平尾　一陽" userId="9e66de65-d0a9-4f8a-bbab-8b21a05aa8f1" providerId="ADAL" clId="{A9EC1E61-743A-4CD6-9BDD-68DCAF42FAEB}" dt="2026-06-17T08:36:39.854" v="19" actId="5793"/>
          <ac:graphicFrameMkLst>
            <pc:docMk/>
            <pc:sldMk cId="598967656" sldId="2147483565"/>
            <ac:graphicFrameMk id="6" creationId="{78BF5BA4-6459-1AC3-226F-C0768EA22018}"/>
          </ac:graphicFrameMkLst>
        </pc:graphicFrameChg>
      </pc:sldChg>
    </pc:docChg>
  </pc:docChgLst>
  <pc:docChgLst>
    <pc:chgData name="sano kazuki/2118944/佐野　一樹" userId="S::2118944@mchcgr.com::a9cd0562-d456-4fb5-9e4e-fdb51a455c05" providerId="AD" clId="Web-{CE9F7A7A-DFC6-9164-59C8-AAB1A10267D4}"/>
    <pc:docChg chg="addSld modSld modSection">
      <pc:chgData name="sano kazuki/2118944/佐野　一樹" userId="S::2118944@mchcgr.com::a9cd0562-d456-4fb5-9e4e-fdb51a455c05" providerId="AD" clId="Web-{CE9F7A7A-DFC6-9164-59C8-AAB1A10267D4}" dt="2026-06-17T09:43:13.530" v="3" actId="20577"/>
      <pc:docMkLst>
        <pc:docMk/>
      </pc:docMkLst>
      <pc:sldChg chg="modSp new">
        <pc:chgData name="sano kazuki/2118944/佐野　一樹" userId="S::2118944@mchcgr.com::a9cd0562-d456-4fb5-9e4e-fdb51a455c05" providerId="AD" clId="Web-{CE9F7A7A-DFC6-9164-59C8-AAB1A10267D4}" dt="2026-06-17T09:43:13.530" v="3" actId="20577"/>
        <pc:sldMkLst>
          <pc:docMk/>
          <pc:sldMk cId="3672752607" sldId="2147483566"/>
        </pc:sldMkLst>
        <pc:spChg chg="mod">
          <ac:chgData name="sano kazuki/2118944/佐野　一樹" userId="S::2118944@mchcgr.com::a9cd0562-d456-4fb5-9e4e-fdb51a455c05" providerId="AD" clId="Web-{CE9F7A7A-DFC6-9164-59C8-AAB1A10267D4}" dt="2026-06-17T09:43:13.530" v="3" actId="20577"/>
          <ac:spMkLst>
            <pc:docMk/>
            <pc:sldMk cId="3672752607" sldId="2147483566"/>
            <ac:spMk id="2" creationId="{FE9810AE-4918-0074-F203-16048C2696CE}"/>
          </ac:spMkLst>
        </pc:spChg>
      </pc:sldChg>
    </pc:docChg>
  </pc:docChgLst>
  <pc:docChgLst>
    <pc:chgData name="sano kazuki/2118944/佐野　一樹" userId="a9cd0562-d456-4fb5-9e4e-fdb51a455c05" providerId="ADAL" clId="{B20A3F9A-AEEB-4A5E-BC90-72DBFE264B76}"/>
    <pc:docChg chg="undo custSel addSld delSld modSld modSection">
      <pc:chgData name="sano kazuki/2118944/佐野　一樹" userId="a9cd0562-d456-4fb5-9e4e-fdb51a455c05" providerId="ADAL" clId="{B20A3F9A-AEEB-4A5E-BC90-72DBFE264B76}" dt="2026-06-17T07:48:35.403" v="5055" actId="1076"/>
      <pc:docMkLst>
        <pc:docMk/>
      </pc:docMkLst>
      <pc:sldChg chg="del">
        <pc:chgData name="sano kazuki/2118944/佐野　一樹" userId="a9cd0562-d456-4fb5-9e4e-fdb51a455c05" providerId="ADAL" clId="{B20A3F9A-AEEB-4A5E-BC90-72DBFE264B76}" dt="2026-06-16T11:15:30.138" v="198" actId="47"/>
        <pc:sldMkLst>
          <pc:docMk/>
          <pc:sldMk cId="1638448340" sldId="256"/>
        </pc:sldMkLst>
      </pc:sldChg>
      <pc:sldChg chg="add del">
        <pc:chgData name="sano kazuki/2118944/佐野　一樹" userId="a9cd0562-d456-4fb5-9e4e-fdb51a455c05" providerId="ADAL" clId="{B20A3F9A-AEEB-4A5E-BC90-72DBFE264B76}" dt="2026-06-17T05:43:42.898" v="4047" actId="47"/>
        <pc:sldMkLst>
          <pc:docMk/>
          <pc:sldMk cId="473284953" sldId="259"/>
        </pc:sldMkLst>
      </pc:sldChg>
      <pc:sldChg chg="del">
        <pc:chgData name="sano kazuki/2118944/佐野　一樹" userId="a9cd0562-d456-4fb5-9e4e-fdb51a455c05" providerId="ADAL" clId="{B20A3F9A-AEEB-4A5E-BC90-72DBFE264B76}" dt="2026-06-16T11:15:39.499" v="218" actId="47"/>
        <pc:sldMkLst>
          <pc:docMk/>
          <pc:sldMk cId="3962789386" sldId="259"/>
        </pc:sldMkLst>
      </pc:sldChg>
      <pc:sldChg chg="del">
        <pc:chgData name="sano kazuki/2118944/佐野　一樹" userId="a9cd0562-d456-4fb5-9e4e-fdb51a455c05" providerId="ADAL" clId="{B20A3F9A-AEEB-4A5E-BC90-72DBFE264B76}" dt="2026-06-16T11:15:32.715" v="202" actId="47"/>
        <pc:sldMkLst>
          <pc:docMk/>
          <pc:sldMk cId="733500379" sldId="2147475626"/>
        </pc:sldMkLst>
      </pc:sldChg>
      <pc:sldChg chg="del">
        <pc:chgData name="sano kazuki/2118944/佐野　一樹" userId="a9cd0562-d456-4fb5-9e4e-fdb51a455c05" providerId="ADAL" clId="{B20A3F9A-AEEB-4A5E-BC90-72DBFE264B76}" dt="2026-06-16T11:15:31.779" v="200" actId="47"/>
        <pc:sldMkLst>
          <pc:docMk/>
          <pc:sldMk cId="1478996696" sldId="2147475627"/>
        </pc:sldMkLst>
      </pc:sldChg>
      <pc:sldChg chg="del">
        <pc:chgData name="sano kazuki/2118944/佐野　一樹" userId="a9cd0562-d456-4fb5-9e4e-fdb51a455c05" providerId="ADAL" clId="{B20A3F9A-AEEB-4A5E-BC90-72DBFE264B76}" dt="2026-06-16T11:15:40.748" v="221" actId="47"/>
        <pc:sldMkLst>
          <pc:docMk/>
          <pc:sldMk cId="942985073" sldId="2147475647"/>
        </pc:sldMkLst>
      </pc:sldChg>
      <pc:sldChg chg="del">
        <pc:chgData name="sano kazuki/2118944/佐野　一樹" userId="a9cd0562-d456-4fb5-9e4e-fdb51a455c05" providerId="ADAL" clId="{B20A3F9A-AEEB-4A5E-BC90-72DBFE264B76}" dt="2026-06-16T11:15:41.079" v="222" actId="47"/>
        <pc:sldMkLst>
          <pc:docMk/>
          <pc:sldMk cId="1678222766" sldId="2147475659"/>
        </pc:sldMkLst>
      </pc:sldChg>
      <pc:sldChg chg="del">
        <pc:chgData name="sano kazuki/2118944/佐野　一樹" userId="a9cd0562-d456-4fb5-9e4e-fdb51a455c05" providerId="ADAL" clId="{B20A3F9A-AEEB-4A5E-BC90-72DBFE264B76}" dt="2026-06-16T11:15:37.377" v="215" actId="47"/>
        <pc:sldMkLst>
          <pc:docMk/>
          <pc:sldMk cId="3018636980" sldId="2147475662"/>
        </pc:sldMkLst>
      </pc:sldChg>
      <pc:sldChg chg="del">
        <pc:chgData name="sano kazuki/2118944/佐野　一樹" userId="a9cd0562-d456-4fb5-9e4e-fdb51a455c05" providerId="ADAL" clId="{B20A3F9A-AEEB-4A5E-BC90-72DBFE264B76}" dt="2026-06-16T11:15:41.322" v="223" actId="47"/>
        <pc:sldMkLst>
          <pc:docMk/>
          <pc:sldMk cId="4094575868" sldId="2147475663"/>
        </pc:sldMkLst>
      </pc:sldChg>
      <pc:sldChg chg="del">
        <pc:chgData name="sano kazuki/2118944/佐野　一樹" userId="a9cd0562-d456-4fb5-9e4e-fdb51a455c05" providerId="ADAL" clId="{B20A3F9A-AEEB-4A5E-BC90-72DBFE264B76}" dt="2026-06-16T11:15:40.462" v="220" actId="47"/>
        <pc:sldMkLst>
          <pc:docMk/>
          <pc:sldMk cId="4149469424" sldId="2147477976"/>
        </pc:sldMkLst>
      </pc:sldChg>
      <pc:sldChg chg="del">
        <pc:chgData name="sano kazuki/2118944/佐野　一樹" userId="a9cd0562-d456-4fb5-9e4e-fdb51a455c05" providerId="ADAL" clId="{B20A3F9A-AEEB-4A5E-BC90-72DBFE264B76}" dt="2026-06-16T11:15:39.955" v="219" actId="47"/>
        <pc:sldMkLst>
          <pc:docMk/>
          <pc:sldMk cId="509925485" sldId="2147477981"/>
        </pc:sldMkLst>
      </pc:sldChg>
      <pc:sldChg chg="del">
        <pc:chgData name="sano kazuki/2118944/佐野　一樹" userId="a9cd0562-d456-4fb5-9e4e-fdb51a455c05" providerId="ADAL" clId="{B20A3F9A-AEEB-4A5E-BC90-72DBFE264B76}" dt="2026-06-16T11:15:30.862" v="199" actId="47"/>
        <pc:sldMkLst>
          <pc:docMk/>
          <pc:sldMk cId="190398405" sldId="2147477982"/>
        </pc:sldMkLst>
      </pc:sldChg>
      <pc:sldChg chg="del">
        <pc:chgData name="sano kazuki/2118944/佐野　一樹" userId="a9cd0562-d456-4fb5-9e4e-fdb51a455c05" providerId="ADAL" clId="{B20A3F9A-AEEB-4A5E-BC90-72DBFE264B76}" dt="2026-06-16T11:15:36.166" v="210" actId="47"/>
        <pc:sldMkLst>
          <pc:docMk/>
          <pc:sldMk cId="1598253203" sldId="2147477988"/>
        </pc:sldMkLst>
      </pc:sldChg>
      <pc:sldChg chg="del">
        <pc:chgData name="sano kazuki/2118944/佐野　一樹" userId="a9cd0562-d456-4fb5-9e4e-fdb51a455c05" providerId="ADAL" clId="{B20A3F9A-AEEB-4A5E-BC90-72DBFE264B76}" dt="2026-06-16T11:15:38.866" v="217" actId="47"/>
        <pc:sldMkLst>
          <pc:docMk/>
          <pc:sldMk cId="4227064545" sldId="2147477989"/>
        </pc:sldMkLst>
      </pc:sldChg>
      <pc:sldChg chg="del">
        <pc:chgData name="sano kazuki/2118944/佐野　一樹" userId="a9cd0562-d456-4fb5-9e4e-fdb51a455c05" providerId="ADAL" clId="{B20A3F9A-AEEB-4A5E-BC90-72DBFE264B76}" dt="2026-06-16T11:15:37.745" v="216" actId="47"/>
        <pc:sldMkLst>
          <pc:docMk/>
          <pc:sldMk cId="943073327" sldId="2147477990"/>
        </pc:sldMkLst>
      </pc:sldChg>
      <pc:sldChg chg="del">
        <pc:chgData name="sano kazuki/2118944/佐野　一樹" userId="a9cd0562-d456-4fb5-9e4e-fdb51a455c05" providerId="ADAL" clId="{B20A3F9A-AEEB-4A5E-BC90-72DBFE264B76}" dt="2026-06-16T11:15:36.874" v="213" actId="47"/>
        <pc:sldMkLst>
          <pc:docMk/>
          <pc:sldMk cId="780212101" sldId="2147477992"/>
        </pc:sldMkLst>
      </pc:sldChg>
      <pc:sldChg chg="del">
        <pc:chgData name="sano kazuki/2118944/佐野　一樹" userId="a9cd0562-d456-4fb5-9e4e-fdb51a455c05" providerId="ADAL" clId="{B20A3F9A-AEEB-4A5E-BC90-72DBFE264B76}" dt="2026-06-16T11:15:34.583" v="204" actId="47"/>
        <pc:sldMkLst>
          <pc:docMk/>
          <pc:sldMk cId="76505000" sldId="2147477993"/>
        </pc:sldMkLst>
      </pc:sldChg>
      <pc:sldChg chg="del">
        <pc:chgData name="sano kazuki/2118944/佐野　一樹" userId="a9cd0562-d456-4fb5-9e4e-fdb51a455c05" providerId="ADAL" clId="{B20A3F9A-AEEB-4A5E-BC90-72DBFE264B76}" dt="2026-06-16T11:15:36.617" v="212" actId="47"/>
        <pc:sldMkLst>
          <pc:docMk/>
          <pc:sldMk cId="1501301873" sldId="2147477994"/>
        </pc:sldMkLst>
      </pc:sldChg>
      <pc:sldChg chg="del">
        <pc:chgData name="sano kazuki/2118944/佐野　一樹" userId="a9cd0562-d456-4fb5-9e4e-fdb51a455c05" providerId="ADAL" clId="{B20A3F9A-AEEB-4A5E-BC90-72DBFE264B76}" dt="2026-06-16T11:15:41.842" v="224" actId="47"/>
        <pc:sldMkLst>
          <pc:docMk/>
          <pc:sldMk cId="2235656871" sldId="2147477997"/>
        </pc:sldMkLst>
      </pc:sldChg>
      <pc:sldChg chg="del">
        <pc:chgData name="sano kazuki/2118944/佐野　一樹" userId="a9cd0562-d456-4fb5-9e4e-fdb51a455c05" providerId="ADAL" clId="{B20A3F9A-AEEB-4A5E-BC90-72DBFE264B76}" dt="2026-06-16T11:15:37.133" v="214" actId="47"/>
        <pc:sldMkLst>
          <pc:docMk/>
          <pc:sldMk cId="529835970" sldId="2147477999"/>
        </pc:sldMkLst>
      </pc:sldChg>
      <pc:sldChg chg="del">
        <pc:chgData name="sano kazuki/2118944/佐野　一樹" userId="a9cd0562-d456-4fb5-9e4e-fdb51a455c05" providerId="ADAL" clId="{B20A3F9A-AEEB-4A5E-BC90-72DBFE264B76}" dt="2026-06-16T11:15:34.533" v="203" actId="47"/>
        <pc:sldMkLst>
          <pc:docMk/>
          <pc:sldMk cId="3965714178" sldId="2147478000"/>
        </pc:sldMkLst>
      </pc:sldChg>
      <pc:sldChg chg="del">
        <pc:chgData name="sano kazuki/2118944/佐野　一樹" userId="a9cd0562-d456-4fb5-9e4e-fdb51a455c05" providerId="ADAL" clId="{B20A3F9A-AEEB-4A5E-BC90-72DBFE264B76}" dt="2026-06-16T11:15:32.130" v="201" actId="47"/>
        <pc:sldMkLst>
          <pc:docMk/>
          <pc:sldMk cId="370514901" sldId="2147478001"/>
        </pc:sldMkLst>
      </pc:sldChg>
      <pc:sldChg chg="del">
        <pc:chgData name="sano kazuki/2118944/佐野　一樹" userId="a9cd0562-d456-4fb5-9e4e-fdb51a455c05" providerId="ADAL" clId="{B20A3F9A-AEEB-4A5E-BC90-72DBFE264B76}" dt="2026-06-16T11:15:36.401" v="211" actId="47"/>
        <pc:sldMkLst>
          <pc:docMk/>
          <pc:sldMk cId="4131392519" sldId="2147478002"/>
        </pc:sldMkLst>
      </pc:sldChg>
      <pc:sldChg chg="del">
        <pc:chgData name="sano kazuki/2118944/佐野　一樹" userId="a9cd0562-d456-4fb5-9e4e-fdb51a455c05" providerId="ADAL" clId="{B20A3F9A-AEEB-4A5E-BC90-72DBFE264B76}" dt="2026-06-16T11:15:34.616" v="205" actId="47"/>
        <pc:sldMkLst>
          <pc:docMk/>
          <pc:sldMk cId="3200171920" sldId="2147478003"/>
        </pc:sldMkLst>
      </pc:sldChg>
      <pc:sldChg chg="del">
        <pc:chgData name="sano kazuki/2118944/佐野　一樹" userId="a9cd0562-d456-4fb5-9e4e-fdb51a455c05" providerId="ADAL" clId="{B20A3F9A-AEEB-4A5E-BC90-72DBFE264B76}" dt="2026-06-16T11:15:34.754" v="206" actId="47"/>
        <pc:sldMkLst>
          <pc:docMk/>
          <pc:sldMk cId="2873570679" sldId="2147478004"/>
        </pc:sldMkLst>
      </pc:sldChg>
      <pc:sldChg chg="del">
        <pc:chgData name="sano kazuki/2118944/佐野　一樹" userId="a9cd0562-d456-4fb5-9e4e-fdb51a455c05" providerId="ADAL" clId="{B20A3F9A-AEEB-4A5E-BC90-72DBFE264B76}" dt="2026-06-16T11:15:35.626" v="208" actId="47"/>
        <pc:sldMkLst>
          <pc:docMk/>
          <pc:sldMk cId="2019168288" sldId="2147483555"/>
        </pc:sldMkLst>
      </pc:sldChg>
      <pc:sldChg chg="del">
        <pc:chgData name="sano kazuki/2118944/佐野　一樹" userId="a9cd0562-d456-4fb5-9e4e-fdb51a455c05" providerId="ADAL" clId="{B20A3F9A-AEEB-4A5E-BC90-72DBFE264B76}" dt="2026-06-16T11:15:35.917" v="209" actId="47"/>
        <pc:sldMkLst>
          <pc:docMk/>
          <pc:sldMk cId="2254430666" sldId="2147483556"/>
        </pc:sldMkLst>
      </pc:sldChg>
      <pc:sldChg chg="del">
        <pc:chgData name="sano kazuki/2118944/佐野　一樹" userId="a9cd0562-d456-4fb5-9e4e-fdb51a455c05" providerId="ADAL" clId="{B20A3F9A-AEEB-4A5E-BC90-72DBFE264B76}" dt="2026-06-16T11:15:35.341" v="207" actId="47"/>
        <pc:sldMkLst>
          <pc:docMk/>
          <pc:sldMk cId="807011413" sldId="2147483557"/>
        </pc:sldMkLst>
      </pc:sldChg>
      <pc:sldChg chg="del">
        <pc:chgData name="sano kazuki/2118944/佐野　一樹" userId="a9cd0562-d456-4fb5-9e4e-fdb51a455c05" providerId="ADAL" clId="{B20A3F9A-AEEB-4A5E-BC90-72DBFE264B76}" dt="2026-06-16T11:15:29.179" v="197" actId="47"/>
        <pc:sldMkLst>
          <pc:docMk/>
          <pc:sldMk cId="677572079" sldId="2147483558"/>
        </pc:sldMkLst>
      </pc:sldChg>
      <pc:sldChg chg="addSp delSp modSp new mod">
        <pc:chgData name="sano kazuki/2118944/佐野　一樹" userId="a9cd0562-d456-4fb5-9e4e-fdb51a455c05" providerId="ADAL" clId="{B20A3F9A-AEEB-4A5E-BC90-72DBFE264B76}" dt="2026-06-17T05:43:50.185" v="4049" actId="20577"/>
        <pc:sldMkLst>
          <pc:docMk/>
          <pc:sldMk cId="2032908252" sldId="2147483559"/>
        </pc:sldMkLst>
        <pc:spChg chg="mod">
          <ac:chgData name="sano kazuki/2118944/佐野　一樹" userId="a9cd0562-d456-4fb5-9e4e-fdb51a455c05" providerId="ADAL" clId="{B20A3F9A-AEEB-4A5E-BC90-72DBFE264B76}" dt="2026-06-17T05:43:50.185" v="4049" actId="20577"/>
          <ac:spMkLst>
            <pc:docMk/>
            <pc:sldMk cId="2032908252" sldId="2147483559"/>
            <ac:spMk id="4" creationId="{70A18BF3-4997-4EC8-AEAF-934DA3690759}"/>
          </ac:spMkLst>
        </pc:spChg>
        <pc:spChg chg="del mod">
          <ac:chgData name="sano kazuki/2118944/佐野　一樹" userId="a9cd0562-d456-4fb5-9e4e-fdb51a455c05" providerId="ADAL" clId="{B20A3F9A-AEEB-4A5E-BC90-72DBFE264B76}" dt="2026-06-16T10:18:41.104" v="56" actId="478"/>
          <ac:spMkLst>
            <pc:docMk/>
            <pc:sldMk cId="2032908252" sldId="2147483559"/>
            <ac:spMk id="5" creationId="{A176DB1B-7E63-47FF-7516-1558E67895CC}"/>
          </ac:spMkLst>
        </pc:spChg>
        <pc:spChg chg="add del mod">
          <ac:chgData name="sano kazuki/2118944/佐野　一樹" userId="a9cd0562-d456-4fb5-9e4e-fdb51a455c05" providerId="ADAL" clId="{B20A3F9A-AEEB-4A5E-BC90-72DBFE264B76}" dt="2026-06-17T01:14:06.400" v="2642" actId="478"/>
          <ac:spMkLst>
            <pc:docMk/>
            <pc:sldMk cId="2032908252" sldId="2147483559"/>
            <ac:spMk id="5" creationId="{D8D387D5-A624-E096-EBE1-3ED23FCF7013}"/>
          </ac:spMkLst>
        </pc:spChg>
        <pc:spChg chg="add del mod">
          <ac:chgData name="sano kazuki/2118944/佐野　一樹" userId="a9cd0562-d456-4fb5-9e4e-fdb51a455c05" providerId="ADAL" clId="{B20A3F9A-AEEB-4A5E-BC90-72DBFE264B76}" dt="2026-06-17T01:14:08.502" v="2643" actId="478"/>
          <ac:spMkLst>
            <pc:docMk/>
            <pc:sldMk cId="2032908252" sldId="2147483559"/>
            <ac:spMk id="6" creationId="{9A962E01-D068-9422-70CA-01D5CD4FE0CF}"/>
          </ac:spMkLst>
        </pc:spChg>
        <pc:spChg chg="add del mod">
          <ac:chgData name="sano kazuki/2118944/佐野　一樹" userId="a9cd0562-d456-4fb5-9e4e-fdb51a455c05" providerId="ADAL" clId="{B20A3F9A-AEEB-4A5E-BC90-72DBFE264B76}" dt="2026-06-16T11:12:34.604" v="181" actId="478"/>
          <ac:spMkLst>
            <pc:docMk/>
            <pc:sldMk cId="2032908252" sldId="2147483559"/>
            <ac:spMk id="8" creationId="{6B6BBFA0-CFB3-5E41-4E03-7EA41AE26707}"/>
          </ac:spMkLst>
        </pc:spChg>
        <pc:spChg chg="add del mod">
          <ac:chgData name="sano kazuki/2118944/佐野　一樹" userId="a9cd0562-d456-4fb5-9e4e-fdb51a455c05" providerId="ADAL" clId="{B20A3F9A-AEEB-4A5E-BC90-72DBFE264B76}" dt="2026-06-17T01:14:09.754" v="2644" actId="478"/>
          <ac:spMkLst>
            <pc:docMk/>
            <pc:sldMk cId="2032908252" sldId="2147483559"/>
            <ac:spMk id="8" creationId="{C3890724-C555-92A8-2FC4-2044AF55EA2A}"/>
          </ac:spMkLst>
        </pc:spChg>
        <pc:spChg chg="add del mod">
          <ac:chgData name="sano kazuki/2118944/佐野　一樹" userId="a9cd0562-d456-4fb5-9e4e-fdb51a455c05" providerId="ADAL" clId="{B20A3F9A-AEEB-4A5E-BC90-72DBFE264B76}" dt="2026-06-17T01:14:11.064" v="2645" actId="478"/>
          <ac:spMkLst>
            <pc:docMk/>
            <pc:sldMk cId="2032908252" sldId="2147483559"/>
            <ac:spMk id="9" creationId="{5F9D479F-80FD-0F48-469B-9C628BA030A7}"/>
          </ac:spMkLst>
        </pc:spChg>
        <pc:spChg chg="add del mod">
          <ac:chgData name="sano kazuki/2118944/佐野　一樹" userId="a9cd0562-d456-4fb5-9e4e-fdb51a455c05" providerId="ADAL" clId="{B20A3F9A-AEEB-4A5E-BC90-72DBFE264B76}" dt="2026-06-17T01:14:13.411" v="2646" actId="478"/>
          <ac:spMkLst>
            <pc:docMk/>
            <pc:sldMk cId="2032908252" sldId="2147483559"/>
            <ac:spMk id="10" creationId="{DB78AFC8-259E-2D81-051E-72A3FD855C11}"/>
          </ac:spMkLst>
        </pc:spChg>
        <pc:spChg chg="add mod">
          <ac:chgData name="sano kazuki/2118944/佐野　一樹" userId="a9cd0562-d456-4fb5-9e4e-fdb51a455c05" providerId="ADAL" clId="{B20A3F9A-AEEB-4A5E-BC90-72DBFE264B76}" dt="2026-06-16T11:25:59.321" v="231" actId="1076"/>
          <ac:spMkLst>
            <pc:docMk/>
            <pc:sldMk cId="2032908252" sldId="2147483559"/>
            <ac:spMk id="11" creationId="{069FD0B1-CF7B-FFF0-F7B9-34F4AF18BFC4}"/>
          </ac:spMkLst>
        </pc:spChg>
        <pc:spChg chg="add mod">
          <ac:chgData name="sano kazuki/2118944/佐野　一樹" userId="a9cd0562-d456-4fb5-9e4e-fdb51a455c05" providerId="ADAL" clId="{B20A3F9A-AEEB-4A5E-BC90-72DBFE264B76}" dt="2026-06-16T23:14:48.448" v="308" actId="14100"/>
          <ac:spMkLst>
            <pc:docMk/>
            <pc:sldMk cId="2032908252" sldId="2147483559"/>
            <ac:spMk id="12" creationId="{A3688449-1891-8DDD-2E62-D834BB110016}"/>
          </ac:spMkLst>
        </pc:spChg>
        <pc:spChg chg="add mod">
          <ac:chgData name="sano kazuki/2118944/佐野　一樹" userId="a9cd0562-d456-4fb5-9e4e-fdb51a455c05" providerId="ADAL" clId="{B20A3F9A-AEEB-4A5E-BC90-72DBFE264B76}" dt="2026-06-16T23:14:50.580" v="309" actId="14100"/>
          <ac:spMkLst>
            <pc:docMk/>
            <pc:sldMk cId="2032908252" sldId="2147483559"/>
            <ac:spMk id="13" creationId="{11F0E3C7-9306-396E-7BD7-16197C3F3ABA}"/>
          </ac:spMkLst>
        </pc:spChg>
        <pc:spChg chg="add del mod">
          <ac:chgData name="sano kazuki/2118944/佐野　一樹" userId="a9cd0562-d456-4fb5-9e4e-fdb51a455c05" providerId="ADAL" clId="{B20A3F9A-AEEB-4A5E-BC90-72DBFE264B76}" dt="2026-06-17T01:14:15.053" v="2647" actId="478"/>
          <ac:spMkLst>
            <pc:docMk/>
            <pc:sldMk cId="2032908252" sldId="2147483559"/>
            <ac:spMk id="14" creationId="{0BD0E24A-B3B3-E0D4-1B37-315B11E40B2B}"/>
          </ac:spMkLst>
        </pc:spChg>
        <pc:spChg chg="add del mod">
          <ac:chgData name="sano kazuki/2118944/佐野　一樹" userId="a9cd0562-d456-4fb5-9e4e-fdb51a455c05" providerId="ADAL" clId="{B20A3F9A-AEEB-4A5E-BC90-72DBFE264B76}" dt="2026-06-16T11:10:39.887" v="176" actId="478"/>
          <ac:spMkLst>
            <pc:docMk/>
            <pc:sldMk cId="2032908252" sldId="2147483559"/>
            <ac:spMk id="14" creationId="{146A7925-F182-2D07-023F-B90EF12AC29E}"/>
          </ac:spMkLst>
        </pc:spChg>
        <pc:spChg chg="add mod">
          <ac:chgData name="sano kazuki/2118944/佐野　一樹" userId="a9cd0562-d456-4fb5-9e4e-fdb51a455c05" providerId="ADAL" clId="{B20A3F9A-AEEB-4A5E-BC90-72DBFE264B76}" dt="2026-06-16T11:25:59.321" v="231" actId="1076"/>
          <ac:spMkLst>
            <pc:docMk/>
            <pc:sldMk cId="2032908252" sldId="2147483559"/>
            <ac:spMk id="15" creationId="{1224EA37-830B-E6A2-97DD-1AE6CF3B7B81}"/>
          </ac:spMkLst>
        </pc:spChg>
        <pc:spChg chg="add del mod">
          <ac:chgData name="sano kazuki/2118944/佐野　一樹" userId="a9cd0562-d456-4fb5-9e4e-fdb51a455c05" providerId="ADAL" clId="{B20A3F9A-AEEB-4A5E-BC90-72DBFE264B76}" dt="2026-06-17T01:14:16.138" v="2648" actId="478"/>
          <ac:spMkLst>
            <pc:docMk/>
            <pc:sldMk cId="2032908252" sldId="2147483559"/>
            <ac:spMk id="16" creationId="{7DCC71CF-5783-ED7C-3F6F-F2D4FD88C6A6}"/>
          </ac:spMkLst>
        </pc:spChg>
        <pc:spChg chg="add mod">
          <ac:chgData name="sano kazuki/2118944/佐野　一樹" userId="a9cd0562-d456-4fb5-9e4e-fdb51a455c05" providerId="ADAL" clId="{B20A3F9A-AEEB-4A5E-BC90-72DBFE264B76}" dt="2026-06-16T11:25:59.321" v="231" actId="1076"/>
          <ac:spMkLst>
            <pc:docMk/>
            <pc:sldMk cId="2032908252" sldId="2147483559"/>
            <ac:spMk id="17" creationId="{F9B36291-715C-2058-0EB7-7F204E46B59B}"/>
          </ac:spMkLst>
        </pc:spChg>
        <pc:spChg chg="add mod">
          <ac:chgData name="sano kazuki/2118944/佐野　一樹" userId="a9cd0562-d456-4fb5-9e4e-fdb51a455c05" providerId="ADAL" clId="{B20A3F9A-AEEB-4A5E-BC90-72DBFE264B76}" dt="2026-06-16T11:25:59.321" v="231" actId="1076"/>
          <ac:spMkLst>
            <pc:docMk/>
            <pc:sldMk cId="2032908252" sldId="2147483559"/>
            <ac:spMk id="18" creationId="{8F642EA3-A3A7-1135-8A1C-950B912B7C24}"/>
          </ac:spMkLst>
        </pc:spChg>
        <pc:spChg chg="add mod">
          <ac:chgData name="sano kazuki/2118944/佐野　一樹" userId="a9cd0562-d456-4fb5-9e4e-fdb51a455c05" providerId="ADAL" clId="{B20A3F9A-AEEB-4A5E-BC90-72DBFE264B76}" dt="2026-06-16T11:25:59.321" v="231" actId="1076"/>
          <ac:spMkLst>
            <pc:docMk/>
            <pc:sldMk cId="2032908252" sldId="2147483559"/>
            <ac:spMk id="19" creationId="{639B34C9-B9E5-6801-25A2-AE82F1A45546}"/>
          </ac:spMkLst>
        </pc:spChg>
        <pc:spChg chg="add mod">
          <ac:chgData name="sano kazuki/2118944/佐野　一樹" userId="a9cd0562-d456-4fb5-9e4e-fdb51a455c05" providerId="ADAL" clId="{B20A3F9A-AEEB-4A5E-BC90-72DBFE264B76}" dt="2026-06-16T11:25:59.321" v="231" actId="1076"/>
          <ac:spMkLst>
            <pc:docMk/>
            <pc:sldMk cId="2032908252" sldId="2147483559"/>
            <ac:spMk id="20" creationId="{E5428F67-64BE-3485-1201-BAF1A355A503}"/>
          </ac:spMkLst>
        </pc:spChg>
        <pc:spChg chg="add mod">
          <ac:chgData name="sano kazuki/2118944/佐野　一樹" userId="a9cd0562-d456-4fb5-9e4e-fdb51a455c05" providerId="ADAL" clId="{B20A3F9A-AEEB-4A5E-BC90-72DBFE264B76}" dt="2026-06-16T11:25:59.321" v="231" actId="1076"/>
          <ac:spMkLst>
            <pc:docMk/>
            <pc:sldMk cId="2032908252" sldId="2147483559"/>
            <ac:spMk id="21" creationId="{F7AFC487-ADE9-473F-DD28-9EC4DDF142A3}"/>
          </ac:spMkLst>
        </pc:spChg>
        <pc:spChg chg="add mod">
          <ac:chgData name="sano kazuki/2118944/佐野　一樹" userId="a9cd0562-d456-4fb5-9e4e-fdb51a455c05" providerId="ADAL" clId="{B20A3F9A-AEEB-4A5E-BC90-72DBFE264B76}" dt="2026-06-16T11:26:35.630" v="250" actId="14100"/>
          <ac:spMkLst>
            <pc:docMk/>
            <pc:sldMk cId="2032908252" sldId="2147483559"/>
            <ac:spMk id="23" creationId="{D5ED23A2-8CE0-7F67-4CA0-655189803DB6}"/>
          </ac:spMkLst>
        </pc:spChg>
        <pc:spChg chg="add mod">
          <ac:chgData name="sano kazuki/2118944/佐野　一樹" userId="a9cd0562-d456-4fb5-9e4e-fdb51a455c05" providerId="ADAL" clId="{B20A3F9A-AEEB-4A5E-BC90-72DBFE264B76}" dt="2026-06-17T04:26:24.863" v="3357" actId="1076"/>
          <ac:spMkLst>
            <pc:docMk/>
            <pc:sldMk cId="2032908252" sldId="2147483559"/>
            <ac:spMk id="24" creationId="{A018C5DD-1DB2-8964-AB56-7DEBF93CC33A}"/>
          </ac:spMkLst>
        </pc:spChg>
        <pc:spChg chg="add del mod">
          <ac:chgData name="sano kazuki/2118944/佐野　一樹" userId="a9cd0562-d456-4fb5-9e4e-fdb51a455c05" providerId="ADAL" clId="{B20A3F9A-AEEB-4A5E-BC90-72DBFE264B76}" dt="2026-06-16T11:27:54.116" v="262" actId="478"/>
          <ac:spMkLst>
            <pc:docMk/>
            <pc:sldMk cId="2032908252" sldId="2147483559"/>
            <ac:spMk id="25" creationId="{1CCAA3B1-7CBB-03F9-3D38-43BFAEF5A40A}"/>
          </ac:spMkLst>
        </pc:spChg>
        <pc:spChg chg="add mod">
          <ac:chgData name="sano kazuki/2118944/佐野　一樹" userId="a9cd0562-d456-4fb5-9e4e-fdb51a455c05" providerId="ADAL" clId="{B20A3F9A-AEEB-4A5E-BC90-72DBFE264B76}" dt="2026-06-16T11:28:12.339" v="267" actId="14100"/>
          <ac:spMkLst>
            <pc:docMk/>
            <pc:sldMk cId="2032908252" sldId="2147483559"/>
            <ac:spMk id="26" creationId="{A9744025-6CC5-2493-A032-A419396D8ABB}"/>
          </ac:spMkLst>
        </pc:spChg>
        <pc:spChg chg="add mod">
          <ac:chgData name="sano kazuki/2118944/佐野　一樹" userId="a9cd0562-d456-4fb5-9e4e-fdb51a455c05" providerId="ADAL" clId="{B20A3F9A-AEEB-4A5E-BC90-72DBFE264B76}" dt="2026-06-16T11:28:59.297" v="272" actId="1037"/>
          <ac:spMkLst>
            <pc:docMk/>
            <pc:sldMk cId="2032908252" sldId="2147483559"/>
            <ac:spMk id="27" creationId="{81BC43F9-AACF-695B-1424-C307DB6A53FB}"/>
          </ac:spMkLst>
        </pc:spChg>
        <pc:spChg chg="add mod">
          <ac:chgData name="sano kazuki/2118944/佐野　一樹" userId="a9cd0562-d456-4fb5-9e4e-fdb51a455c05" providerId="ADAL" clId="{B20A3F9A-AEEB-4A5E-BC90-72DBFE264B76}" dt="2026-06-16T11:29:21.979" v="275" actId="1076"/>
          <ac:spMkLst>
            <pc:docMk/>
            <pc:sldMk cId="2032908252" sldId="2147483559"/>
            <ac:spMk id="28" creationId="{B8BC7E68-4395-4B40-079B-D319C890ED73}"/>
          </ac:spMkLst>
        </pc:spChg>
        <pc:picChg chg="add mod">
          <ac:chgData name="sano kazuki/2118944/佐野　一樹" userId="a9cd0562-d456-4fb5-9e4e-fdb51a455c05" providerId="ADAL" clId="{B20A3F9A-AEEB-4A5E-BC90-72DBFE264B76}" dt="2026-06-16T11:25:55.950" v="230" actId="1076"/>
          <ac:picMkLst>
            <pc:docMk/>
            <pc:sldMk cId="2032908252" sldId="2147483559"/>
            <ac:picMk id="7" creationId="{DC82FD0B-1EA6-0650-D72D-1FA21B163863}"/>
          </ac:picMkLst>
        </pc:picChg>
        <pc:picChg chg="add mod">
          <ac:chgData name="sano kazuki/2118944/佐野　一樹" userId="a9cd0562-d456-4fb5-9e4e-fdb51a455c05" providerId="ADAL" clId="{B20A3F9A-AEEB-4A5E-BC90-72DBFE264B76}" dt="2026-06-16T11:26:20.271" v="244" actId="692"/>
          <ac:picMkLst>
            <pc:docMk/>
            <pc:sldMk cId="2032908252" sldId="2147483559"/>
            <ac:picMk id="22" creationId="{EB74C424-A937-A9B5-C294-AE7275A05958}"/>
          </ac:picMkLst>
        </pc:picChg>
        <pc:cxnChg chg="add del mod">
          <ac:chgData name="sano kazuki/2118944/佐野　一樹" userId="a9cd0562-d456-4fb5-9e4e-fdb51a455c05" providerId="ADAL" clId="{B20A3F9A-AEEB-4A5E-BC90-72DBFE264B76}" dt="2026-06-16T11:28:01.939" v="263" actId="478"/>
          <ac:cxnSpMkLst>
            <pc:docMk/>
            <pc:sldMk cId="2032908252" sldId="2147483559"/>
            <ac:cxnSpMk id="10" creationId="{BC0183A2-F452-3937-E47D-4DFA16DFDFA7}"/>
          </ac:cxnSpMkLst>
        </pc:cxnChg>
      </pc:sldChg>
      <pc:sldChg chg="addSp delSp modSp new mod">
        <pc:chgData name="sano kazuki/2118944/佐野　一樹" userId="a9cd0562-d456-4fb5-9e4e-fdb51a455c05" providerId="ADAL" clId="{B20A3F9A-AEEB-4A5E-BC90-72DBFE264B76}" dt="2026-06-17T05:38:56.058" v="3784" actId="20577"/>
        <pc:sldMkLst>
          <pc:docMk/>
          <pc:sldMk cId="2391073697" sldId="2147483560"/>
        </pc:sldMkLst>
        <pc:spChg chg="mod">
          <ac:chgData name="sano kazuki/2118944/佐野　一樹" userId="a9cd0562-d456-4fb5-9e4e-fdb51a455c05" providerId="ADAL" clId="{B20A3F9A-AEEB-4A5E-BC90-72DBFE264B76}" dt="2026-06-17T02:36:28.526" v="2862" actId="1076"/>
          <ac:spMkLst>
            <pc:docMk/>
            <pc:sldMk cId="2391073697" sldId="2147483560"/>
            <ac:spMk id="4" creationId="{D38946D5-8F11-0F5C-1095-D1CC8059E3FB}"/>
          </ac:spMkLst>
        </pc:spChg>
        <pc:spChg chg="del">
          <ac:chgData name="sano kazuki/2118944/佐野　一樹" userId="a9cd0562-d456-4fb5-9e4e-fdb51a455c05" providerId="ADAL" clId="{B20A3F9A-AEEB-4A5E-BC90-72DBFE264B76}" dt="2026-06-16T23:15:29.192" v="323" actId="478"/>
          <ac:spMkLst>
            <pc:docMk/>
            <pc:sldMk cId="2391073697" sldId="2147483560"/>
            <ac:spMk id="5" creationId="{E23EAE10-763D-AE49-0CDB-214224A7BB70}"/>
          </ac:spMkLst>
        </pc:spChg>
        <pc:graphicFrameChg chg="add mod modGraphic">
          <ac:chgData name="sano kazuki/2118944/佐野　一樹" userId="a9cd0562-d456-4fb5-9e4e-fdb51a455c05" providerId="ADAL" clId="{B20A3F9A-AEEB-4A5E-BC90-72DBFE264B76}" dt="2026-06-17T05:38:56.058" v="3784" actId="20577"/>
          <ac:graphicFrameMkLst>
            <pc:docMk/>
            <pc:sldMk cId="2391073697" sldId="2147483560"/>
            <ac:graphicFrameMk id="6" creationId="{B2FBF0C3-6175-D9F1-DE58-C0E4C12431B8}"/>
          </ac:graphicFrameMkLst>
        </pc:graphicFrameChg>
      </pc:sldChg>
      <pc:sldChg chg="addSp delSp modSp new mod">
        <pc:chgData name="sano kazuki/2118944/佐野　一樹" userId="a9cd0562-d456-4fb5-9e4e-fdb51a455c05" providerId="ADAL" clId="{B20A3F9A-AEEB-4A5E-BC90-72DBFE264B76}" dt="2026-06-17T05:43:32.619" v="4046" actId="20577"/>
        <pc:sldMkLst>
          <pc:docMk/>
          <pc:sldMk cId="1278396755" sldId="2147483561"/>
        </pc:sldMkLst>
        <pc:spChg chg="del">
          <ac:chgData name="sano kazuki/2118944/佐野　一樹" userId="a9cd0562-d456-4fb5-9e4e-fdb51a455c05" providerId="ADAL" clId="{B20A3F9A-AEEB-4A5E-BC90-72DBFE264B76}" dt="2026-06-17T02:35:38.304" v="2800"/>
          <ac:spMkLst>
            <pc:docMk/>
            <pc:sldMk cId="1278396755" sldId="2147483561"/>
            <ac:spMk id="4" creationId="{3A99D041-1650-8AB5-AB8E-616A2EAFA740}"/>
          </ac:spMkLst>
        </pc:spChg>
        <pc:spChg chg="del">
          <ac:chgData name="sano kazuki/2118944/佐野　一樹" userId="a9cd0562-d456-4fb5-9e4e-fdb51a455c05" providerId="ADAL" clId="{B20A3F9A-AEEB-4A5E-BC90-72DBFE264B76}" dt="2026-06-17T02:35:47.683" v="2801" actId="478"/>
          <ac:spMkLst>
            <pc:docMk/>
            <pc:sldMk cId="1278396755" sldId="2147483561"/>
            <ac:spMk id="5" creationId="{6007D992-3CEB-0167-B334-3BB4B59240B9}"/>
          </ac:spMkLst>
        </pc:spChg>
        <pc:spChg chg="add mod">
          <ac:chgData name="sano kazuki/2118944/佐野　一樹" userId="a9cd0562-d456-4fb5-9e4e-fdb51a455c05" providerId="ADAL" clId="{B20A3F9A-AEEB-4A5E-BC90-72DBFE264B76}" dt="2026-06-17T05:43:32.619" v="4046" actId="20577"/>
          <ac:spMkLst>
            <pc:docMk/>
            <pc:sldMk cId="1278396755" sldId="2147483561"/>
            <ac:spMk id="6" creationId="{CF1D0FC2-CC79-69E6-B10C-688419B3F68C}"/>
          </ac:spMkLst>
        </pc:spChg>
        <pc:graphicFrameChg chg="add mod modGraphic">
          <ac:chgData name="sano kazuki/2118944/佐野　一樹" userId="a9cd0562-d456-4fb5-9e4e-fdb51a455c05" providerId="ADAL" clId="{B20A3F9A-AEEB-4A5E-BC90-72DBFE264B76}" dt="2026-06-17T03:06:39.403" v="3339" actId="1076"/>
          <ac:graphicFrameMkLst>
            <pc:docMk/>
            <pc:sldMk cId="1278396755" sldId="2147483561"/>
            <ac:graphicFrameMk id="7" creationId="{08F6E271-9870-F71F-4892-F87F6899B0DE}"/>
          </ac:graphicFrameMkLst>
        </pc:graphicFrameChg>
      </pc:sldChg>
      <pc:sldChg chg="addSp delSp modSp new mod">
        <pc:chgData name="sano kazuki/2118944/佐野　一樹" userId="a9cd0562-d456-4fb5-9e4e-fdb51a455c05" providerId="ADAL" clId="{B20A3F9A-AEEB-4A5E-BC90-72DBFE264B76}" dt="2026-06-17T06:06:19.291" v="4580" actId="20577"/>
        <pc:sldMkLst>
          <pc:docMk/>
          <pc:sldMk cId="1161198265" sldId="2147483562"/>
        </pc:sldMkLst>
        <pc:spChg chg="mod">
          <ac:chgData name="sano kazuki/2118944/佐野　一樹" userId="a9cd0562-d456-4fb5-9e4e-fdb51a455c05" providerId="ADAL" clId="{B20A3F9A-AEEB-4A5E-BC90-72DBFE264B76}" dt="2026-06-17T05:45:56.469" v="4055" actId="20577"/>
          <ac:spMkLst>
            <pc:docMk/>
            <pc:sldMk cId="1161198265" sldId="2147483562"/>
            <ac:spMk id="2" creationId="{40875B0C-238A-4B74-9BB8-63C9C0770213}"/>
          </ac:spMkLst>
        </pc:spChg>
        <pc:spChg chg="del mod">
          <ac:chgData name="sano kazuki/2118944/佐野　一樹" userId="a9cd0562-d456-4fb5-9e4e-fdb51a455c05" providerId="ADAL" clId="{B20A3F9A-AEEB-4A5E-BC90-72DBFE264B76}" dt="2026-06-17T04:43:24.876" v="3396" actId="478"/>
          <ac:spMkLst>
            <pc:docMk/>
            <pc:sldMk cId="1161198265" sldId="2147483562"/>
            <ac:spMk id="3" creationId="{A317F03E-8661-048F-AF53-120F9200AE11}"/>
          </ac:spMkLst>
        </pc:spChg>
        <pc:graphicFrameChg chg="add mod modGraphic">
          <ac:chgData name="sano kazuki/2118944/佐野　一樹" userId="a9cd0562-d456-4fb5-9e4e-fdb51a455c05" providerId="ADAL" clId="{B20A3F9A-AEEB-4A5E-BC90-72DBFE264B76}" dt="2026-06-17T06:06:19.291" v="4580" actId="20577"/>
          <ac:graphicFrameMkLst>
            <pc:docMk/>
            <pc:sldMk cId="1161198265" sldId="2147483562"/>
            <ac:graphicFrameMk id="3" creationId="{D5FDAF93-FFDB-0A8D-C9CF-44D69F6F0873}"/>
          </ac:graphicFrameMkLst>
        </pc:graphicFrameChg>
      </pc:sldChg>
      <pc:sldChg chg="addSp delSp modSp new mod">
        <pc:chgData name="sano kazuki/2118944/佐野　一樹" userId="a9cd0562-d456-4fb5-9e4e-fdb51a455c05" providerId="ADAL" clId="{B20A3F9A-AEEB-4A5E-BC90-72DBFE264B76}" dt="2026-06-17T05:43:20.020" v="4003"/>
        <pc:sldMkLst>
          <pc:docMk/>
          <pc:sldMk cId="1026278820" sldId="2147483563"/>
        </pc:sldMkLst>
        <pc:spChg chg="del mod">
          <ac:chgData name="sano kazuki/2118944/佐野　一樹" userId="a9cd0562-d456-4fb5-9e4e-fdb51a455c05" providerId="ADAL" clId="{B20A3F9A-AEEB-4A5E-BC90-72DBFE264B76}" dt="2026-06-17T04:44:04.586" v="3410"/>
          <ac:spMkLst>
            <pc:docMk/>
            <pc:sldMk cId="1026278820" sldId="2147483563"/>
            <ac:spMk id="4" creationId="{FFD7F543-961C-C743-962F-59ABFBB2CE4A}"/>
          </ac:spMkLst>
        </pc:spChg>
        <pc:spChg chg="del">
          <ac:chgData name="sano kazuki/2118944/佐野　一樹" userId="a9cd0562-d456-4fb5-9e4e-fdb51a455c05" providerId="ADAL" clId="{B20A3F9A-AEEB-4A5E-BC90-72DBFE264B76}" dt="2026-06-17T04:43:45.785" v="3399"/>
          <ac:spMkLst>
            <pc:docMk/>
            <pc:sldMk cId="1026278820" sldId="2147483563"/>
            <ac:spMk id="5" creationId="{B3FEFAAF-6690-345B-7BCE-48A7F17F7CC6}"/>
          </ac:spMkLst>
        </pc:spChg>
        <pc:spChg chg="add mod">
          <ac:chgData name="sano kazuki/2118944/佐野　一樹" userId="a9cd0562-d456-4fb5-9e4e-fdb51a455c05" providerId="ADAL" clId="{B20A3F9A-AEEB-4A5E-BC90-72DBFE264B76}" dt="2026-06-17T04:44:04.586" v="3410"/>
          <ac:spMkLst>
            <pc:docMk/>
            <pc:sldMk cId="1026278820" sldId="2147483563"/>
            <ac:spMk id="8" creationId="{DED4F063-243C-F662-50C2-2B741456A2D1}"/>
          </ac:spMkLst>
        </pc:spChg>
        <pc:spChg chg="add del mod">
          <ac:chgData name="sano kazuki/2118944/佐野　一樹" userId="a9cd0562-d456-4fb5-9e4e-fdb51a455c05" providerId="ADAL" clId="{B20A3F9A-AEEB-4A5E-BC90-72DBFE264B76}" dt="2026-06-17T05:29:02.891" v="3426" actId="478"/>
          <ac:spMkLst>
            <pc:docMk/>
            <pc:sldMk cId="1026278820" sldId="2147483563"/>
            <ac:spMk id="10" creationId="{43B3F5E9-F638-88A7-40FC-AB2D8056D991}"/>
          </ac:spMkLst>
        </pc:spChg>
        <pc:graphicFrameChg chg="add del mod">
          <ac:chgData name="sano kazuki/2118944/佐野　一樹" userId="a9cd0562-d456-4fb5-9e4e-fdb51a455c05" providerId="ADAL" clId="{B20A3F9A-AEEB-4A5E-BC90-72DBFE264B76}" dt="2026-06-17T05:29:00.906" v="3425" actId="478"/>
          <ac:graphicFrameMkLst>
            <pc:docMk/>
            <pc:sldMk cId="1026278820" sldId="2147483563"/>
            <ac:graphicFrameMk id="6" creationId="{F07F5994-DFDD-13D8-2A21-6C4C57EFAF63}"/>
          </ac:graphicFrameMkLst>
        </pc:graphicFrameChg>
        <pc:graphicFrameChg chg="add mod modGraphic">
          <ac:chgData name="sano kazuki/2118944/佐野　一樹" userId="a9cd0562-d456-4fb5-9e4e-fdb51a455c05" providerId="ADAL" clId="{B20A3F9A-AEEB-4A5E-BC90-72DBFE264B76}" dt="2026-06-17T05:43:20.020" v="4003"/>
          <ac:graphicFrameMkLst>
            <pc:docMk/>
            <pc:sldMk cId="1026278820" sldId="2147483563"/>
            <ac:graphicFrameMk id="7" creationId="{260ADA5A-954B-3263-ADC6-CAA1C1AE8B14}"/>
          </ac:graphicFrameMkLst>
        </pc:graphicFrameChg>
      </pc:sldChg>
      <pc:sldChg chg="addSp modSp mod">
        <pc:chgData name="sano kazuki/2118944/佐野　一樹" userId="a9cd0562-d456-4fb5-9e4e-fdb51a455c05" providerId="ADAL" clId="{B20A3F9A-AEEB-4A5E-BC90-72DBFE264B76}" dt="2026-06-17T07:48:35.403" v="5055" actId="1076"/>
        <pc:sldMkLst>
          <pc:docMk/>
          <pc:sldMk cId="598967656" sldId="2147483565"/>
        </pc:sldMkLst>
        <pc:graphicFrameChg chg="add mod modGraphic">
          <ac:chgData name="sano kazuki/2118944/佐野　一樹" userId="a9cd0562-d456-4fb5-9e4e-fdb51a455c05" providerId="ADAL" clId="{B20A3F9A-AEEB-4A5E-BC90-72DBFE264B76}" dt="2026-06-17T07:48:35.403" v="5055" actId="1076"/>
          <ac:graphicFrameMkLst>
            <pc:docMk/>
            <pc:sldMk cId="598967656" sldId="2147483565"/>
            <ac:graphicFrameMk id="3" creationId="{AE93B446-EF06-AA4E-3E7A-C1DE3EA1AC21}"/>
          </ac:graphicFrameMkLst>
        </pc:graphicFrameChg>
        <pc:graphicFrameChg chg="mod modGraphic">
          <ac:chgData name="sano kazuki/2118944/佐野　一樹" userId="a9cd0562-d456-4fb5-9e4e-fdb51a455c05" providerId="ADAL" clId="{B20A3F9A-AEEB-4A5E-BC90-72DBFE264B76}" dt="2026-06-17T07:48:20.406" v="5051" actId="20577"/>
          <ac:graphicFrameMkLst>
            <pc:docMk/>
            <pc:sldMk cId="598967656" sldId="2147483565"/>
            <ac:graphicFrameMk id="6" creationId="{78BF5BA4-6459-1AC3-226F-C0768EA22018}"/>
          </ac:graphicFrameMkLst>
        </pc:graphicFrameChg>
      </pc:sldChg>
      <pc:sldMasterChg chg="delSldLayout">
        <pc:chgData name="sano kazuki/2118944/佐野　一樹" userId="a9cd0562-d456-4fb5-9e4e-fdb51a455c05" providerId="ADAL" clId="{B20A3F9A-AEEB-4A5E-BC90-72DBFE264B76}" dt="2026-06-16T11:15:41.842" v="224" actId="47"/>
        <pc:sldMasterMkLst>
          <pc:docMk/>
          <pc:sldMasterMk cId="1696390841" sldId="2147483820"/>
        </pc:sldMasterMkLst>
        <pc:sldLayoutChg chg="del">
          <pc:chgData name="sano kazuki/2118944/佐野　一樹" userId="a9cd0562-d456-4fb5-9e4e-fdb51a455c05" providerId="ADAL" clId="{B20A3F9A-AEEB-4A5E-BC90-72DBFE264B76}" dt="2026-06-16T11:15:41.842" v="224" actId="47"/>
          <pc:sldLayoutMkLst>
            <pc:docMk/>
            <pc:sldMasterMk cId="1696390841" sldId="2147483820"/>
            <pc:sldLayoutMk cId="173739361" sldId="2147484058"/>
          </pc:sldLayoutMkLst>
        </pc:sldLayoutChg>
        <pc:sldLayoutChg chg="del">
          <pc:chgData name="sano kazuki/2118944/佐野　一樹" userId="a9cd0562-d456-4fb5-9e4e-fdb51a455c05" providerId="ADAL" clId="{B20A3F9A-AEEB-4A5E-BC90-72DBFE264B76}" dt="2026-06-16T11:15:39.499" v="218" actId="47"/>
          <pc:sldLayoutMkLst>
            <pc:docMk/>
            <pc:sldMasterMk cId="1696390841" sldId="2147483820"/>
            <pc:sldLayoutMk cId="3783461818" sldId="2147484059"/>
          </pc:sldLayoutMkLst>
        </pc:sldLayoutChg>
        <pc:sldLayoutChg chg="del">
          <pc:chgData name="sano kazuki/2118944/佐野　一樹" userId="a9cd0562-d456-4fb5-9e4e-fdb51a455c05" providerId="ADAL" clId="{B20A3F9A-AEEB-4A5E-BC90-72DBFE264B76}" dt="2026-06-16T11:15:41.322" v="223" actId="47"/>
          <pc:sldLayoutMkLst>
            <pc:docMk/>
            <pc:sldMasterMk cId="1696390841" sldId="2147483820"/>
            <pc:sldLayoutMk cId="4285825205" sldId="2147484060"/>
          </pc:sldLayoutMkLst>
        </pc:sldLayoutChg>
        <pc:sldLayoutChg chg="del">
          <pc:chgData name="sano kazuki/2118944/佐野　一樹" userId="a9cd0562-d456-4fb5-9e4e-fdb51a455c05" providerId="ADAL" clId="{B20A3F9A-AEEB-4A5E-BC90-72DBFE264B76}" dt="2026-06-16T11:15:35.917" v="209" actId="47"/>
          <pc:sldLayoutMkLst>
            <pc:docMk/>
            <pc:sldMasterMk cId="1696390841" sldId="2147483820"/>
            <pc:sldLayoutMk cId="608871463" sldId="2147484061"/>
          </pc:sldLayoutMkLst>
        </pc:sldLayoutChg>
      </pc:sldMasterChg>
    </pc:docChg>
  </pc:docChgLst>
  <pc:docChgLst>
    <pc:chgData name="sano kazuki/2118944/佐野　一樹" userId="S::2118944@mchcgr.com::a9cd0562-d456-4fb5-9e4e-fdb51a455c05" providerId="AD" clId="Web-{201A2447-3EAC-E9B5-44BF-A70DC1C02550}"/>
    <pc:docChg chg="addSld modSld modSection">
      <pc:chgData name="sano kazuki/2118944/佐野　一樹" userId="S::2118944@mchcgr.com::a9cd0562-d456-4fb5-9e4e-fdb51a455c05" providerId="AD" clId="Web-{201A2447-3EAC-E9B5-44BF-A70DC1C02550}" dt="2026-06-17T06:41:51.103" v="127" actId="1076"/>
      <pc:docMkLst>
        <pc:docMk/>
      </pc:docMkLst>
      <pc:sldChg chg="modSp new">
        <pc:chgData name="sano kazuki/2118944/佐野　一樹" userId="S::2118944@mchcgr.com::a9cd0562-d456-4fb5-9e4e-fdb51a455c05" providerId="AD" clId="Web-{201A2447-3EAC-E9B5-44BF-A70DC1C02550}" dt="2026-06-17T06:41:51.103" v="127" actId="1076"/>
        <pc:sldMkLst>
          <pc:docMk/>
          <pc:sldMk cId="1321792111" sldId="2147483564"/>
        </pc:sldMkLst>
        <pc:spChg chg="mod">
          <ac:chgData name="sano kazuki/2118944/佐野　一樹" userId="S::2118944@mchcgr.com::a9cd0562-d456-4fb5-9e4e-fdb51a455c05" providerId="AD" clId="Web-{201A2447-3EAC-E9B5-44BF-A70DC1C02550}" dt="2026-06-17T06:41:48.056" v="126" actId="1076"/>
          <ac:spMkLst>
            <pc:docMk/>
            <pc:sldMk cId="1321792111" sldId="2147483564"/>
            <ac:spMk id="2" creationId="{A1F55204-03B2-7BA8-B7EB-C27855597917}"/>
          </ac:spMkLst>
        </pc:spChg>
        <pc:spChg chg="mod">
          <ac:chgData name="sano kazuki/2118944/佐野　一樹" userId="S::2118944@mchcgr.com::a9cd0562-d456-4fb5-9e4e-fdb51a455c05" providerId="AD" clId="Web-{201A2447-3EAC-E9B5-44BF-A70DC1C02550}" dt="2026-06-17T06:41:51.103" v="127" actId="1076"/>
          <ac:spMkLst>
            <pc:docMk/>
            <pc:sldMk cId="1321792111" sldId="2147483564"/>
            <ac:spMk id="3" creationId="{C220891E-B3A2-86E1-E847-099CA0B7635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62707A5F-A7D6-C641-8208-3E6DFDB2F48C}"/>
              </a:ext>
            </a:extLst>
          </p:cNvPr>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70554B22-9586-484A-A766-0C4435114699}"/>
              </a:ext>
            </a:extLst>
          </p:cNvPr>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2026/6/17</a:t>
            </a:fld>
            <a:endParaRPr kumimoji="1" lang="ja-JP" altLang="en-US"/>
          </a:p>
        </p:txBody>
      </p:sp>
      <p:sp>
        <p:nvSpPr>
          <p:cNvPr id="4" name="フッター プレースホルダー 3">
            <a:extLst>
              <a:ext uri="{FF2B5EF4-FFF2-40B4-BE49-F238E27FC236}">
                <a16:creationId xmlns:a16="http://schemas.microsoft.com/office/drawing/2014/main" id="{ED85D71E-D7E7-1E4D-A100-20172004F57A}"/>
              </a:ext>
            </a:extLst>
          </p:cNvPr>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51F7FD02-B9AC-5040-9426-86C1B469DF66}"/>
              </a:ext>
            </a:extLst>
          </p:cNvPr>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24202093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2026/6/17</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extLst>
      <p:ext uri="{BB962C8B-B14F-4D97-AF65-F5344CB8AC3E}">
        <p14:creationId xmlns:p14="http://schemas.microsoft.com/office/powerpoint/2010/main" val="12538678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1.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1.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1.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 Id="rId4" Type="http://schemas.openxmlformats.org/officeDocument/2006/relationships/image" Target="../media/image1.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8145FA22-8B15-8165-6374-D653E8B173C9}"/>
              </a:ext>
            </a:extLst>
          </p:cNvPr>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a:extLst>
              <a:ext uri="{FF2B5EF4-FFF2-40B4-BE49-F238E27FC236}">
                <a16:creationId xmlns:a16="http://schemas.microsoft.com/office/drawing/2014/main" id="{3D317733-1BDA-7840-87EC-1AB6D30D915E}"/>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図 2" descr="テキスト&#10;&#10;中程度の精度で自動的に生成された説明">
            <a:extLst>
              <a:ext uri="{FF2B5EF4-FFF2-40B4-BE49-F238E27FC236}">
                <a16:creationId xmlns:a16="http://schemas.microsoft.com/office/drawing/2014/main" id="{64AB173A-EA3B-7645-9D0D-8E3868B4053B}"/>
              </a:ext>
            </a:extLst>
          </p:cNvPr>
          <p:cNvPicPr>
            <a:picLocks noChangeAspect="1"/>
          </p:cNvPicPr>
          <p:nvPr userDrawn="1"/>
        </p:nvPicPr>
        <p:blipFill>
          <a:blip r:embed="rId2"/>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365572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A1BC9BC-7E85-1F07-EBFA-39A9BB38A2B7}"/>
              </a:ext>
            </a:extLst>
          </p:cNvPr>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530E25D7-0B34-F677-C09E-4185823DAB85}"/>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5" name="図 4" descr="テキスト&#10;&#10;中程度の精度で自動的に生成された説明">
            <a:extLst>
              <a:ext uri="{FF2B5EF4-FFF2-40B4-BE49-F238E27FC236}">
                <a16:creationId xmlns:a16="http://schemas.microsoft.com/office/drawing/2014/main" id="{59FEB064-9E10-7E77-2F7C-DF29C7A3F838}"/>
              </a:ext>
            </a:extLst>
          </p:cNvPr>
          <p:cNvPicPr>
            <a:picLocks noChangeAspect="1"/>
          </p:cNvPicPr>
          <p:nvPr userDrawn="1"/>
        </p:nvPicPr>
        <p:blipFill>
          <a:blip r:embed="rId2"/>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913065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0405299-6541-E74D-957B-653534824101}"/>
              </a:ext>
            </a:extLst>
          </p:cNvPr>
          <p:cNvSpPr/>
          <p:nvPr userDrawn="1"/>
        </p:nvSpPr>
        <p:spPr>
          <a:xfrm>
            <a:off x="119063" y="6452663"/>
            <a:ext cx="11953875" cy="288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DC3107EA-7CFE-7617-A3C2-BAD9B5937B09}"/>
              </a:ext>
            </a:extLst>
          </p:cNvPr>
          <p:cNvSpPr txBox="1"/>
          <p:nvPr userDrawn="1"/>
        </p:nvSpPr>
        <p:spPr>
          <a:xfrm>
            <a:off x="10905066" y="6490836"/>
            <a:ext cx="1051053" cy="211203"/>
          </a:xfrm>
          <a:prstGeom prst="rect">
            <a:avLst/>
          </a:prstGeom>
          <a:noFill/>
          <a:ln>
            <a:solidFill>
              <a:srgbClr val="323232"/>
            </a:solidFill>
          </a:ln>
        </p:spPr>
        <p:txBody>
          <a:bodyPr wrap="square" lIns="36000" tIns="36000" rIns="36000" bIns="36000" rtlCol="0" anchor="ctr">
            <a:spAutoFit/>
          </a:bodyPr>
          <a:lstStyle/>
          <a:p>
            <a:pPr algn="ctr"/>
            <a:r>
              <a:rPr kumimoji="1" lang="en-US" altLang="ja-JP" sz="900" b="0" i="0">
                <a:solidFill>
                  <a:srgbClr val="323232"/>
                </a:solidFill>
                <a:latin typeface="+mj-lt"/>
                <a:ea typeface="MS Gothic" panose="020B0609070205080204" pitchFamily="49" charset="-128"/>
              </a:rPr>
              <a:t>CONFIDENTIAL</a:t>
            </a:r>
            <a:endParaRPr kumimoji="1" lang="ja-JP" altLang="en-US" sz="900" b="0" i="0">
              <a:solidFill>
                <a:srgbClr val="323232"/>
              </a:solidFill>
              <a:latin typeface="+mj-lt"/>
              <a:ea typeface="MS Gothic" panose="020B0609070205080204" pitchFamily="49" charset="-128"/>
            </a:endParaRPr>
          </a:p>
        </p:txBody>
      </p:sp>
      <p:pic>
        <p:nvPicPr>
          <p:cNvPr id="3" name="図 2" descr="アイコン&#10;&#10;低い精度で自動的に生成された説明">
            <a:extLst>
              <a:ext uri="{FF2B5EF4-FFF2-40B4-BE49-F238E27FC236}">
                <a16:creationId xmlns:a16="http://schemas.microsoft.com/office/drawing/2014/main" id="{CE14A7BB-2994-99E1-3721-81C07CB69B1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109313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ue_circular_cover">
    <p:bg>
      <p:bgPr>
        <a:solidFill>
          <a:schemeClr val="bg1"/>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8145FA22-8B15-8165-6374-D653E8B173C9}"/>
              </a:ext>
            </a:extLst>
          </p:cNvPr>
          <p:cNvSpPr/>
          <p:nvPr userDrawn="1"/>
        </p:nvSpPr>
        <p:spPr>
          <a:xfrm>
            <a:off x="1" y="0"/>
            <a:ext cx="9390184" cy="6858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a:t> </a:t>
            </a:r>
            <a:br>
              <a:rPr kumimoji="1" lang="en-US" altLang="ja-JP"/>
            </a:br>
            <a:r>
              <a:rPr kumimoji="1" lang="ja-JP" altLang="en-US"/>
              <a:t>游ゴシック </a:t>
            </a:r>
            <a:r>
              <a:rPr kumimoji="1" lang="en-US" altLang="ja-JP"/>
              <a:t>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2" name="テキスト ボックス 1">
            <a:extLst>
              <a:ext uri="{FF2B5EF4-FFF2-40B4-BE49-F238E27FC236}">
                <a16:creationId xmlns:a16="http://schemas.microsoft.com/office/drawing/2014/main" id="{8A04B06F-2D60-B985-8CB3-2D483601C4E1}"/>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9" name="図 8" descr="図形, 円&#10;&#10;自動的に生成された説明">
            <a:extLst>
              <a:ext uri="{FF2B5EF4-FFF2-40B4-BE49-F238E27FC236}">
                <a16:creationId xmlns:a16="http://schemas.microsoft.com/office/drawing/2014/main" id="{85967991-37E0-5319-6989-F2B24BB19B23}"/>
              </a:ext>
            </a:extLst>
          </p:cNvPr>
          <p:cNvPicPr>
            <a:picLocks noChangeAspect="1"/>
          </p:cNvPicPr>
          <p:nvPr userDrawn="1"/>
        </p:nvPicPr>
        <p:blipFill>
          <a:blip r:embed="rId2"/>
          <a:stretch>
            <a:fillRect/>
          </a:stretch>
        </p:blipFill>
        <p:spPr>
          <a:xfrm>
            <a:off x="6985001" y="2545321"/>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8A86725F-A0D9-D467-03BC-7BD39E7BE052}"/>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1559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ue_circular_section">
    <p:bg>
      <p:bgPr>
        <a:solidFill>
          <a:schemeClr val="bg1"/>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A0C2DCC8-5345-2D48-AE06-2CFCAED3F5BB}"/>
              </a:ext>
            </a:extLst>
          </p:cNvPr>
          <p:cNvSpPr/>
          <p:nvPr userDrawn="1"/>
        </p:nvSpPr>
        <p:spPr>
          <a:xfrm>
            <a:off x="1" y="0"/>
            <a:ext cx="9390184" cy="6858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 </a:t>
            </a:r>
            <a:r>
              <a:rPr lang="en-US" altLang="ja-JP" sz="4000"/>
              <a:t>Bold 40pt / </a:t>
            </a:r>
            <a:r>
              <a:rPr lang="ja-JP" altLang="en-US" sz="4000"/>
              <a:t>行間</a:t>
            </a:r>
            <a:r>
              <a:rPr lang="en-US" altLang="ja-JP" sz="4000"/>
              <a:t>1</a:t>
            </a:r>
            <a:endParaRPr kumimoji="1" lang="ja-JP" altLang="en-US"/>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5F2FE3DE-4073-143D-7B94-825F75F4A513}"/>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8" name="図 7" descr="図形, 円&#10;&#10;自動的に生成された説明">
            <a:extLst>
              <a:ext uri="{FF2B5EF4-FFF2-40B4-BE49-F238E27FC236}">
                <a16:creationId xmlns:a16="http://schemas.microsoft.com/office/drawing/2014/main" id="{BAAA99CE-7539-35DC-129B-3103813D2787}"/>
              </a:ext>
            </a:extLst>
          </p:cNvPr>
          <p:cNvPicPr>
            <a:picLocks noChangeAspect="1"/>
          </p:cNvPicPr>
          <p:nvPr userDrawn="1"/>
        </p:nvPicPr>
        <p:blipFill>
          <a:blip r:embed="rId2"/>
          <a:stretch>
            <a:fillRect/>
          </a:stretch>
        </p:blipFill>
        <p:spPr>
          <a:xfrm>
            <a:off x="6984999" y="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5F45C960-2865-9B70-11B9-987BD91727B3}"/>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3677844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ue_circular_text">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0405299-6541-E74D-957B-653534824101}"/>
              </a:ext>
            </a:extLst>
          </p:cNvPr>
          <p:cNvSpPr/>
          <p:nvPr userDrawn="1"/>
        </p:nvSpPr>
        <p:spPr>
          <a:xfrm>
            <a:off x="0" y="6414976"/>
            <a:ext cx="12191999" cy="443024"/>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normAutofit/>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1F747CB9-187E-E6FA-CC5F-92DC06F1982B}"/>
              </a:ext>
            </a:extLst>
          </p:cNvPr>
          <p:cNvSpPr txBox="1"/>
          <p:nvPr userDrawn="1"/>
        </p:nvSpPr>
        <p:spPr>
          <a:xfrm>
            <a:off x="10905066" y="6490836"/>
            <a:ext cx="1051053" cy="211203"/>
          </a:xfrm>
          <a:prstGeom prst="rect">
            <a:avLst/>
          </a:prstGeom>
          <a:noFill/>
          <a:ln>
            <a:solidFill>
              <a:srgbClr val="323232"/>
            </a:solidFill>
          </a:ln>
        </p:spPr>
        <p:txBody>
          <a:bodyPr wrap="square" lIns="36000" tIns="36000" rIns="36000" bIns="36000" rtlCol="0" anchor="ctr">
            <a:spAutoFit/>
          </a:bodyPr>
          <a:lstStyle/>
          <a:p>
            <a:pPr algn="ctr"/>
            <a:r>
              <a:rPr kumimoji="1" lang="en-US" altLang="ja-JP" sz="900" b="0" i="0">
                <a:solidFill>
                  <a:srgbClr val="323232"/>
                </a:solidFill>
                <a:latin typeface="+mj-lt"/>
                <a:ea typeface="MS Gothic" panose="020B0609070205080204" pitchFamily="49" charset="-128"/>
              </a:rPr>
              <a:t>CONFIDENTIAL</a:t>
            </a:r>
            <a:endParaRPr kumimoji="1" lang="ja-JP" altLang="en-US" sz="900" b="0" i="0">
              <a:solidFill>
                <a:srgbClr val="323232"/>
              </a:solidFill>
              <a:latin typeface="+mj-lt"/>
              <a:ea typeface="MS Gothic" panose="020B0609070205080204" pitchFamily="49" charset="-128"/>
            </a:endParaRPr>
          </a:p>
        </p:txBody>
      </p:sp>
      <p:pic>
        <p:nvPicPr>
          <p:cNvPr id="10" name="図 9" descr="図形&#10;&#10;低い精度で自動的に生成された説明">
            <a:extLst>
              <a:ext uri="{FF2B5EF4-FFF2-40B4-BE49-F238E27FC236}">
                <a16:creationId xmlns:a16="http://schemas.microsoft.com/office/drawing/2014/main" id="{F458B451-556C-0A77-5C7B-A5094204D86B}"/>
              </a:ext>
            </a:extLst>
          </p:cNvPr>
          <p:cNvPicPr>
            <a:picLocks noChangeAspect="1"/>
          </p:cNvPicPr>
          <p:nvPr userDrawn="1"/>
        </p:nvPicPr>
        <p:blipFill>
          <a:blip r:embed="rId2"/>
          <a:stretch>
            <a:fillRect/>
          </a:stretch>
        </p:blipFill>
        <p:spPr>
          <a:xfrm>
            <a:off x="9017000" y="4064000"/>
            <a:ext cx="3175000" cy="2794000"/>
          </a:xfrm>
          <a:prstGeom prst="rect">
            <a:avLst/>
          </a:prstGeom>
        </p:spPr>
      </p:pic>
      <p:pic>
        <p:nvPicPr>
          <p:cNvPr id="2" name="図 1" descr="アイコン&#10;&#10;低い精度で自動的に生成された説明">
            <a:extLst>
              <a:ext uri="{FF2B5EF4-FFF2-40B4-BE49-F238E27FC236}">
                <a16:creationId xmlns:a16="http://schemas.microsoft.com/office/drawing/2014/main" id="{22166060-8B4F-1920-1513-4363D0A7B1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2351920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green_circular_cover">
    <p:bg>
      <p:bgPr>
        <a:solidFill>
          <a:schemeClr val="bg1"/>
        </a:solidFill>
        <a:effectLst/>
      </p:bgPr>
    </p:bg>
    <p:spTree>
      <p:nvGrpSpPr>
        <p:cNvPr id="1" name=""/>
        <p:cNvGrpSpPr/>
        <p:nvPr/>
      </p:nvGrpSpPr>
      <p:grpSpPr>
        <a:xfrm>
          <a:off x="0" y="0"/>
          <a:ext cx="0" cy="0"/>
          <a:chOff x="0" y="0"/>
          <a:chExt cx="0" cy="0"/>
        </a:xfrm>
      </p:grpSpPr>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a:t> </a:t>
            </a:r>
            <a:br>
              <a:rPr kumimoji="1" lang="en-US" altLang="ja-JP"/>
            </a:br>
            <a:r>
              <a:rPr kumimoji="1" lang="ja-JP" altLang="en-US"/>
              <a:t>游ゴシック </a:t>
            </a:r>
            <a:r>
              <a:rPr kumimoji="1" lang="en-US" altLang="ja-JP"/>
              <a:t>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2" name="テキスト ボックス 1">
            <a:extLst>
              <a:ext uri="{FF2B5EF4-FFF2-40B4-BE49-F238E27FC236}">
                <a16:creationId xmlns:a16="http://schemas.microsoft.com/office/drawing/2014/main" id="{0FD2AD1D-2D74-0BB5-DAB1-9346C04FBA6F}"/>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8" name="図 7" descr="ランプ, 光 が含まれている画像&#10;&#10;自動的に生成された説明">
            <a:extLst>
              <a:ext uri="{FF2B5EF4-FFF2-40B4-BE49-F238E27FC236}">
                <a16:creationId xmlns:a16="http://schemas.microsoft.com/office/drawing/2014/main" id="{A9C384B3-0095-28B9-FF8B-EEA7915A51A7}"/>
              </a:ext>
            </a:extLst>
          </p:cNvPr>
          <p:cNvPicPr>
            <a:picLocks noChangeAspect="1"/>
          </p:cNvPicPr>
          <p:nvPr userDrawn="1"/>
        </p:nvPicPr>
        <p:blipFill>
          <a:blip r:embed="rId2"/>
          <a:stretch>
            <a:fillRect/>
          </a:stretch>
        </p:blipFill>
        <p:spPr>
          <a:xfrm>
            <a:off x="6985000" y="254000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D694D317-7B15-CC02-568D-38931AF913CC}"/>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851369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green_circular_section">
    <p:bg>
      <p:bgPr>
        <a:solidFill>
          <a:schemeClr val="bg1"/>
        </a:solidFill>
        <a:effectLst/>
      </p:bgPr>
    </p:bg>
    <p:spTree>
      <p:nvGrpSpPr>
        <p:cNvPr id="1" name=""/>
        <p:cNvGrpSpPr/>
        <p:nvPr/>
      </p:nvGrpSpPr>
      <p:grpSpPr>
        <a:xfrm>
          <a:off x="0" y="0"/>
          <a:ext cx="0" cy="0"/>
          <a:chOff x="0" y="0"/>
          <a:chExt cx="0" cy="0"/>
        </a:xfrm>
      </p:grpSpPr>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6667703"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7" y="2867723"/>
            <a:ext cx="6667702"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Bold 40pt / </a:t>
            </a:r>
            <a:r>
              <a:rPr lang="ja-JP" altLang="en-US" sz="4000"/>
              <a:t>行間</a:t>
            </a:r>
            <a:r>
              <a:rPr lang="en-US" altLang="ja-JP" sz="4000"/>
              <a:t>1</a:t>
            </a:r>
            <a:endParaRPr kumimoji="1" lang="ja-JP" altLang="en-US"/>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23E43A41-1D75-BD23-DC7E-612BD213B64B}"/>
              </a:ext>
            </a:extLst>
          </p:cNvPr>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8" name="図 7" descr="図形, 円&#10;&#10;自動的に生成された説明">
            <a:extLst>
              <a:ext uri="{FF2B5EF4-FFF2-40B4-BE49-F238E27FC236}">
                <a16:creationId xmlns:a16="http://schemas.microsoft.com/office/drawing/2014/main" id="{0B353F5B-4C3E-D949-FFA1-11F959F66C20}"/>
              </a:ext>
            </a:extLst>
          </p:cNvPr>
          <p:cNvPicPr>
            <a:picLocks noChangeAspect="1"/>
          </p:cNvPicPr>
          <p:nvPr userDrawn="1"/>
        </p:nvPicPr>
        <p:blipFill>
          <a:blip r:embed="rId2"/>
          <a:stretch>
            <a:fillRect/>
          </a:stretch>
        </p:blipFill>
        <p:spPr>
          <a:xfrm>
            <a:off x="6985000" y="0"/>
            <a:ext cx="5207000" cy="4318000"/>
          </a:xfrm>
          <a:prstGeom prst="rect">
            <a:avLst/>
          </a:prstGeom>
        </p:spPr>
      </p:pic>
      <p:pic>
        <p:nvPicPr>
          <p:cNvPr id="5" name="図 4" descr="テキスト&#10;&#10;中程度の精度で自動的に生成された説明">
            <a:extLst>
              <a:ext uri="{FF2B5EF4-FFF2-40B4-BE49-F238E27FC236}">
                <a16:creationId xmlns:a16="http://schemas.microsoft.com/office/drawing/2014/main" id="{931474FF-EACA-45E7-2043-CE82C24343BA}"/>
              </a:ext>
            </a:extLst>
          </p:cNvPr>
          <p:cNvPicPr>
            <a:picLocks noChangeAspect="1"/>
          </p:cNvPicPr>
          <p:nvPr userDrawn="1"/>
        </p:nvPicPr>
        <p:blipFill>
          <a:blip r:embed="rId3"/>
          <a:stretch>
            <a:fillRect/>
          </a:stretch>
        </p:blipFill>
        <p:spPr>
          <a:xfrm>
            <a:off x="9930034" y="66263"/>
            <a:ext cx="2182024" cy="662400"/>
          </a:xfrm>
          <a:prstGeom prst="rect">
            <a:avLst/>
          </a:prstGeom>
        </p:spPr>
      </p:pic>
    </p:spTree>
    <p:extLst>
      <p:ext uri="{BB962C8B-B14F-4D97-AF65-F5344CB8AC3E}">
        <p14:creationId xmlns:p14="http://schemas.microsoft.com/office/powerpoint/2010/main" val="2054604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green_circular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E2A51262-EBF5-A9EF-5DE2-9D7414762723}"/>
              </a:ext>
            </a:extLst>
          </p:cNvPr>
          <p:cNvSpPr txBox="1"/>
          <p:nvPr userDrawn="1"/>
        </p:nvSpPr>
        <p:spPr>
          <a:xfrm>
            <a:off x="10905066" y="6490836"/>
            <a:ext cx="1051053" cy="211203"/>
          </a:xfrm>
          <a:prstGeom prst="rect">
            <a:avLst/>
          </a:prstGeom>
          <a:noFill/>
          <a:ln>
            <a:solidFill>
              <a:srgbClr val="323232"/>
            </a:solidFill>
          </a:ln>
        </p:spPr>
        <p:txBody>
          <a:bodyPr wrap="square" lIns="36000" tIns="36000" rIns="36000" bIns="36000" rtlCol="0" anchor="ctr">
            <a:spAutoFit/>
          </a:bodyPr>
          <a:lstStyle/>
          <a:p>
            <a:pPr algn="ctr"/>
            <a:r>
              <a:rPr kumimoji="1" lang="en-US" altLang="ja-JP" sz="900" b="0" i="0">
                <a:solidFill>
                  <a:srgbClr val="323232"/>
                </a:solidFill>
                <a:latin typeface="+mj-lt"/>
                <a:ea typeface="MS Gothic" panose="020B0609070205080204" pitchFamily="49" charset="-128"/>
              </a:rPr>
              <a:t>CONFIDENTIAL</a:t>
            </a:r>
            <a:endParaRPr kumimoji="1" lang="ja-JP" altLang="en-US" sz="900" b="0" i="0">
              <a:solidFill>
                <a:srgbClr val="323232"/>
              </a:solidFill>
              <a:latin typeface="+mj-lt"/>
              <a:ea typeface="MS Gothic" panose="020B0609070205080204" pitchFamily="49" charset="-128"/>
            </a:endParaRPr>
          </a:p>
        </p:txBody>
      </p:sp>
      <p:pic>
        <p:nvPicPr>
          <p:cNvPr id="10" name="図 9" descr="図形&#10;&#10;中程度の精度で自動的に生成された説明">
            <a:extLst>
              <a:ext uri="{FF2B5EF4-FFF2-40B4-BE49-F238E27FC236}">
                <a16:creationId xmlns:a16="http://schemas.microsoft.com/office/drawing/2014/main" id="{C69D6576-8772-E9C9-93AC-25EDDE921743}"/>
              </a:ext>
            </a:extLst>
          </p:cNvPr>
          <p:cNvPicPr>
            <a:picLocks noChangeAspect="1"/>
          </p:cNvPicPr>
          <p:nvPr userDrawn="1"/>
        </p:nvPicPr>
        <p:blipFill>
          <a:blip r:embed="rId2"/>
          <a:stretch>
            <a:fillRect/>
          </a:stretch>
        </p:blipFill>
        <p:spPr>
          <a:xfrm>
            <a:off x="9017000" y="4064000"/>
            <a:ext cx="3175000" cy="2794000"/>
          </a:xfrm>
          <a:prstGeom prst="rect">
            <a:avLst/>
          </a:prstGeom>
        </p:spPr>
      </p:pic>
      <p:pic>
        <p:nvPicPr>
          <p:cNvPr id="2" name="図 1" descr="アイコン&#10;&#10;低い精度で自動的に生成された説明">
            <a:extLst>
              <a:ext uri="{FF2B5EF4-FFF2-40B4-BE49-F238E27FC236}">
                <a16:creationId xmlns:a16="http://schemas.microsoft.com/office/drawing/2014/main" id="{E582623D-2B9B-AA38-0360-06A55B2F706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1854816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photo_blue_cover">
    <p:bg>
      <p:bgPr>
        <a:solidFill>
          <a:schemeClr val="bg1"/>
        </a:solidFill>
        <a:effectLst/>
      </p:bgPr>
    </p:bg>
    <p:spTree>
      <p:nvGrpSpPr>
        <p:cNvPr id="1" name=""/>
        <p:cNvGrpSpPr/>
        <p:nvPr/>
      </p:nvGrpSpPr>
      <p:grpSpPr>
        <a:xfrm>
          <a:off x="0" y="0"/>
          <a:ext cx="0" cy="0"/>
          <a:chOff x="0" y="0"/>
          <a:chExt cx="0" cy="0"/>
        </a:xfrm>
      </p:grpSpPr>
      <p:pic>
        <p:nvPicPr>
          <p:cNvPr id="13" name="図 12">
            <a:extLst>
              <a:ext uri="{FF2B5EF4-FFF2-40B4-BE49-F238E27FC236}">
                <a16:creationId xmlns:a16="http://schemas.microsoft.com/office/drawing/2014/main" id="{DDF27D8A-CF93-1DE1-A1E0-579A53D5F3DA}"/>
              </a:ext>
            </a:extLst>
          </p:cNvPr>
          <p:cNvPicPr>
            <a:picLocks noChangeAspect="1"/>
          </p:cNvPicPr>
          <p:nvPr userDrawn="1"/>
        </p:nvPicPr>
        <p:blipFill>
          <a:blip r:embed="rId2"/>
          <a:srcRect b="-17"/>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a:t> </a:t>
            </a:r>
            <a:br>
              <a:rPr kumimoji="1" lang="en-US" altLang="ja-JP"/>
            </a:br>
            <a:r>
              <a:rPr kumimoji="1" lang="ja-JP" altLang="en-US"/>
              <a:t>游ゴシック </a:t>
            </a:r>
            <a:r>
              <a:rPr kumimoji="1" lang="en-US" altLang="ja-JP"/>
              <a:t>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2" name="テキスト ボックス 1">
            <a:extLst>
              <a:ext uri="{FF2B5EF4-FFF2-40B4-BE49-F238E27FC236}">
                <a16:creationId xmlns:a16="http://schemas.microsoft.com/office/drawing/2014/main" id="{E60FAC23-4C92-4DE0-F083-427560DDC99A}"/>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7" name="図 6" descr="図形, 円&#10;&#10;自動的に生成された説明">
            <a:extLst>
              <a:ext uri="{FF2B5EF4-FFF2-40B4-BE49-F238E27FC236}">
                <a16:creationId xmlns:a16="http://schemas.microsoft.com/office/drawing/2014/main" id="{2C0B660F-651E-2CBA-22A2-45839C456B24}"/>
              </a:ext>
            </a:extLst>
          </p:cNvPr>
          <p:cNvPicPr>
            <a:picLocks noChangeAspect="1"/>
          </p:cNvPicPr>
          <p:nvPr userDrawn="1"/>
        </p:nvPicPr>
        <p:blipFill>
          <a:blip r:embed="rId3"/>
          <a:stretch>
            <a:fillRect/>
          </a:stretch>
        </p:blipFill>
        <p:spPr>
          <a:xfrm>
            <a:off x="6985000" y="2545321"/>
            <a:ext cx="5207000" cy="4318000"/>
          </a:xfrm>
          <a:prstGeom prst="rect">
            <a:avLst/>
          </a:prstGeom>
        </p:spPr>
      </p:pic>
      <p:pic>
        <p:nvPicPr>
          <p:cNvPr id="4" name="図 3" descr="テキスト&#10;&#10;中程度の精度で自動的に生成された説明">
            <a:extLst>
              <a:ext uri="{FF2B5EF4-FFF2-40B4-BE49-F238E27FC236}">
                <a16:creationId xmlns:a16="http://schemas.microsoft.com/office/drawing/2014/main" id="{F9035B74-094B-209B-142E-2F4575B9D4E6}"/>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980052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photo_blue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50ECA10C-38C8-BAA4-70D5-31A2424404F6}"/>
              </a:ext>
            </a:extLst>
          </p:cNvPr>
          <p:cNvPicPr>
            <a:picLocks noChangeAspect="1"/>
          </p:cNvPicPr>
          <p:nvPr userDrawn="1"/>
        </p:nvPicPr>
        <p:blipFill>
          <a:blip r:embed="rId2"/>
          <a:srcRect b="-17"/>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Bold 40pt / </a:t>
            </a:r>
            <a:r>
              <a:rPr lang="ja-JP" altLang="en-US" sz="4000"/>
              <a:t>行間</a:t>
            </a:r>
            <a:r>
              <a:rPr lang="en-US" altLang="ja-JP" sz="4000"/>
              <a:t>1</a:t>
            </a:r>
            <a:endParaRPr kumimoji="1" lang="ja-JP" altLang="en-US"/>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527DCC5-4C04-E99F-2F99-C0F7F6AD0B94}"/>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5" name="図 4" descr="図形, 円&#10;&#10;自動的に生成された説明">
            <a:extLst>
              <a:ext uri="{FF2B5EF4-FFF2-40B4-BE49-F238E27FC236}">
                <a16:creationId xmlns:a16="http://schemas.microsoft.com/office/drawing/2014/main" id="{C8AE480A-D33F-F3D0-EB6D-229546ABF623}"/>
              </a:ext>
            </a:extLst>
          </p:cNvPr>
          <p:cNvPicPr>
            <a:picLocks noChangeAspect="1"/>
          </p:cNvPicPr>
          <p:nvPr userDrawn="1"/>
        </p:nvPicPr>
        <p:blipFill>
          <a:blip r:embed="rId3"/>
          <a:stretch>
            <a:fillRect/>
          </a:stretch>
        </p:blipFill>
        <p:spPr>
          <a:xfrm>
            <a:off x="6985000" y="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E1C7F703-B8C7-70F6-B82F-D0F3E51C581B}"/>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6936511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photo_green_cover">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B637127-8D27-2A9A-ED77-8C55395E8CE7}"/>
              </a:ext>
            </a:extLst>
          </p:cNvPr>
          <p:cNvPicPr>
            <a:picLocks noChangeAspect="1"/>
          </p:cNvPicPr>
          <p:nvPr userDrawn="1"/>
        </p:nvPicPr>
        <p:blipFill>
          <a:blip r:embed="rId2"/>
          <a:srcRect b="-17"/>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a:t> </a:t>
            </a:r>
            <a:br>
              <a:rPr kumimoji="1" lang="en-US" altLang="ja-JP"/>
            </a:br>
            <a:r>
              <a:rPr kumimoji="1" lang="ja-JP" altLang="en-US"/>
              <a:t>游ゴシック </a:t>
            </a:r>
            <a:r>
              <a:rPr kumimoji="1" lang="en-US" altLang="ja-JP"/>
              <a:t>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7" name="テキスト ボックス 6">
            <a:extLst>
              <a:ext uri="{FF2B5EF4-FFF2-40B4-BE49-F238E27FC236}">
                <a16:creationId xmlns:a16="http://schemas.microsoft.com/office/drawing/2014/main" id="{BAAEDEE3-8A5C-AB38-D1A5-E130459EE35E}"/>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ランプ, 光 が含まれている画像&#10;&#10;自動的に生成された説明">
            <a:extLst>
              <a:ext uri="{FF2B5EF4-FFF2-40B4-BE49-F238E27FC236}">
                <a16:creationId xmlns:a16="http://schemas.microsoft.com/office/drawing/2014/main" id="{7FE87EA2-0A02-84F3-CEDE-36468E0242DF}"/>
              </a:ext>
            </a:extLst>
          </p:cNvPr>
          <p:cNvPicPr>
            <a:picLocks noChangeAspect="1"/>
          </p:cNvPicPr>
          <p:nvPr userDrawn="1"/>
        </p:nvPicPr>
        <p:blipFill>
          <a:blip r:embed="rId3"/>
          <a:stretch>
            <a:fillRect/>
          </a:stretch>
        </p:blipFill>
        <p:spPr>
          <a:xfrm>
            <a:off x="6984999" y="254000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FA01F46E-13A7-9E58-7675-153447B1BC5C}"/>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39804738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photo_green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D3AFD4A4-F749-31F6-0CF6-C2D7E621B4CE}"/>
              </a:ext>
            </a:extLst>
          </p:cNvPr>
          <p:cNvPicPr>
            <a:picLocks noChangeAspect="1"/>
          </p:cNvPicPr>
          <p:nvPr userDrawn="1"/>
        </p:nvPicPr>
        <p:blipFill>
          <a:blip r:embed="rId2"/>
          <a:srcRect b="-17"/>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Bold 40pt / </a:t>
            </a:r>
            <a:r>
              <a:rPr lang="ja-JP" altLang="en-US" sz="4000"/>
              <a:t>行間</a:t>
            </a:r>
            <a:r>
              <a:rPr lang="en-US" altLang="ja-JP" sz="4000"/>
              <a:t>1</a:t>
            </a:r>
            <a:endParaRPr kumimoji="1" lang="ja-JP" altLang="en-US"/>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E51AE076-D993-65D0-E8B8-91BD78009CDB}"/>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図形, 円&#10;&#10;自動的に生成された説明">
            <a:extLst>
              <a:ext uri="{FF2B5EF4-FFF2-40B4-BE49-F238E27FC236}">
                <a16:creationId xmlns:a16="http://schemas.microsoft.com/office/drawing/2014/main" id="{12A89BD8-D3A6-7B79-431B-CE770CB21B24}"/>
              </a:ext>
            </a:extLst>
          </p:cNvPr>
          <p:cNvPicPr>
            <a:picLocks noChangeAspect="1"/>
          </p:cNvPicPr>
          <p:nvPr userDrawn="1"/>
        </p:nvPicPr>
        <p:blipFill>
          <a:blip r:embed="rId3"/>
          <a:stretch>
            <a:fillRect/>
          </a:stretch>
        </p:blipFill>
        <p:spPr>
          <a:xfrm>
            <a:off x="6984999" y="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7AEFF0B8-9A84-F80B-92CD-AD1344C6E7E0}"/>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2332081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photo_yellow_cover">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C0EC2D82-930D-41B6-187D-C2F274A8DDD4}"/>
              </a:ext>
            </a:extLst>
          </p:cNvPr>
          <p:cNvPicPr>
            <a:picLocks noChangeAspect="1"/>
          </p:cNvPicPr>
          <p:nvPr userDrawn="1"/>
        </p:nvPicPr>
        <p:blipFill>
          <a:blip r:embed="rId2"/>
          <a:srcRect b="-17"/>
          <a:stretch/>
        </p:blipFill>
        <p:spPr>
          <a:xfrm>
            <a:off x="9382125" y="0"/>
            <a:ext cx="2809875" cy="6858000"/>
          </a:xfrm>
          <a:prstGeom prst="rect">
            <a:avLst/>
          </a:prstGeom>
        </p:spPr>
      </p:pic>
      <p:sp>
        <p:nvSpPr>
          <p:cNvPr id="15" name="タイトル 66"/>
          <p:cNvSpPr>
            <a:spLocks noGrp="1"/>
          </p:cNvSpPr>
          <p:nvPr>
            <p:ph type="title" hasCustomPrompt="1"/>
          </p:nvPr>
        </p:nvSpPr>
        <p:spPr>
          <a:xfrm>
            <a:off x="750626" y="2520666"/>
            <a:ext cx="6361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タイトル</a:t>
            </a:r>
            <a:r>
              <a:rPr kumimoji="1" lang="en-US" altLang="ja-JP"/>
              <a:t> </a:t>
            </a:r>
            <a:br>
              <a:rPr kumimoji="1" lang="en-US" altLang="ja-JP"/>
            </a:br>
            <a:r>
              <a:rPr kumimoji="1" lang="ja-JP" altLang="en-US"/>
              <a:t>游ゴシック </a:t>
            </a:r>
            <a:r>
              <a:rPr kumimoji="1" lang="en-US" altLang="ja-JP"/>
              <a:t>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6361374" cy="859900"/>
          </a:xfrm>
          <a:prstGeom prst="rect">
            <a:avLst/>
          </a:prstGeom>
          <a:noFill/>
        </p:spPr>
        <p:txBody>
          <a:bodyPr wrap="square" lIns="0" tIns="0" rIns="0" bIns="0" anchor="t" anchorCtr="0">
            <a:noAutofit/>
          </a:bodyPr>
          <a:lstStyle>
            <a:lvl1pPr marL="0" indent="0" defTabSz="158400">
              <a:lnSpc>
                <a:spcPct val="100000"/>
              </a:lnSpc>
              <a:spcBef>
                <a:spcPts val="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6361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7" name="テキスト ボックス 6">
            <a:extLst>
              <a:ext uri="{FF2B5EF4-FFF2-40B4-BE49-F238E27FC236}">
                <a16:creationId xmlns:a16="http://schemas.microsoft.com/office/drawing/2014/main" id="{3533DDFF-0A76-1642-661D-FC398C3F2AD5}"/>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ランプ, ポール, 座る, 男 が含まれている画像&#10;&#10;自動的に生成された説明">
            <a:extLst>
              <a:ext uri="{FF2B5EF4-FFF2-40B4-BE49-F238E27FC236}">
                <a16:creationId xmlns:a16="http://schemas.microsoft.com/office/drawing/2014/main" id="{69B991B3-A4EE-4E2F-A072-61D5B5DFE92D}"/>
              </a:ext>
            </a:extLst>
          </p:cNvPr>
          <p:cNvPicPr>
            <a:picLocks noChangeAspect="1"/>
          </p:cNvPicPr>
          <p:nvPr userDrawn="1"/>
        </p:nvPicPr>
        <p:blipFill>
          <a:blip r:embed="rId3"/>
          <a:stretch>
            <a:fillRect/>
          </a:stretch>
        </p:blipFill>
        <p:spPr>
          <a:xfrm>
            <a:off x="6984999" y="2540000"/>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889672A9-3F3D-4BBC-648C-70C5A75DED38}"/>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011807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photo_yellow_section">
    <p:bg>
      <p:bgPr>
        <a:solidFill>
          <a:schemeClr val="bg1"/>
        </a:solidFill>
        <a:effectLst/>
      </p:bgPr>
    </p:bg>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B9097306-CA26-F0EE-D450-5D81EE9CCE24}"/>
              </a:ext>
            </a:extLst>
          </p:cNvPr>
          <p:cNvPicPr>
            <a:picLocks noChangeAspect="1"/>
          </p:cNvPicPr>
          <p:nvPr userDrawn="1"/>
        </p:nvPicPr>
        <p:blipFill>
          <a:blip r:embed="rId2"/>
          <a:srcRect b="-17"/>
          <a:stretch/>
        </p:blipFill>
        <p:spPr>
          <a:xfrm>
            <a:off x="9382125" y="0"/>
            <a:ext cx="2809875" cy="6858000"/>
          </a:xfrm>
          <a:prstGeom prst="rect">
            <a:avLst/>
          </a:prstGeom>
        </p:spPr>
      </p:pic>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750626" y="4235913"/>
            <a:ext cx="7119051" cy="276999"/>
          </a:xfrm>
          <a:prstGeom prst="rect">
            <a:avLst/>
          </a:prstGeom>
          <a:noFill/>
        </p:spPr>
        <p:txBody>
          <a:bodyPr wrap="square" lIns="0" tIns="0" rIns="0" bIns="0" anchor="t" anchorCtr="0">
            <a:noAutofit/>
          </a:bodyPr>
          <a:lstStyle>
            <a:lvl1pPr marL="0" indent="0" defTabSz="158400">
              <a:lnSpc>
                <a:spcPct val="100000"/>
              </a:lnSpc>
              <a:spcBef>
                <a:spcPts val="500"/>
              </a:spcBef>
              <a:buNone/>
              <a:defRPr sz="1800" b="0" spc="-30" baseline="0">
                <a:latin typeface="+mj-lt"/>
                <a:ea typeface="+mj-ea"/>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750626" y="2867723"/>
            <a:ext cx="7119051"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Bold 40pt / </a:t>
            </a:r>
            <a:r>
              <a:rPr lang="ja-JP" altLang="en-US" sz="4000"/>
              <a:t>行間</a:t>
            </a:r>
            <a:r>
              <a:rPr lang="en-US" altLang="ja-JP" sz="4000"/>
              <a:t>1</a:t>
            </a:r>
            <a:endParaRPr kumimoji="1" lang="ja-JP" altLang="en-US"/>
          </a:p>
        </p:txBody>
      </p: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cxnSp>
        <p:nvCxnSpPr>
          <p:cNvPr id="18" name="直線コネクタ 17">
            <a:extLst>
              <a:ext uri="{FF2B5EF4-FFF2-40B4-BE49-F238E27FC236}">
                <a16:creationId xmlns:a16="http://schemas.microsoft.com/office/drawing/2014/main" id="{E3B8C749-7366-4048-9166-4A62872F8A82}"/>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F14B040E-3965-1B9C-AB97-144C8B641E19}"/>
              </a:ext>
            </a:extLst>
          </p:cNvPr>
          <p:cNvSpPr txBox="1"/>
          <p:nvPr userDrawn="1"/>
        </p:nvSpPr>
        <p:spPr>
          <a:xfrm>
            <a:off x="10768120" y="6397228"/>
            <a:ext cx="1188000" cy="241980"/>
          </a:xfrm>
          <a:prstGeom prst="rect">
            <a:avLst/>
          </a:prstGeom>
          <a:solidFill>
            <a:schemeClr val="bg1"/>
          </a:solid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6" name="図 5" descr="ケーブル, コネクタ, 結び目, ネックレス が含まれている画像&#10;&#10;自動的に生成された説明">
            <a:extLst>
              <a:ext uri="{FF2B5EF4-FFF2-40B4-BE49-F238E27FC236}">
                <a16:creationId xmlns:a16="http://schemas.microsoft.com/office/drawing/2014/main" id="{740EFBEE-C6CF-F51A-AA85-BA53F5EAB454}"/>
              </a:ext>
            </a:extLst>
          </p:cNvPr>
          <p:cNvPicPr>
            <a:picLocks noChangeAspect="1"/>
          </p:cNvPicPr>
          <p:nvPr userDrawn="1"/>
        </p:nvPicPr>
        <p:blipFill>
          <a:blip r:embed="rId3"/>
          <a:stretch>
            <a:fillRect/>
          </a:stretch>
        </p:blipFill>
        <p:spPr>
          <a:xfrm>
            <a:off x="6985000" y="-9071"/>
            <a:ext cx="5207000" cy="4318000"/>
          </a:xfrm>
          <a:prstGeom prst="rect">
            <a:avLst/>
          </a:prstGeom>
        </p:spPr>
      </p:pic>
      <p:pic>
        <p:nvPicPr>
          <p:cNvPr id="8" name="図 7" descr="テキスト&#10;&#10;中程度の精度で自動的に生成された説明">
            <a:extLst>
              <a:ext uri="{FF2B5EF4-FFF2-40B4-BE49-F238E27FC236}">
                <a16:creationId xmlns:a16="http://schemas.microsoft.com/office/drawing/2014/main" id="{915A59F2-15A2-E96E-F771-46EC3B4B100D}"/>
              </a:ext>
            </a:extLst>
          </p:cNvPr>
          <p:cNvPicPr>
            <a:picLocks noChangeAspect="1"/>
          </p:cNvPicPr>
          <p:nvPr userDrawn="1"/>
        </p:nvPicPr>
        <p:blipFill>
          <a:blip r:embed="rId4"/>
          <a:stretch>
            <a:fillRect/>
          </a:stretch>
        </p:blipFill>
        <p:spPr>
          <a:xfrm>
            <a:off x="75816" y="66263"/>
            <a:ext cx="2182024" cy="662400"/>
          </a:xfrm>
          <a:prstGeom prst="rect">
            <a:avLst/>
          </a:prstGeom>
        </p:spPr>
      </p:pic>
    </p:spTree>
    <p:extLst>
      <p:ext uri="{BB962C8B-B14F-4D97-AF65-F5344CB8AC3E}">
        <p14:creationId xmlns:p14="http://schemas.microsoft.com/office/powerpoint/2010/main" val="1417572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xt">
    <p:spTree>
      <p:nvGrpSpPr>
        <p:cNvPr id="1" name=""/>
        <p:cNvGrpSpPr/>
        <p:nvPr/>
      </p:nvGrpSpPr>
      <p:grpSpPr>
        <a:xfrm>
          <a:off x="0" y="0"/>
          <a:ext cx="0" cy="0"/>
          <a:chOff x="0" y="0"/>
          <a:chExt cx="0" cy="0"/>
        </a:xfrm>
      </p:grpSpPr>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4" name="タイトル 3">
            <a:extLst>
              <a:ext uri="{FF2B5EF4-FFF2-40B4-BE49-F238E27FC236}">
                <a16:creationId xmlns:a16="http://schemas.microsoft.com/office/drawing/2014/main" id="{554A9AD2-A44F-6C4C-90A5-7E0F6615ABFB}"/>
              </a:ext>
            </a:extLst>
          </p:cNvPr>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a:extLst>
              <a:ext uri="{FF2B5EF4-FFF2-40B4-BE49-F238E27FC236}">
                <a16:creationId xmlns:a16="http://schemas.microsoft.com/office/drawing/2014/main" id="{F51E5A19-FBB7-6442-9D4F-1E3DFA3936D4}"/>
              </a:ext>
            </a:extLst>
          </p:cNvPr>
          <p:cNvSpPr>
            <a:spLocks noGrp="1"/>
          </p:cNvSpPr>
          <p:nvPr>
            <p:ph sz="quarter" idx="10" hasCustomPrompt="1"/>
          </p:nvPr>
        </p:nvSpPr>
        <p:spPr>
          <a:xfrm>
            <a:off x="414338" y="1187355"/>
            <a:ext cx="11550650" cy="5049933"/>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cxnSp>
        <p:nvCxnSpPr>
          <p:cNvPr id="9" name="直線コネクタ 8">
            <a:extLst>
              <a:ext uri="{FF2B5EF4-FFF2-40B4-BE49-F238E27FC236}">
                <a16:creationId xmlns:a16="http://schemas.microsoft.com/office/drawing/2014/main" id="{48411784-F115-E34D-82CF-2B9A4DC7E26D}"/>
              </a:ext>
            </a:extLst>
          </p:cNvPr>
          <p:cNvCxnSpPr>
            <a:cxnSpLocks/>
          </p:cNvCxnSpPr>
          <p:nvPr userDrawn="1"/>
        </p:nvCxnSpPr>
        <p:spPr>
          <a:xfrm>
            <a:off x="550714" y="6497492"/>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E2A51262-EBF5-A9EF-5DE2-9D7414762723}"/>
              </a:ext>
            </a:extLst>
          </p:cNvPr>
          <p:cNvSpPr txBox="1"/>
          <p:nvPr userDrawn="1"/>
        </p:nvSpPr>
        <p:spPr>
          <a:xfrm>
            <a:off x="10905066" y="6490836"/>
            <a:ext cx="1051053" cy="211203"/>
          </a:xfrm>
          <a:prstGeom prst="rect">
            <a:avLst/>
          </a:prstGeom>
          <a:noFill/>
          <a:ln>
            <a:solidFill>
              <a:srgbClr val="323232"/>
            </a:solidFill>
          </a:ln>
        </p:spPr>
        <p:txBody>
          <a:bodyPr wrap="square" lIns="36000" tIns="36000" rIns="36000" bIns="36000" rtlCol="0" anchor="ctr">
            <a:spAutoFit/>
          </a:bodyPr>
          <a:lstStyle/>
          <a:p>
            <a:pPr algn="ctr"/>
            <a:r>
              <a:rPr kumimoji="1" lang="en-US" altLang="ja-JP" sz="900" b="0" i="0">
                <a:solidFill>
                  <a:srgbClr val="323232"/>
                </a:solidFill>
                <a:latin typeface="+mj-lt"/>
                <a:ea typeface="MS Gothic" panose="020B0609070205080204" pitchFamily="49" charset="-128"/>
              </a:rPr>
              <a:t>CONFIDENTIAL</a:t>
            </a:r>
            <a:endParaRPr kumimoji="1" lang="ja-JP" altLang="en-US" sz="900" b="0" i="0">
              <a:solidFill>
                <a:srgbClr val="323232"/>
              </a:solidFill>
              <a:latin typeface="+mj-lt"/>
              <a:ea typeface="MS Gothic" panose="020B0609070205080204" pitchFamily="49" charset="-128"/>
            </a:endParaRPr>
          </a:p>
        </p:txBody>
      </p:sp>
      <p:pic>
        <p:nvPicPr>
          <p:cNvPr id="2" name="図 1" descr="アイコン&#10;&#10;低い精度で自動的に生成された説明">
            <a:extLst>
              <a:ext uri="{FF2B5EF4-FFF2-40B4-BE49-F238E27FC236}">
                <a16:creationId xmlns:a16="http://schemas.microsoft.com/office/drawing/2014/main" id="{9B9AA250-E65A-1ABE-DB2D-08E89766EE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extLst>
      <p:ext uri="{BB962C8B-B14F-4D97-AF65-F5344CB8AC3E}">
        <p14:creationId xmlns:p14="http://schemas.microsoft.com/office/powerpoint/2010/main" val="2795698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5EC098-5471-91AF-2B48-D0A39E19423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524E84D-B242-905C-53ED-99967B2A540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28F3E0A-CF90-02A9-2E96-2005479A1875}"/>
              </a:ext>
            </a:extLst>
          </p:cNvPr>
          <p:cNvSpPr>
            <a:spLocks noGrp="1"/>
          </p:cNvSpPr>
          <p:nvPr>
            <p:ph type="dt" sz="half" idx="10"/>
          </p:nvPr>
        </p:nvSpPr>
        <p:spPr/>
        <p:txBody>
          <a:bodyPr/>
          <a:lstStyle/>
          <a:p>
            <a:fld id="{86BCA118-4F28-4A3C-BAEE-B55A339139BE}" type="datetimeFigureOut">
              <a:rPr kumimoji="1" lang="ja-JP" altLang="en-US" smtClean="0"/>
              <a:t>2026/6/17</a:t>
            </a:fld>
            <a:endParaRPr kumimoji="1" lang="ja-JP" altLang="en-US"/>
          </a:p>
        </p:txBody>
      </p:sp>
      <p:sp>
        <p:nvSpPr>
          <p:cNvPr id="5" name="フッター プレースホルダー 4">
            <a:extLst>
              <a:ext uri="{FF2B5EF4-FFF2-40B4-BE49-F238E27FC236}">
                <a16:creationId xmlns:a16="http://schemas.microsoft.com/office/drawing/2014/main" id="{EDE471B1-2C07-6CA5-A344-424F2641BE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A57275-F31B-9EC3-41D8-519F8747D519}"/>
              </a:ext>
            </a:extLst>
          </p:cNvPr>
          <p:cNvSpPr>
            <a:spLocks noGrp="1"/>
          </p:cNvSpPr>
          <p:nvPr>
            <p:ph type="sldNum" sz="quarter" idx="12"/>
          </p:nvPr>
        </p:nvSpPr>
        <p:spPr/>
        <p:txBody>
          <a:bodyPr/>
          <a:lstStyle/>
          <a:p>
            <a:fld id="{EA882E1C-6185-4585-A153-CAE015F6CA19}" type="slidenum">
              <a:rPr kumimoji="1" lang="ja-JP" altLang="en-US" smtClean="0"/>
              <a:t>‹#›</a:t>
            </a:fld>
            <a:endParaRPr kumimoji="1" lang="ja-JP" altLang="en-US"/>
          </a:p>
        </p:txBody>
      </p:sp>
    </p:spTree>
    <p:extLst>
      <p:ext uri="{BB962C8B-B14F-4D97-AF65-F5344CB8AC3E}">
        <p14:creationId xmlns:p14="http://schemas.microsoft.com/office/powerpoint/2010/main" val="318527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
        <p:nvSpPr>
          <p:cNvPr id="56" name="正方形/長方形 55">
            <a:extLst>
              <a:ext uri="{FF2B5EF4-FFF2-40B4-BE49-F238E27FC236}">
                <a16:creationId xmlns:a16="http://schemas.microsoft.com/office/drawing/2014/main" id="{8145FA22-8B15-8165-6374-D653E8B173C9}"/>
              </a:ext>
            </a:extLst>
          </p:cNvPr>
          <p:cNvSpPr/>
          <p:nvPr/>
        </p:nvSpPr>
        <p:spPr>
          <a:xfrm>
            <a:off x="119063" y="728663"/>
            <a:ext cx="11953875" cy="6012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516000" y="2288650"/>
            <a:ext cx="11160000" cy="2340000"/>
          </a:xfrm>
          <a:noFill/>
        </p:spPr>
        <p:txBody>
          <a:bodyPr wrap="none" lIns="234000" tIns="234000" rIns="234000" bIns="125999" anchor="t">
            <a:noAutofit/>
          </a:bodyPr>
          <a:lstStyle>
            <a:lvl1pPr>
              <a:lnSpc>
                <a:spcPct val="95000"/>
              </a:lnSpc>
              <a:defRPr sz="4200" b="1" spc="-100" baseline="0">
                <a:latin typeface="メイリオ" panose="020B0604030504040204" pitchFamily="50" charset="-128"/>
                <a:ea typeface="メイリオ" panose="020B0604030504040204" pitchFamily="50" charset="-128"/>
              </a:defRPr>
            </a:lvl1pPr>
          </a:lstStyle>
          <a:p>
            <a:r>
              <a:rPr kumimoji="1" lang="ja-JP" altLang="en-US"/>
              <a:t>プレゼンテーション</a:t>
            </a:r>
            <a:r>
              <a:rPr kumimoji="1" lang="en-US" altLang="ja-JP"/>
              <a:t> </a:t>
            </a:r>
            <a:r>
              <a:rPr kumimoji="1" lang="ja-JP" altLang="en-US"/>
              <a:t>タイトル</a:t>
            </a:r>
            <a:br>
              <a:rPr kumimoji="1" lang="en-US" altLang="ja-JP"/>
            </a:br>
            <a:r>
              <a:rPr kumimoji="1" lang="en-US" altLang="ja-JP"/>
              <a:t>MSP</a:t>
            </a:r>
            <a:r>
              <a:rPr kumimoji="1" lang="ja-JP" altLang="en-US"/>
              <a:t>ゴシック</a:t>
            </a:r>
            <a:r>
              <a:rPr kumimoji="1" lang="en-US" altLang="ja-JP"/>
              <a:t> 42pt </a:t>
            </a:r>
            <a:br>
              <a:rPr kumimoji="1" lang="en-US" altLang="ja-JP"/>
            </a:br>
            <a:r>
              <a:rPr kumimoji="1" lang="ja-JP" altLang="en-US"/>
              <a:t>行間</a:t>
            </a:r>
            <a:r>
              <a:rPr kumimoji="1" lang="en-US" altLang="ja-JP"/>
              <a:t>0.95</a:t>
            </a:r>
            <a:br>
              <a:rPr kumimoji="1" lang="en-US" altLang="ja-JP"/>
            </a:br>
            <a:endParaRPr kumimoji="1" lang="ja-JP" altLang="en-US"/>
          </a:p>
        </p:txBody>
      </p:sp>
      <p:sp>
        <p:nvSpPr>
          <p:cNvPr id="16" name="テキスト プレースホルダー 28"/>
          <p:cNvSpPr>
            <a:spLocks noGrp="1"/>
          </p:cNvSpPr>
          <p:nvPr>
            <p:ph type="body" sz="quarter" idx="11" hasCustomPrompt="1"/>
          </p:nvPr>
        </p:nvSpPr>
        <p:spPr>
          <a:xfrm>
            <a:off x="516000" y="4649729"/>
            <a:ext cx="11160000" cy="720000"/>
          </a:xfrm>
          <a:prstGeom prst="rect">
            <a:avLst/>
          </a:prstGeom>
          <a:noFill/>
        </p:spPr>
        <p:txBody>
          <a:bodyPr wrap="square" lIns="270000" tIns="54000" rIns="234000" bIns="144000" anchor="t" anchorCtr="0">
            <a:noAutofit/>
          </a:bodyPr>
          <a:lstStyle>
            <a:lvl1pPr marL="0" indent="0" defTabSz="158400">
              <a:lnSpc>
                <a:spcPct val="100000"/>
              </a:lnSpc>
              <a:spcBef>
                <a:spcPts val="0"/>
              </a:spcBef>
              <a:buNone/>
              <a:defRPr sz="1800" b="0" spc="-30" baseline="0">
                <a:latin typeface="メイリオ" panose="020B0604030504040204" pitchFamily="50" charset="-128"/>
                <a:ea typeface="メイリオ" panose="020B0604030504040204" pitchFamily="50" charset="-128"/>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MSP</a:t>
            </a:r>
            <a:r>
              <a:rPr kumimoji="1" lang="ja-JP" altLang="en-US"/>
              <a:t>ゴシック</a:t>
            </a:r>
            <a:r>
              <a:rPr kumimoji="1" lang="en-US" altLang="ja-JP"/>
              <a:t>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516000" y="1297537"/>
            <a:ext cx="11160000" cy="972000"/>
          </a:xfrm>
        </p:spPr>
        <p:txBody>
          <a:bodyPr lIns="234000" anchor="ctr">
            <a:normAutofit/>
          </a:bodyPr>
          <a:lstStyle>
            <a:lvl1pPr marL="0" indent="0">
              <a:spcBef>
                <a:spcPts val="0"/>
              </a:spcBef>
              <a:buNone/>
              <a:defRPr sz="2400" b="0" spc="-30" baseline="0">
                <a:solidFill>
                  <a:schemeClr val="tx1"/>
                </a:solidFill>
                <a:latin typeface="メイリオ" panose="020B0604030504040204" pitchFamily="50" charset="-128"/>
                <a:ea typeface="メイリオ" panose="020B0604030504040204" pitchFamily="50" charset="-128"/>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MSP</a:t>
            </a:r>
            <a:r>
              <a:rPr kumimoji="1" lang="ja-JP" altLang="en-US"/>
              <a:t>ゴシック</a:t>
            </a:r>
            <a:r>
              <a:rPr kumimoji="1" lang="en-US" altLang="ja-JP"/>
              <a:t> 24pt</a:t>
            </a:r>
            <a:endParaRPr kumimoji="1" lang="ja-JP" altLang="en-US"/>
          </a:p>
        </p:txBody>
      </p:sp>
      <p:sp>
        <p:nvSpPr>
          <p:cNvPr id="9" name="テキスト ボックス 8">
            <a:extLst>
              <a:ext uri="{FF2B5EF4-FFF2-40B4-BE49-F238E27FC236}">
                <a16:creationId xmlns:a16="http://schemas.microsoft.com/office/drawing/2014/main" id="{539969A3-63BB-75EC-A8BD-A4E4CE3AA613}"/>
              </a:ext>
            </a:extLst>
          </p:cNvPr>
          <p:cNvSpPr txBox="1"/>
          <p:nvPr/>
        </p:nvSpPr>
        <p:spPr>
          <a:xfrm>
            <a:off x="227013" y="271039"/>
            <a:ext cx="1188000" cy="251999"/>
          </a:xfrm>
          <a:prstGeom prst="rect">
            <a:avLst/>
          </a:prstGeom>
          <a:noFill/>
          <a:ln>
            <a:solidFill>
              <a:srgbClr val="FF0000"/>
            </a:solidFill>
          </a:ln>
        </p:spPr>
        <p:txBody>
          <a:bodyPr wrap="square" lIns="36000" tIns="36000" rIns="36000" bIns="36000" rtlCol="0" anchor="ctr">
            <a:spAutoFit/>
          </a:bodyPr>
          <a:lstStyle/>
          <a:p>
            <a:pPr algn="ctr"/>
            <a:r>
              <a:rPr kumimoji="1" lang="en-US" altLang="ja-JP" sz="1050" b="0" i="0">
                <a:solidFill>
                  <a:srgbClr val="FF0000"/>
                </a:solidFill>
                <a:latin typeface="+mj-lt"/>
                <a:ea typeface="MS Gothic" panose="020B0609070205080204" pitchFamily="49" charset="-128"/>
              </a:rPr>
              <a:t>CONFIDENTIAL</a:t>
            </a:r>
            <a:endParaRPr kumimoji="1" lang="ja-JP" altLang="en-US" sz="1050" b="0" i="0">
              <a:solidFill>
                <a:srgbClr val="FF0000"/>
              </a:solidFill>
              <a:latin typeface="+mj-lt"/>
              <a:ea typeface="MS Gothic" panose="020B0609070205080204" pitchFamily="49" charset="-128"/>
            </a:endParaRPr>
          </a:p>
        </p:txBody>
      </p:sp>
    </p:spTree>
    <p:extLst>
      <p:ext uri="{BB962C8B-B14F-4D97-AF65-F5344CB8AC3E}">
        <p14:creationId xmlns:p14="http://schemas.microsoft.com/office/powerpoint/2010/main" val="1850742096"/>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divider">
    <p:bg>
      <p:bgPr>
        <a:solidFill>
          <a:schemeClr val="bg1"/>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A1BC9BC-7E85-1F07-EBFA-39A9BB38A2B7}"/>
              </a:ext>
            </a:extLst>
          </p:cNvPr>
          <p:cNvSpPr/>
          <p:nvPr/>
        </p:nvSpPr>
        <p:spPr>
          <a:xfrm>
            <a:off x="119063" y="728663"/>
            <a:ext cx="11953875" cy="6012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a:extLst>
              <a:ext uri="{FF2B5EF4-FFF2-40B4-BE49-F238E27FC236}">
                <a16:creationId xmlns:a16="http://schemas.microsoft.com/office/drawing/2014/main" id="{AA5ACE5D-BCC4-7FAF-258F-580CB021B585}"/>
              </a:ext>
            </a:extLst>
          </p:cNvPr>
          <p:cNvSpPr>
            <a:spLocks noGrp="1"/>
          </p:cNvSpPr>
          <p:nvPr>
            <p:ph type="body" sz="quarter" idx="11" hasCustomPrompt="1"/>
          </p:nvPr>
        </p:nvSpPr>
        <p:spPr>
          <a:xfrm>
            <a:off x="516000" y="4188145"/>
            <a:ext cx="11160000" cy="476933"/>
          </a:xfrm>
          <a:prstGeom prst="rect">
            <a:avLst/>
          </a:prstGeom>
          <a:noFill/>
        </p:spPr>
        <p:txBody>
          <a:bodyPr wrap="square" lIns="270000" tIns="54000" rIns="234000" bIns="144000" anchor="t" anchorCtr="0">
            <a:spAutoFit/>
          </a:bodyPr>
          <a:lstStyle>
            <a:lvl1pPr marL="0" indent="0" defTabSz="158400">
              <a:lnSpc>
                <a:spcPct val="100000"/>
              </a:lnSpc>
              <a:spcBef>
                <a:spcPts val="500"/>
              </a:spcBef>
              <a:buNone/>
              <a:defRPr sz="1800" b="0" spc="-30" baseline="0">
                <a:latin typeface="メイリオ" panose="020B0604030504040204" pitchFamily="50" charset="-128"/>
                <a:ea typeface="メイリオ" panose="020B0604030504040204" pitchFamily="50" charset="-128"/>
              </a:defRPr>
            </a:lvl1pPr>
            <a:lvl2pPr marL="0" indent="0" defTabSz="158400">
              <a:buNone/>
              <a:defRPr sz="1400" b="1"/>
            </a:lvl2pPr>
            <a:lvl3pPr marL="0" indent="0" defTabSz="158400">
              <a:buNone/>
              <a:defRPr b="1"/>
            </a:lvl3pPr>
            <a:lvl4pPr marL="1371600" indent="0">
              <a:buNone/>
              <a:defRPr/>
            </a:lvl4pPr>
            <a:lvl5pPr marL="1828800" indent="0">
              <a:buNone/>
              <a:defRPr/>
            </a:lvl5pPr>
          </a:lstStyle>
          <a:p>
            <a:pPr lvl="0"/>
            <a:r>
              <a:rPr kumimoji="1" lang="ja-JP" altLang="en-US"/>
              <a:t>サブタイトル</a:t>
            </a:r>
            <a:r>
              <a:rPr kumimoji="1" lang="en-US" altLang="ja-JP"/>
              <a:t> MSP</a:t>
            </a:r>
            <a:r>
              <a:rPr kumimoji="1" lang="ja-JP" altLang="en-US"/>
              <a:t>ゴシック</a:t>
            </a:r>
            <a:r>
              <a:rPr kumimoji="1" lang="en-US" altLang="ja-JP"/>
              <a:t> 18pt</a:t>
            </a:r>
          </a:p>
        </p:txBody>
      </p:sp>
      <p:sp>
        <p:nvSpPr>
          <p:cNvPr id="23" name="タイトル 22">
            <a:extLst>
              <a:ext uri="{FF2B5EF4-FFF2-40B4-BE49-F238E27FC236}">
                <a16:creationId xmlns:a16="http://schemas.microsoft.com/office/drawing/2014/main" id="{3A40C814-17D5-4A7E-7A78-30BC828E8294}"/>
              </a:ext>
            </a:extLst>
          </p:cNvPr>
          <p:cNvSpPr>
            <a:spLocks noGrp="1"/>
          </p:cNvSpPr>
          <p:nvPr>
            <p:ph type="title" hasCustomPrompt="1"/>
          </p:nvPr>
        </p:nvSpPr>
        <p:spPr>
          <a:xfrm>
            <a:off x="516000" y="2682555"/>
            <a:ext cx="11160000" cy="1492258"/>
          </a:xfrm>
        </p:spPr>
        <p:txBody>
          <a:bodyPr lIns="234000" tIns="234000" rIns="234000" bIns="125999" anchor="ctr"/>
          <a:lstStyle>
            <a:lvl1pPr>
              <a:defRPr sz="4000">
                <a:latin typeface="メイリオ" panose="020B0604030504040204" pitchFamily="50" charset="-128"/>
                <a:ea typeface="メイリオ" panose="020B0604030504040204" pitchFamily="50" charset="-128"/>
              </a:defRPr>
            </a:lvl1pPr>
          </a:lstStyle>
          <a:p>
            <a:r>
              <a:rPr lang="ja-JP" altLang="en-US" sz="4000"/>
              <a:t>セクションタイトル</a:t>
            </a:r>
            <a:br>
              <a:rPr lang="en-US" altLang="ja-JP" sz="4000"/>
            </a:br>
            <a:r>
              <a:rPr lang="en-US" altLang="ja-JP" sz="4000"/>
              <a:t>MSP</a:t>
            </a:r>
            <a:r>
              <a:rPr lang="ja-JP" altLang="en-US" sz="4000"/>
              <a:t>ゴシック</a:t>
            </a:r>
            <a:r>
              <a:rPr lang="en-US" altLang="ja-JP" sz="4000"/>
              <a:t> 40pt / </a:t>
            </a:r>
            <a:r>
              <a:rPr lang="ja-JP" altLang="en-US" sz="4000"/>
              <a:t>行間</a:t>
            </a:r>
            <a:r>
              <a:rPr lang="en-US" altLang="ja-JP" sz="4000"/>
              <a:t>1</a:t>
            </a:r>
            <a:endParaRPr kumimoji="1" lang="ja-JP" altLang="en-US"/>
          </a:p>
        </p:txBody>
      </p:sp>
      <p:cxnSp>
        <p:nvCxnSpPr>
          <p:cNvPr id="10" name="直線コネクタ 9">
            <a:extLst>
              <a:ext uri="{FF2B5EF4-FFF2-40B4-BE49-F238E27FC236}">
                <a16:creationId xmlns:a16="http://schemas.microsoft.com/office/drawing/2014/main" id="{25D10DD9-2B3B-4B00-5F26-E421D0081912}"/>
              </a:ext>
            </a:extLst>
          </p:cNvPr>
          <p:cNvCxnSpPr>
            <a:cxnSpLocks/>
          </p:cNvCxnSpPr>
          <p:nvPr/>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スライド番号プレースホルダー 3">
            <a:extLst>
              <a:ext uri="{FF2B5EF4-FFF2-40B4-BE49-F238E27FC236}">
                <a16:creationId xmlns:a16="http://schemas.microsoft.com/office/drawing/2014/main" id="{DE1F0C62-7BF4-1436-B1EA-28526CF3CF4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00">
                <a:solidFill>
                  <a:schemeClr val="tx1"/>
                </a:solidFill>
                <a:latin typeface="+mj-lt"/>
              </a:defRPr>
            </a:lvl1pPr>
          </a:lstStyle>
          <a:p>
            <a:fld id="{48394356-8693-4048-8EAF-2BF05B04AA80}" type="slidenum">
              <a:rPr lang="ja-JP" altLang="en-US" smtClean="0"/>
              <a:pPr/>
              <a:t>‹#›</a:t>
            </a:fld>
            <a:endParaRPr lang="ja-JP" altLang="en-US"/>
          </a:p>
        </p:txBody>
      </p:sp>
      <p:sp>
        <p:nvSpPr>
          <p:cNvPr id="15" name="テキスト ボックス 14">
            <a:extLst>
              <a:ext uri="{FF2B5EF4-FFF2-40B4-BE49-F238E27FC236}">
                <a16:creationId xmlns:a16="http://schemas.microsoft.com/office/drawing/2014/main" id="{0E0F3A2D-801E-BF03-A7BE-2A5BDC41CABC}"/>
              </a:ext>
            </a:extLst>
          </p:cNvPr>
          <p:cNvSpPr txBox="1"/>
          <p:nvPr/>
        </p:nvSpPr>
        <p:spPr>
          <a:xfrm>
            <a:off x="227013" y="271039"/>
            <a:ext cx="1188000" cy="251999"/>
          </a:xfrm>
          <a:prstGeom prst="rect">
            <a:avLst/>
          </a:prstGeom>
          <a:noFill/>
          <a:ln>
            <a:solidFill>
              <a:srgbClr val="FF0000"/>
            </a:solidFill>
          </a:ln>
        </p:spPr>
        <p:txBody>
          <a:bodyPr wrap="square" lIns="36000" tIns="36000" rIns="36000" bIns="36000" rtlCol="0" anchor="ctr">
            <a:spAutoFit/>
          </a:bodyPr>
          <a:lstStyle/>
          <a:p>
            <a:pPr algn="ctr"/>
            <a:r>
              <a:rPr kumimoji="1" lang="en-US" altLang="ja-JP" sz="1050" b="0" i="0">
                <a:solidFill>
                  <a:srgbClr val="FF0000"/>
                </a:solidFill>
                <a:latin typeface="+mj-lt"/>
                <a:ea typeface="MS Gothic" panose="020B0609070205080204" pitchFamily="49" charset="-128"/>
              </a:rPr>
              <a:t>CONFIDENTIAL</a:t>
            </a:r>
            <a:endParaRPr kumimoji="1" lang="ja-JP" altLang="en-US" sz="1050" b="0" i="0">
              <a:solidFill>
                <a:srgbClr val="FF0000"/>
              </a:solidFill>
              <a:latin typeface="+mj-lt"/>
              <a:ea typeface="MS Gothic" panose="020B0609070205080204" pitchFamily="49" charset="-128"/>
            </a:endParaRPr>
          </a:p>
        </p:txBody>
      </p:sp>
      <p:sp>
        <p:nvSpPr>
          <p:cNvPr id="17" name="フッター プレースホルダー 2">
            <a:extLst>
              <a:ext uri="{FF2B5EF4-FFF2-40B4-BE49-F238E27FC236}">
                <a16:creationId xmlns:a16="http://schemas.microsoft.com/office/drawing/2014/main" id="{52133237-772B-F3B9-F68E-FACF5B26B6E8}"/>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11" name="正方形/長方形 10">
            <a:extLst>
              <a:ext uri="{FF2B5EF4-FFF2-40B4-BE49-F238E27FC236}">
                <a16:creationId xmlns:a16="http://schemas.microsoft.com/office/drawing/2014/main" id="{7999D002-4354-4367-B65C-82A746EB8408}"/>
              </a:ext>
            </a:extLst>
          </p:cNvPr>
          <p:cNvSpPr/>
          <p:nvPr userDrawn="1"/>
        </p:nvSpPr>
        <p:spPr>
          <a:xfrm>
            <a:off x="119063" y="728663"/>
            <a:ext cx="11953875" cy="6012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8637E74E-059F-4BE4-9A58-FD3375B55B28}"/>
              </a:ext>
            </a:extLst>
          </p:cNvPr>
          <p:cNvCxnSpPr>
            <a:cxnSpLocks/>
          </p:cNvCxnSpPr>
          <p:nvPr userDrawn="1"/>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716F8014-E6AE-4C65-B543-2A044266B9ED}"/>
              </a:ext>
            </a:extLst>
          </p:cNvPr>
          <p:cNvSpPr txBox="1"/>
          <p:nvPr userDrawn="1"/>
        </p:nvSpPr>
        <p:spPr>
          <a:xfrm>
            <a:off x="227013" y="271039"/>
            <a:ext cx="1188000" cy="251999"/>
          </a:xfrm>
          <a:prstGeom prst="rect">
            <a:avLst/>
          </a:prstGeom>
          <a:noFill/>
          <a:ln>
            <a:solidFill>
              <a:srgbClr val="FF0000"/>
            </a:solidFill>
          </a:ln>
        </p:spPr>
        <p:txBody>
          <a:bodyPr wrap="square" lIns="36000" tIns="36000" rIns="36000" bIns="36000" rtlCol="0" anchor="ctr">
            <a:spAutoFit/>
          </a:bodyPr>
          <a:lstStyle/>
          <a:p>
            <a:pPr algn="ctr"/>
            <a:r>
              <a:rPr kumimoji="1" lang="en-US" altLang="ja-JP" sz="1050" b="0" i="0">
                <a:solidFill>
                  <a:srgbClr val="FF0000"/>
                </a:solidFill>
                <a:latin typeface="+mj-lt"/>
                <a:ea typeface="MS Gothic" panose="020B0609070205080204" pitchFamily="49" charset="-128"/>
              </a:rPr>
              <a:t>CONFIDENTIAL</a:t>
            </a:r>
            <a:endParaRPr kumimoji="1" lang="ja-JP" altLang="en-US" sz="1050" b="0" i="0">
              <a:solidFill>
                <a:srgbClr val="FF0000"/>
              </a:solidFill>
              <a:latin typeface="+mj-lt"/>
              <a:ea typeface="MS Gothic" panose="020B0609070205080204" pitchFamily="49" charset="-128"/>
            </a:endParaRPr>
          </a:p>
        </p:txBody>
      </p:sp>
    </p:spTree>
    <p:extLst>
      <p:ext uri="{BB962C8B-B14F-4D97-AF65-F5344CB8AC3E}">
        <p14:creationId xmlns:p14="http://schemas.microsoft.com/office/powerpoint/2010/main" val="29472797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1">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AE3E1CD6-5D8D-268E-42EC-A8EC858EBB44}"/>
              </a:ext>
            </a:extLst>
          </p:cNvPr>
          <p:cNvSpPr/>
          <p:nvPr/>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626BE28-3A0E-DBF8-86C1-201ADE114DDE}"/>
              </a:ext>
            </a:extLst>
          </p:cNvPr>
          <p:cNvSpPr>
            <a:spLocks noGrp="1"/>
          </p:cNvSpPr>
          <p:nvPr>
            <p:ph type="title" hasCustomPrompt="1"/>
          </p:nvPr>
        </p:nvSpPr>
        <p:spPr>
          <a:xfrm>
            <a:off x="228988" y="188913"/>
            <a:ext cx="9000000" cy="540000"/>
          </a:xfrm>
        </p:spPr>
        <p:txBody>
          <a:bodyPr lIns="180000" tIns="72000" rIns="180000"/>
          <a:lstStyle>
            <a:lvl1pPr>
              <a:defRPr sz="2400">
                <a:latin typeface="メイリオ" panose="020B0604030504040204" pitchFamily="50" charset="-128"/>
                <a:ea typeface="メイリオ" panose="020B0604030504040204" pitchFamily="50" charset="-128"/>
              </a:defRPr>
            </a:lvl1pPr>
          </a:lstStyle>
          <a:p>
            <a:r>
              <a:rPr kumimoji="1" lang="ja-JP" altLang="en-US"/>
              <a:t>タイトル</a:t>
            </a:r>
            <a:r>
              <a:rPr kumimoji="1" lang="en-US" altLang="ja-JP"/>
              <a:t> MSP</a:t>
            </a:r>
            <a:r>
              <a:rPr kumimoji="1" lang="ja-JP" altLang="en-US"/>
              <a:t>ゴシック</a:t>
            </a:r>
            <a:r>
              <a:rPr kumimoji="1" lang="en-US" altLang="ja-JP"/>
              <a:t> 24pt</a:t>
            </a:r>
            <a:endParaRPr kumimoji="1" lang="ja-JP" altLang="en-US"/>
          </a:p>
        </p:txBody>
      </p:sp>
      <p:cxnSp>
        <p:nvCxnSpPr>
          <p:cNvPr id="10" name="直線コネクタ 9">
            <a:extLst>
              <a:ext uri="{FF2B5EF4-FFF2-40B4-BE49-F238E27FC236}">
                <a16:creationId xmlns:a16="http://schemas.microsoft.com/office/drawing/2014/main" id="{E7E08365-6A34-7C6F-FC0A-1F2887B50CE6}"/>
              </a:ext>
            </a:extLst>
          </p:cNvPr>
          <p:cNvCxnSpPr>
            <a:cxnSpLocks/>
          </p:cNvCxnSpPr>
          <p:nvPr/>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スライド番号プレースホルダー 3">
            <a:extLst>
              <a:ext uri="{FF2B5EF4-FFF2-40B4-BE49-F238E27FC236}">
                <a16:creationId xmlns:a16="http://schemas.microsoft.com/office/drawing/2014/main" id="{9154874E-585B-8A05-2CDC-1474B6AEEBC6}"/>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00">
                <a:solidFill>
                  <a:schemeClr val="tx1"/>
                </a:solidFill>
                <a:latin typeface="+mj-lt"/>
              </a:defRPr>
            </a:lvl1pPr>
          </a:lstStyle>
          <a:p>
            <a:fld id="{48394356-8693-4048-8EAF-2BF05B04AA80}" type="slidenum">
              <a:rPr lang="ja-JP" altLang="en-US" smtClean="0"/>
              <a:pPr/>
              <a:t>‹#›</a:t>
            </a:fld>
            <a:endParaRPr lang="ja-JP" altLang="en-US"/>
          </a:p>
        </p:txBody>
      </p:sp>
      <p:sp>
        <p:nvSpPr>
          <p:cNvPr id="14" name="テキスト プレースホルダー 13">
            <a:extLst>
              <a:ext uri="{FF2B5EF4-FFF2-40B4-BE49-F238E27FC236}">
                <a16:creationId xmlns:a16="http://schemas.microsoft.com/office/drawing/2014/main" id="{27DF148C-7643-3E48-57EE-E10AAF0E4F80}"/>
              </a:ext>
            </a:extLst>
          </p:cNvPr>
          <p:cNvSpPr>
            <a:spLocks noGrp="1"/>
          </p:cNvSpPr>
          <p:nvPr>
            <p:ph type="body" sz="quarter" idx="11"/>
          </p:nvPr>
        </p:nvSpPr>
        <p:spPr>
          <a:xfrm>
            <a:off x="228988" y="1197288"/>
            <a:ext cx="11736000" cy="5040000"/>
          </a:xfrm>
        </p:spPr>
        <p:txBody>
          <a:bodyPr lIns="180000" tIns="72000" rIns="180000">
            <a:normAutofit/>
          </a:bodyPr>
          <a:lstStyle>
            <a:lvl1pPr marL="285750" indent="-285750">
              <a:spcBef>
                <a:spcPts val="1000"/>
              </a:spcBef>
              <a:buFont typeface="Arial" panose="020B0604020202020204" pitchFamily="34" charset="0"/>
              <a:buChar char="•"/>
              <a:defRPr sz="1600">
                <a:latin typeface="メイリオ" panose="020B0604030504040204" pitchFamily="50" charset="-128"/>
                <a:ea typeface="メイリオ" panose="020B0604030504040204" pitchFamily="50" charset="-128"/>
              </a:defRPr>
            </a:lvl1pPr>
            <a:lvl2pPr marL="540000" indent="-180000">
              <a:buFont typeface="メイリオ" panose="020B0604030504040204" pitchFamily="50" charset="-128"/>
              <a:buChar char="‒"/>
              <a:defRPr/>
            </a:lvl2pPr>
            <a:lvl4pPr marL="1260000" indent="-180000">
              <a:buFont typeface="メイリオ" panose="020B0604030504040204" pitchFamily="50" charset="-128"/>
              <a:buChar char="‒"/>
              <a:defRPr/>
            </a:lvl4pPr>
            <a:lvl5pPr marL="1620000" indent="-180000">
              <a:buFont typeface="メイリオ" panose="020B0604030504040204" pitchFamily="50" charset="-128"/>
              <a:buChar char="»"/>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6" name="テキスト ボックス 15">
            <a:extLst>
              <a:ext uri="{FF2B5EF4-FFF2-40B4-BE49-F238E27FC236}">
                <a16:creationId xmlns:a16="http://schemas.microsoft.com/office/drawing/2014/main" id="{0D8D9BA0-1D0D-6E5C-D092-6155E4939C24}"/>
              </a:ext>
            </a:extLst>
          </p:cNvPr>
          <p:cNvSpPr txBox="1"/>
          <p:nvPr/>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
        <p:nvSpPr>
          <p:cNvPr id="11" name="フッター プレースホルダー 2">
            <a:extLst>
              <a:ext uri="{FF2B5EF4-FFF2-40B4-BE49-F238E27FC236}">
                <a16:creationId xmlns:a16="http://schemas.microsoft.com/office/drawing/2014/main" id="{BF1224ED-0F96-677B-6766-A667DE63410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9" name="正方形/長方形 8">
            <a:extLst>
              <a:ext uri="{FF2B5EF4-FFF2-40B4-BE49-F238E27FC236}">
                <a16:creationId xmlns:a16="http://schemas.microsoft.com/office/drawing/2014/main" id="{EF9C528B-342A-45DF-B559-23185E27DDD3}"/>
              </a:ext>
            </a:extLst>
          </p:cNvPr>
          <p:cNvSpPr/>
          <p:nvPr userDrawn="1"/>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12121445-9EB1-49EE-A29A-4E63DF5AA910}"/>
              </a:ext>
            </a:extLst>
          </p:cNvPr>
          <p:cNvCxnSpPr>
            <a:cxnSpLocks/>
          </p:cNvCxnSpPr>
          <p:nvPr userDrawn="1"/>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D45360A9-77A6-4FB4-BFF4-544405B53709}"/>
              </a:ext>
            </a:extLst>
          </p:cNvPr>
          <p:cNvSpPr txBox="1"/>
          <p:nvPr userDrawn="1"/>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Tree>
    <p:extLst>
      <p:ext uri="{BB962C8B-B14F-4D97-AF65-F5344CB8AC3E}">
        <p14:creationId xmlns:p14="http://schemas.microsoft.com/office/powerpoint/2010/main" val="2864564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2">
    <p:spTree>
      <p:nvGrpSpPr>
        <p:cNvPr id="1" name=""/>
        <p:cNvGrpSpPr/>
        <p:nvPr/>
      </p:nvGrpSpPr>
      <p:grpSpPr>
        <a:xfrm>
          <a:off x="0" y="0"/>
          <a:ext cx="0" cy="0"/>
          <a:chOff x="0" y="0"/>
          <a:chExt cx="0" cy="0"/>
        </a:xfrm>
      </p:grpSpPr>
      <p:sp>
        <p:nvSpPr>
          <p:cNvPr id="16" name="テキスト プレースホルダー 13">
            <a:extLst>
              <a:ext uri="{FF2B5EF4-FFF2-40B4-BE49-F238E27FC236}">
                <a16:creationId xmlns:a16="http://schemas.microsoft.com/office/drawing/2014/main" id="{00F0339F-31B1-E853-007B-4316C81C0E2E}"/>
              </a:ext>
            </a:extLst>
          </p:cNvPr>
          <p:cNvSpPr>
            <a:spLocks noGrp="1"/>
          </p:cNvSpPr>
          <p:nvPr>
            <p:ph type="body" sz="quarter" idx="11" hasCustomPrompt="1"/>
          </p:nvPr>
        </p:nvSpPr>
        <p:spPr>
          <a:xfrm>
            <a:off x="228988" y="1197288"/>
            <a:ext cx="5760000" cy="5040000"/>
          </a:xfrm>
        </p:spPr>
        <p:txBody>
          <a:bodyPr lIns="180000" tIns="72000" rIns="180000">
            <a:normAutofit/>
          </a:bodyPr>
          <a:lstStyle>
            <a:lvl1pPr marL="0" indent="0">
              <a:spcBef>
                <a:spcPts val="1000"/>
              </a:spcBef>
              <a:buNone/>
              <a:defRPr sz="1600">
                <a:latin typeface="メイリオ" panose="020B0604030504040204" pitchFamily="50" charset="-128"/>
                <a:ea typeface="メイリオ" panose="020B0604030504040204" pitchFamily="50" charset="-128"/>
              </a:defRPr>
            </a:lvl1pPr>
          </a:lstStyle>
          <a:p>
            <a:pPr lvl="0"/>
            <a:r>
              <a:rPr kumimoji="1" lang="ja-JP" altLang="en-US"/>
              <a:t>本文テキスト</a:t>
            </a:r>
            <a:r>
              <a:rPr kumimoji="1" lang="en-US" altLang="ja-JP"/>
              <a:t> MSP</a:t>
            </a:r>
            <a:r>
              <a:rPr kumimoji="1" lang="ja-JP" altLang="en-US"/>
              <a:t>ゴシック</a:t>
            </a:r>
            <a:r>
              <a:rPr kumimoji="1" lang="en-US" altLang="ja-JP"/>
              <a:t> 16pt / </a:t>
            </a:r>
            <a:r>
              <a:rPr kumimoji="1" lang="ja-JP" altLang="en-US"/>
              <a:t>行間</a:t>
            </a:r>
            <a:r>
              <a:rPr kumimoji="1" lang="en-US" altLang="ja-JP"/>
              <a:t>1.5</a:t>
            </a:r>
            <a:endParaRPr kumimoji="1" lang="ja-JP" altLang="en-US"/>
          </a:p>
        </p:txBody>
      </p:sp>
      <p:sp>
        <p:nvSpPr>
          <p:cNvPr id="20" name="テキスト プレースホルダー 13">
            <a:extLst>
              <a:ext uri="{FF2B5EF4-FFF2-40B4-BE49-F238E27FC236}">
                <a16:creationId xmlns:a16="http://schemas.microsoft.com/office/drawing/2014/main" id="{8B8C0042-761E-BFFD-163D-6ADF21538D65}"/>
              </a:ext>
            </a:extLst>
          </p:cNvPr>
          <p:cNvSpPr>
            <a:spLocks noGrp="1"/>
          </p:cNvSpPr>
          <p:nvPr>
            <p:ph type="body" sz="quarter" idx="12" hasCustomPrompt="1"/>
          </p:nvPr>
        </p:nvSpPr>
        <p:spPr>
          <a:xfrm>
            <a:off x="6204988" y="1197288"/>
            <a:ext cx="5760000" cy="5040000"/>
          </a:xfrm>
        </p:spPr>
        <p:txBody>
          <a:bodyPr lIns="180000" tIns="72000" rIns="180000">
            <a:normAutofit/>
          </a:bodyPr>
          <a:lstStyle>
            <a:lvl1pPr marL="0" indent="0">
              <a:spcBef>
                <a:spcPts val="1000"/>
              </a:spcBef>
              <a:buNone/>
              <a:defRPr sz="1600">
                <a:latin typeface="+mn-lt"/>
              </a:defRPr>
            </a:lvl1pPr>
          </a:lstStyle>
          <a:p>
            <a:pPr lvl="0"/>
            <a:r>
              <a:rPr kumimoji="1" lang="ja-JP" altLang="en-US"/>
              <a:t>本文テキスト</a:t>
            </a:r>
            <a:r>
              <a:rPr kumimoji="1" lang="en-US" altLang="ja-JP"/>
              <a:t> MSP</a:t>
            </a:r>
            <a:r>
              <a:rPr kumimoji="1" lang="ja-JP" altLang="en-US"/>
              <a:t>ゴシック</a:t>
            </a:r>
            <a:r>
              <a:rPr kumimoji="1" lang="en-US" altLang="ja-JP"/>
              <a:t> 16pt / </a:t>
            </a:r>
            <a:r>
              <a:rPr kumimoji="1" lang="ja-JP" altLang="en-US"/>
              <a:t>行間</a:t>
            </a:r>
            <a:r>
              <a:rPr kumimoji="1" lang="en-US" altLang="ja-JP"/>
              <a:t>1.5</a:t>
            </a:r>
            <a:endParaRPr kumimoji="1" lang="ja-JP" altLang="en-US"/>
          </a:p>
        </p:txBody>
      </p:sp>
      <p:sp>
        <p:nvSpPr>
          <p:cNvPr id="17" name="タイトル 1">
            <a:extLst>
              <a:ext uri="{FF2B5EF4-FFF2-40B4-BE49-F238E27FC236}">
                <a16:creationId xmlns:a16="http://schemas.microsoft.com/office/drawing/2014/main" id="{991BEEDA-5042-D78E-C736-CCA64FF8FA4D}"/>
              </a:ext>
            </a:extLst>
          </p:cNvPr>
          <p:cNvSpPr>
            <a:spLocks noGrp="1"/>
          </p:cNvSpPr>
          <p:nvPr>
            <p:ph type="title" hasCustomPrompt="1"/>
          </p:nvPr>
        </p:nvSpPr>
        <p:spPr>
          <a:xfrm>
            <a:off x="228988" y="188913"/>
            <a:ext cx="9000000" cy="540000"/>
          </a:xfrm>
        </p:spPr>
        <p:txBody>
          <a:bodyPr lIns="180000" tIns="72000" rIns="180000"/>
          <a:lstStyle>
            <a:lvl1pPr>
              <a:defRPr sz="2400">
                <a:latin typeface="メイリオ" panose="020B0604030504040204" pitchFamily="50" charset="-128"/>
                <a:ea typeface="メイリオ" panose="020B0604030504040204" pitchFamily="50" charset="-128"/>
              </a:defRPr>
            </a:lvl1pPr>
          </a:lstStyle>
          <a:p>
            <a:r>
              <a:rPr kumimoji="1" lang="ja-JP" altLang="en-US"/>
              <a:t>タイトル</a:t>
            </a:r>
            <a:r>
              <a:rPr kumimoji="1" lang="en-US" altLang="ja-JP"/>
              <a:t> MSP</a:t>
            </a:r>
            <a:r>
              <a:rPr kumimoji="1" lang="ja-JP" altLang="en-US"/>
              <a:t>ゴシック</a:t>
            </a:r>
            <a:r>
              <a:rPr kumimoji="1" lang="en-US" altLang="ja-JP"/>
              <a:t> 24pt</a:t>
            </a:r>
            <a:endParaRPr kumimoji="1" lang="ja-JP" altLang="en-US"/>
          </a:p>
        </p:txBody>
      </p:sp>
      <p:sp>
        <p:nvSpPr>
          <p:cNvPr id="18" name="正方形/長方形 17">
            <a:extLst>
              <a:ext uri="{FF2B5EF4-FFF2-40B4-BE49-F238E27FC236}">
                <a16:creationId xmlns:a16="http://schemas.microsoft.com/office/drawing/2014/main" id="{17DB059A-993A-AA54-0335-384E00B89AAC}"/>
              </a:ext>
            </a:extLst>
          </p:cNvPr>
          <p:cNvSpPr/>
          <p:nvPr/>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5871354C-6BF6-FA2E-3C77-84B364ABC070}"/>
              </a:ext>
            </a:extLst>
          </p:cNvPr>
          <p:cNvCxnSpPr>
            <a:cxnSpLocks/>
          </p:cNvCxnSpPr>
          <p:nvPr/>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スライド番号プレースホルダー 3">
            <a:extLst>
              <a:ext uri="{FF2B5EF4-FFF2-40B4-BE49-F238E27FC236}">
                <a16:creationId xmlns:a16="http://schemas.microsoft.com/office/drawing/2014/main" id="{BD9A1FA5-B487-E837-4D52-49908F72E19E}"/>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00">
                <a:solidFill>
                  <a:schemeClr val="tx1"/>
                </a:solidFill>
                <a:latin typeface="+mj-lt"/>
              </a:defRPr>
            </a:lvl1pPr>
          </a:lstStyle>
          <a:p>
            <a:fld id="{48394356-8693-4048-8EAF-2BF05B04AA80}" type="slidenum">
              <a:rPr lang="ja-JP" altLang="en-US" smtClean="0"/>
              <a:pPr/>
              <a:t>‹#›</a:t>
            </a:fld>
            <a:endParaRPr lang="ja-JP" altLang="en-US"/>
          </a:p>
        </p:txBody>
      </p:sp>
      <p:sp>
        <p:nvSpPr>
          <p:cNvPr id="26" name="テキスト ボックス 25">
            <a:extLst>
              <a:ext uri="{FF2B5EF4-FFF2-40B4-BE49-F238E27FC236}">
                <a16:creationId xmlns:a16="http://schemas.microsoft.com/office/drawing/2014/main" id="{1C099CE2-37BA-BBA4-6D99-3A23AC91B8C5}"/>
              </a:ext>
            </a:extLst>
          </p:cNvPr>
          <p:cNvSpPr txBox="1"/>
          <p:nvPr/>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
        <p:nvSpPr>
          <p:cNvPr id="10" name="フッター プレースホルダー 2">
            <a:extLst>
              <a:ext uri="{FF2B5EF4-FFF2-40B4-BE49-F238E27FC236}">
                <a16:creationId xmlns:a16="http://schemas.microsoft.com/office/drawing/2014/main" id="{99CFE8A3-7C2C-9F8F-5D9B-F03ACBD67350}"/>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11" name="正方形/長方形 10">
            <a:extLst>
              <a:ext uri="{FF2B5EF4-FFF2-40B4-BE49-F238E27FC236}">
                <a16:creationId xmlns:a16="http://schemas.microsoft.com/office/drawing/2014/main" id="{D35CE456-F16B-4DAD-B71A-F84EB2B2CF4F}"/>
              </a:ext>
            </a:extLst>
          </p:cNvPr>
          <p:cNvSpPr/>
          <p:nvPr userDrawn="1"/>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50DB6B1F-BAB1-406B-B0DF-E52CBC44389B}"/>
              </a:ext>
            </a:extLst>
          </p:cNvPr>
          <p:cNvCxnSpPr>
            <a:cxnSpLocks/>
          </p:cNvCxnSpPr>
          <p:nvPr userDrawn="1"/>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3129AD20-F9CE-4118-8700-6B9426214CA3}"/>
              </a:ext>
            </a:extLst>
          </p:cNvPr>
          <p:cNvSpPr txBox="1"/>
          <p:nvPr userDrawn="1"/>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Tree>
    <p:extLst>
      <p:ext uri="{BB962C8B-B14F-4D97-AF65-F5344CB8AC3E}">
        <p14:creationId xmlns:p14="http://schemas.microsoft.com/office/powerpoint/2010/main" val="1499662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3">
    <p:spTree>
      <p:nvGrpSpPr>
        <p:cNvPr id="1" name=""/>
        <p:cNvGrpSpPr/>
        <p:nvPr/>
      </p:nvGrpSpPr>
      <p:grpSpPr>
        <a:xfrm>
          <a:off x="0" y="0"/>
          <a:ext cx="0" cy="0"/>
          <a:chOff x="0" y="0"/>
          <a:chExt cx="0" cy="0"/>
        </a:xfrm>
      </p:grpSpPr>
      <p:sp>
        <p:nvSpPr>
          <p:cNvPr id="17" name="図プレースホルダー 3">
            <a:extLst>
              <a:ext uri="{FF2B5EF4-FFF2-40B4-BE49-F238E27FC236}">
                <a16:creationId xmlns:a16="http://schemas.microsoft.com/office/drawing/2014/main" id="{25496A93-1D62-25AF-574D-09D81F48E3DC}"/>
              </a:ext>
            </a:extLst>
          </p:cNvPr>
          <p:cNvSpPr>
            <a:spLocks noGrp="1"/>
          </p:cNvSpPr>
          <p:nvPr>
            <p:ph type="pic" sz="quarter" idx="13" hasCustomPrompt="1"/>
          </p:nvPr>
        </p:nvSpPr>
        <p:spPr>
          <a:xfrm>
            <a:off x="228988" y="1197288"/>
            <a:ext cx="11736000" cy="5040000"/>
          </a:xfrm>
        </p:spPr>
        <p:txBody>
          <a:bodyPr lIns="180000" tIns="72000" rIns="180000">
            <a:normAutofit/>
          </a:bodyPr>
          <a:lstStyle>
            <a:lvl1pPr>
              <a:buNone/>
              <a:defRPr sz="1600"/>
            </a:lvl1pPr>
          </a:lstStyle>
          <a:p>
            <a:pPr lvl="0"/>
            <a:r>
              <a:rPr kumimoji="1" lang="en-US" altLang="ja-JP"/>
              <a:t> </a:t>
            </a:r>
            <a:r>
              <a:rPr kumimoji="1" lang="ja-JP" altLang="en-US"/>
              <a:t>図形や写真をここに配置してください</a:t>
            </a:r>
          </a:p>
        </p:txBody>
      </p:sp>
      <p:sp>
        <p:nvSpPr>
          <p:cNvPr id="16" name="タイトル 1">
            <a:extLst>
              <a:ext uri="{FF2B5EF4-FFF2-40B4-BE49-F238E27FC236}">
                <a16:creationId xmlns:a16="http://schemas.microsoft.com/office/drawing/2014/main" id="{8A9C86D2-FB33-30B7-DBCD-D48C205B6047}"/>
              </a:ext>
            </a:extLst>
          </p:cNvPr>
          <p:cNvSpPr>
            <a:spLocks noGrp="1"/>
          </p:cNvSpPr>
          <p:nvPr>
            <p:ph type="title" hasCustomPrompt="1"/>
          </p:nvPr>
        </p:nvSpPr>
        <p:spPr>
          <a:xfrm>
            <a:off x="228988" y="188913"/>
            <a:ext cx="9000000" cy="540000"/>
          </a:xfrm>
        </p:spPr>
        <p:txBody>
          <a:bodyPr lIns="180000" tIns="72000" rIns="180000"/>
          <a:lstStyle>
            <a:lvl1pPr>
              <a:defRPr sz="2400"/>
            </a:lvl1pPr>
          </a:lstStyle>
          <a:p>
            <a:r>
              <a:rPr kumimoji="1" lang="ja-JP" altLang="en-US"/>
              <a:t>タイトル</a:t>
            </a:r>
            <a:r>
              <a:rPr kumimoji="1" lang="en-US" altLang="ja-JP"/>
              <a:t> MSP</a:t>
            </a:r>
            <a:r>
              <a:rPr kumimoji="1" lang="ja-JP" altLang="en-US"/>
              <a:t>ゴシック</a:t>
            </a:r>
            <a:r>
              <a:rPr kumimoji="1" lang="en-US" altLang="ja-JP"/>
              <a:t> 24pt</a:t>
            </a:r>
            <a:endParaRPr kumimoji="1" lang="ja-JP" altLang="en-US"/>
          </a:p>
        </p:txBody>
      </p:sp>
      <p:sp>
        <p:nvSpPr>
          <p:cNvPr id="18" name="正方形/長方形 17">
            <a:extLst>
              <a:ext uri="{FF2B5EF4-FFF2-40B4-BE49-F238E27FC236}">
                <a16:creationId xmlns:a16="http://schemas.microsoft.com/office/drawing/2014/main" id="{1A18FD81-88FA-8D10-93A4-CA0238D592BD}"/>
              </a:ext>
            </a:extLst>
          </p:cNvPr>
          <p:cNvSpPr/>
          <p:nvPr/>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EEA4F11D-ADDD-D51A-E30D-BAE8D43EB1FA}"/>
              </a:ext>
            </a:extLst>
          </p:cNvPr>
          <p:cNvCxnSpPr>
            <a:cxnSpLocks/>
          </p:cNvCxnSpPr>
          <p:nvPr/>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スライド番号プレースホルダー 3">
            <a:extLst>
              <a:ext uri="{FF2B5EF4-FFF2-40B4-BE49-F238E27FC236}">
                <a16:creationId xmlns:a16="http://schemas.microsoft.com/office/drawing/2014/main" id="{5A7337B3-8626-D6AB-2DD1-FE9C59C99FD4}"/>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00">
                <a:solidFill>
                  <a:schemeClr val="tx1"/>
                </a:solidFill>
                <a:latin typeface="+mj-lt"/>
              </a:defRPr>
            </a:lvl1pPr>
          </a:lstStyle>
          <a:p>
            <a:fld id="{48394356-8693-4048-8EAF-2BF05B04AA80}" type="slidenum">
              <a:rPr lang="ja-JP" altLang="en-US" smtClean="0"/>
              <a:pPr/>
              <a:t>‹#›</a:t>
            </a:fld>
            <a:endParaRPr lang="ja-JP" altLang="en-US"/>
          </a:p>
        </p:txBody>
      </p:sp>
      <p:sp>
        <p:nvSpPr>
          <p:cNvPr id="24" name="テキスト ボックス 23">
            <a:extLst>
              <a:ext uri="{FF2B5EF4-FFF2-40B4-BE49-F238E27FC236}">
                <a16:creationId xmlns:a16="http://schemas.microsoft.com/office/drawing/2014/main" id="{02ACC9CA-328D-1DE0-5047-D2A3A7B5F101}"/>
              </a:ext>
            </a:extLst>
          </p:cNvPr>
          <p:cNvSpPr txBox="1"/>
          <p:nvPr/>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
        <p:nvSpPr>
          <p:cNvPr id="9" name="フッター プレースホルダー 2">
            <a:extLst>
              <a:ext uri="{FF2B5EF4-FFF2-40B4-BE49-F238E27FC236}">
                <a16:creationId xmlns:a16="http://schemas.microsoft.com/office/drawing/2014/main" id="{DE83409D-7921-0DDF-2CE0-42FF2BF70DD5}"/>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10" name="正方形/長方形 9">
            <a:extLst>
              <a:ext uri="{FF2B5EF4-FFF2-40B4-BE49-F238E27FC236}">
                <a16:creationId xmlns:a16="http://schemas.microsoft.com/office/drawing/2014/main" id="{DAC223C7-C1D5-451E-8C36-D517889F041E}"/>
              </a:ext>
            </a:extLst>
          </p:cNvPr>
          <p:cNvSpPr/>
          <p:nvPr userDrawn="1"/>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36373C03-8873-4C03-A3D2-CBA817FB5F8A}"/>
              </a:ext>
            </a:extLst>
          </p:cNvPr>
          <p:cNvCxnSpPr>
            <a:cxnSpLocks/>
          </p:cNvCxnSpPr>
          <p:nvPr userDrawn="1"/>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CD344371-E22E-4554-BB1E-202CA756CC48}"/>
              </a:ext>
            </a:extLst>
          </p:cNvPr>
          <p:cNvSpPr txBox="1"/>
          <p:nvPr userDrawn="1"/>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Tree>
    <p:extLst>
      <p:ext uri="{BB962C8B-B14F-4D97-AF65-F5344CB8AC3E}">
        <p14:creationId xmlns:p14="http://schemas.microsoft.com/office/powerpoint/2010/main" val="6972166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opic 1">
    <p:spTree>
      <p:nvGrpSpPr>
        <p:cNvPr id="1" name=""/>
        <p:cNvGrpSpPr/>
        <p:nvPr/>
      </p:nvGrpSpPr>
      <p:grpSpPr>
        <a:xfrm>
          <a:off x="0" y="0"/>
          <a:ext cx="0" cy="0"/>
          <a:chOff x="0" y="0"/>
          <a:chExt cx="0" cy="0"/>
        </a:xfrm>
      </p:grpSpPr>
      <p:sp>
        <p:nvSpPr>
          <p:cNvPr id="22" name="テキスト プレースホルダー 13">
            <a:extLst>
              <a:ext uri="{FF2B5EF4-FFF2-40B4-BE49-F238E27FC236}">
                <a16:creationId xmlns:a16="http://schemas.microsoft.com/office/drawing/2014/main" id="{127C7B05-3C0F-B20D-2360-54A754ACA7E7}"/>
              </a:ext>
            </a:extLst>
          </p:cNvPr>
          <p:cNvSpPr>
            <a:spLocks noGrp="1"/>
          </p:cNvSpPr>
          <p:nvPr>
            <p:ph type="body" sz="quarter" idx="11" hasCustomPrompt="1"/>
          </p:nvPr>
        </p:nvSpPr>
        <p:spPr>
          <a:xfrm>
            <a:off x="2604988" y="1203105"/>
            <a:ext cx="9360000" cy="432000"/>
          </a:xfrm>
        </p:spPr>
        <p:txBody>
          <a:bodyPr lIns="180000" tIns="72000" rIns="180000" anchor="t">
            <a:no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en-US" altLang="ja-JP"/>
              <a:t>1. </a:t>
            </a:r>
            <a:r>
              <a:rPr kumimoji="1" lang="ja-JP" altLang="en-US"/>
              <a:t>トピックタイトル</a:t>
            </a:r>
            <a:r>
              <a:rPr kumimoji="1" lang="en-US" altLang="ja-JP"/>
              <a:t> MSP</a:t>
            </a:r>
            <a:r>
              <a:rPr kumimoji="1" lang="ja-JP" altLang="en-US"/>
              <a:t>ゴシック</a:t>
            </a:r>
            <a:r>
              <a:rPr kumimoji="1" lang="en-US" altLang="ja-JP"/>
              <a:t> 18pt</a:t>
            </a:r>
          </a:p>
        </p:txBody>
      </p:sp>
      <p:sp>
        <p:nvSpPr>
          <p:cNvPr id="16" name="テキスト プレースホルダー 13">
            <a:extLst>
              <a:ext uri="{FF2B5EF4-FFF2-40B4-BE49-F238E27FC236}">
                <a16:creationId xmlns:a16="http://schemas.microsoft.com/office/drawing/2014/main" id="{08E509E5-6002-968F-9689-949702FAAA3C}"/>
              </a:ext>
            </a:extLst>
          </p:cNvPr>
          <p:cNvSpPr>
            <a:spLocks noGrp="1"/>
          </p:cNvSpPr>
          <p:nvPr>
            <p:ph type="body" sz="quarter" idx="17" hasCustomPrompt="1"/>
          </p:nvPr>
        </p:nvSpPr>
        <p:spPr>
          <a:xfrm>
            <a:off x="3324988" y="1656914"/>
            <a:ext cx="8640000" cy="396000"/>
          </a:xfrm>
        </p:spPr>
        <p:txBody>
          <a:bodyPr lIns="180000" tIns="72000" rIns="180000" anchor="t">
            <a:noAutofit/>
          </a:bodyPr>
          <a:lstStyle>
            <a:lvl1pPr marL="0" indent="0">
              <a:lnSpc>
                <a:spcPct val="100000"/>
              </a:lnSpc>
              <a:spcBef>
                <a:spcPts val="400"/>
              </a:spcBef>
              <a:buNone/>
              <a:defRPr sz="1600" b="0">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ja-JP" altLang="en-US"/>
              <a:t>トピック補足テキスト</a:t>
            </a:r>
            <a:r>
              <a:rPr kumimoji="1" lang="en-US" altLang="ja-JP"/>
              <a:t> MSP</a:t>
            </a:r>
            <a:r>
              <a:rPr kumimoji="1" lang="ja-JP" altLang="en-US"/>
              <a:t>ゴシック</a:t>
            </a:r>
            <a:r>
              <a:rPr kumimoji="1" lang="en-US" altLang="ja-JP"/>
              <a:t> 16pt</a:t>
            </a:r>
          </a:p>
        </p:txBody>
      </p:sp>
      <p:sp>
        <p:nvSpPr>
          <p:cNvPr id="25" name="正方形/長方形 24">
            <a:extLst>
              <a:ext uri="{FF2B5EF4-FFF2-40B4-BE49-F238E27FC236}">
                <a16:creationId xmlns:a16="http://schemas.microsoft.com/office/drawing/2014/main" id="{BA4C5561-56F1-2BE3-183C-F2F6B7D263C1}"/>
              </a:ext>
            </a:extLst>
          </p:cNvPr>
          <p:cNvSpPr/>
          <p:nvPr/>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a:extLst>
              <a:ext uri="{FF2B5EF4-FFF2-40B4-BE49-F238E27FC236}">
                <a16:creationId xmlns:a16="http://schemas.microsoft.com/office/drawing/2014/main" id="{59B74494-99C6-7456-B8EB-CA07D45A6FE5}"/>
              </a:ext>
            </a:extLst>
          </p:cNvPr>
          <p:cNvCxnSpPr>
            <a:cxnSpLocks/>
          </p:cNvCxnSpPr>
          <p:nvPr/>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スライド番号プレースホルダー 3">
            <a:extLst>
              <a:ext uri="{FF2B5EF4-FFF2-40B4-BE49-F238E27FC236}">
                <a16:creationId xmlns:a16="http://schemas.microsoft.com/office/drawing/2014/main" id="{4E8E9449-5E24-597D-2466-BC4A4D331AB9}"/>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00">
                <a:solidFill>
                  <a:schemeClr val="tx1"/>
                </a:solidFill>
                <a:latin typeface="+mj-lt"/>
              </a:defRPr>
            </a:lvl1pPr>
          </a:lstStyle>
          <a:p>
            <a:fld id="{48394356-8693-4048-8EAF-2BF05B04AA80}" type="slidenum">
              <a:rPr lang="ja-JP" altLang="en-US" smtClean="0"/>
              <a:pPr/>
              <a:t>‹#›</a:t>
            </a:fld>
            <a:endParaRPr lang="ja-JP" altLang="en-US"/>
          </a:p>
        </p:txBody>
      </p:sp>
      <p:sp>
        <p:nvSpPr>
          <p:cNvPr id="34" name="タイトル 1">
            <a:extLst>
              <a:ext uri="{FF2B5EF4-FFF2-40B4-BE49-F238E27FC236}">
                <a16:creationId xmlns:a16="http://schemas.microsoft.com/office/drawing/2014/main" id="{66BFCDF4-6469-27EF-8B87-DB88B89E361E}"/>
              </a:ext>
            </a:extLst>
          </p:cNvPr>
          <p:cNvSpPr>
            <a:spLocks noGrp="1"/>
          </p:cNvSpPr>
          <p:nvPr>
            <p:ph type="title" hasCustomPrompt="1"/>
          </p:nvPr>
        </p:nvSpPr>
        <p:spPr>
          <a:xfrm>
            <a:off x="228988" y="188913"/>
            <a:ext cx="9000000" cy="540000"/>
          </a:xfrm>
        </p:spPr>
        <p:txBody>
          <a:bodyPr lIns="180000" tIns="72000" rIns="180000"/>
          <a:lstStyle>
            <a:lvl1pPr>
              <a:defRPr sz="2400">
                <a:latin typeface="メイリオ" panose="020B0604030504040204" pitchFamily="50" charset="-128"/>
                <a:ea typeface="メイリオ" panose="020B0604030504040204" pitchFamily="50" charset="-128"/>
              </a:defRPr>
            </a:lvl1pPr>
          </a:lstStyle>
          <a:p>
            <a:r>
              <a:rPr kumimoji="1" lang="ja-JP" altLang="en-US"/>
              <a:t>タイトル</a:t>
            </a:r>
            <a:r>
              <a:rPr kumimoji="1" lang="en-US" altLang="ja-JP"/>
              <a:t> MSP</a:t>
            </a:r>
            <a:r>
              <a:rPr kumimoji="1" lang="ja-JP" altLang="en-US"/>
              <a:t>ゴシック</a:t>
            </a:r>
            <a:r>
              <a:rPr kumimoji="1" lang="en-US" altLang="ja-JP"/>
              <a:t> 24pt</a:t>
            </a:r>
            <a:endParaRPr kumimoji="1" lang="ja-JP" altLang="en-US"/>
          </a:p>
        </p:txBody>
      </p:sp>
      <p:sp>
        <p:nvSpPr>
          <p:cNvPr id="36" name="テキスト プレースホルダー 13">
            <a:extLst>
              <a:ext uri="{FF2B5EF4-FFF2-40B4-BE49-F238E27FC236}">
                <a16:creationId xmlns:a16="http://schemas.microsoft.com/office/drawing/2014/main" id="{862BB816-54BD-4205-E9D3-A4AB25995AD7}"/>
              </a:ext>
            </a:extLst>
          </p:cNvPr>
          <p:cNvSpPr>
            <a:spLocks noGrp="1"/>
          </p:cNvSpPr>
          <p:nvPr>
            <p:ph type="body" sz="quarter" idx="18" hasCustomPrompt="1"/>
          </p:nvPr>
        </p:nvSpPr>
        <p:spPr>
          <a:xfrm>
            <a:off x="2604988" y="2254032"/>
            <a:ext cx="9360000" cy="432000"/>
          </a:xfrm>
        </p:spPr>
        <p:txBody>
          <a:bodyPr lIns="180000" tIns="72000" rIns="180000" anchor="t">
            <a:no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en-US" altLang="ja-JP"/>
              <a:t>2. </a:t>
            </a:r>
            <a:r>
              <a:rPr kumimoji="1" lang="ja-JP" altLang="en-US"/>
              <a:t>トピックタイトル</a:t>
            </a:r>
            <a:endParaRPr kumimoji="1" lang="en-US" altLang="ja-JP"/>
          </a:p>
        </p:txBody>
      </p:sp>
      <p:sp>
        <p:nvSpPr>
          <p:cNvPr id="37" name="テキスト プレースホルダー 13">
            <a:extLst>
              <a:ext uri="{FF2B5EF4-FFF2-40B4-BE49-F238E27FC236}">
                <a16:creationId xmlns:a16="http://schemas.microsoft.com/office/drawing/2014/main" id="{9BB17FC1-42EC-2674-0BCD-AF1B06257F3B}"/>
              </a:ext>
            </a:extLst>
          </p:cNvPr>
          <p:cNvSpPr>
            <a:spLocks noGrp="1"/>
          </p:cNvSpPr>
          <p:nvPr>
            <p:ph type="body" sz="quarter" idx="19" hasCustomPrompt="1"/>
          </p:nvPr>
        </p:nvSpPr>
        <p:spPr>
          <a:xfrm>
            <a:off x="3324988" y="2707841"/>
            <a:ext cx="8640000" cy="396000"/>
          </a:xfrm>
        </p:spPr>
        <p:txBody>
          <a:bodyPr lIns="180000" tIns="72000" rIns="180000" anchor="t">
            <a:noAutofit/>
          </a:bodyPr>
          <a:lstStyle>
            <a:lvl1pPr marL="0" indent="0">
              <a:lnSpc>
                <a:spcPct val="100000"/>
              </a:lnSpc>
              <a:spcBef>
                <a:spcPts val="400"/>
              </a:spcBef>
              <a:buNone/>
              <a:defRPr sz="1600" b="0">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ja-JP" altLang="en-US"/>
              <a:t>補足テキスト</a:t>
            </a:r>
            <a:endParaRPr kumimoji="1" lang="en-US" altLang="ja-JP"/>
          </a:p>
        </p:txBody>
      </p:sp>
      <p:sp>
        <p:nvSpPr>
          <p:cNvPr id="40" name="テキスト プレースホルダー 13">
            <a:extLst>
              <a:ext uri="{FF2B5EF4-FFF2-40B4-BE49-F238E27FC236}">
                <a16:creationId xmlns:a16="http://schemas.microsoft.com/office/drawing/2014/main" id="{C262D9F1-170C-FEE2-2472-3FF004C93A0A}"/>
              </a:ext>
            </a:extLst>
          </p:cNvPr>
          <p:cNvSpPr>
            <a:spLocks noGrp="1"/>
          </p:cNvSpPr>
          <p:nvPr>
            <p:ph type="body" sz="quarter" idx="20" hasCustomPrompt="1"/>
          </p:nvPr>
        </p:nvSpPr>
        <p:spPr>
          <a:xfrm>
            <a:off x="2604988" y="3304959"/>
            <a:ext cx="9360000" cy="432000"/>
          </a:xfrm>
        </p:spPr>
        <p:txBody>
          <a:bodyPr lIns="180000" tIns="72000" rIns="180000" anchor="t">
            <a:no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en-US" altLang="ja-JP"/>
              <a:t>3. </a:t>
            </a:r>
            <a:r>
              <a:rPr kumimoji="1" lang="ja-JP" altLang="en-US"/>
              <a:t>トピックタイトル</a:t>
            </a:r>
            <a:endParaRPr kumimoji="1" lang="en-US" altLang="ja-JP"/>
          </a:p>
        </p:txBody>
      </p:sp>
      <p:sp>
        <p:nvSpPr>
          <p:cNvPr id="41" name="テキスト プレースホルダー 13">
            <a:extLst>
              <a:ext uri="{FF2B5EF4-FFF2-40B4-BE49-F238E27FC236}">
                <a16:creationId xmlns:a16="http://schemas.microsoft.com/office/drawing/2014/main" id="{D36E4D91-1BF9-091F-E926-8382E7EDEEFD}"/>
              </a:ext>
            </a:extLst>
          </p:cNvPr>
          <p:cNvSpPr>
            <a:spLocks noGrp="1"/>
          </p:cNvSpPr>
          <p:nvPr>
            <p:ph type="body" sz="quarter" idx="21" hasCustomPrompt="1"/>
          </p:nvPr>
        </p:nvSpPr>
        <p:spPr>
          <a:xfrm>
            <a:off x="3324988" y="3758768"/>
            <a:ext cx="8640000" cy="396000"/>
          </a:xfrm>
        </p:spPr>
        <p:txBody>
          <a:bodyPr lIns="180000" tIns="72000" rIns="180000" anchor="t">
            <a:noAutofit/>
          </a:bodyPr>
          <a:lstStyle>
            <a:lvl1pPr marL="0" indent="0">
              <a:lnSpc>
                <a:spcPct val="100000"/>
              </a:lnSpc>
              <a:spcBef>
                <a:spcPts val="400"/>
              </a:spcBef>
              <a:buNone/>
              <a:defRPr sz="1600" b="0">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ja-JP" altLang="en-US"/>
              <a:t>補足テキスト</a:t>
            </a:r>
            <a:endParaRPr kumimoji="1" lang="en-US" altLang="ja-JP"/>
          </a:p>
        </p:txBody>
      </p:sp>
      <p:sp>
        <p:nvSpPr>
          <p:cNvPr id="42" name="テキスト プレースホルダー 13">
            <a:extLst>
              <a:ext uri="{FF2B5EF4-FFF2-40B4-BE49-F238E27FC236}">
                <a16:creationId xmlns:a16="http://schemas.microsoft.com/office/drawing/2014/main" id="{5E539ABA-F91D-8A2F-E544-DB3EBFAC9108}"/>
              </a:ext>
            </a:extLst>
          </p:cNvPr>
          <p:cNvSpPr>
            <a:spLocks noGrp="1"/>
          </p:cNvSpPr>
          <p:nvPr>
            <p:ph type="body" sz="quarter" idx="22" hasCustomPrompt="1"/>
          </p:nvPr>
        </p:nvSpPr>
        <p:spPr>
          <a:xfrm>
            <a:off x="2604988" y="4355885"/>
            <a:ext cx="9360000" cy="432000"/>
          </a:xfrm>
        </p:spPr>
        <p:txBody>
          <a:bodyPr lIns="180000" tIns="72000" rIns="180000" anchor="t">
            <a:no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en-US" altLang="ja-JP"/>
              <a:t>4. </a:t>
            </a:r>
            <a:r>
              <a:rPr kumimoji="1" lang="ja-JP" altLang="en-US"/>
              <a:t>トピックタイトル</a:t>
            </a:r>
            <a:endParaRPr kumimoji="1" lang="en-US" altLang="ja-JP"/>
          </a:p>
        </p:txBody>
      </p:sp>
      <p:sp>
        <p:nvSpPr>
          <p:cNvPr id="43" name="テキスト プレースホルダー 13">
            <a:extLst>
              <a:ext uri="{FF2B5EF4-FFF2-40B4-BE49-F238E27FC236}">
                <a16:creationId xmlns:a16="http://schemas.microsoft.com/office/drawing/2014/main" id="{F67B5B7A-896A-DE29-E75A-80E790F361FA}"/>
              </a:ext>
            </a:extLst>
          </p:cNvPr>
          <p:cNvSpPr>
            <a:spLocks noGrp="1"/>
          </p:cNvSpPr>
          <p:nvPr>
            <p:ph type="body" sz="quarter" idx="23" hasCustomPrompt="1"/>
          </p:nvPr>
        </p:nvSpPr>
        <p:spPr>
          <a:xfrm>
            <a:off x="3324988" y="4809694"/>
            <a:ext cx="8640000" cy="396000"/>
          </a:xfrm>
        </p:spPr>
        <p:txBody>
          <a:bodyPr lIns="180000" tIns="72000" rIns="180000" anchor="t">
            <a:noAutofit/>
          </a:bodyPr>
          <a:lstStyle>
            <a:lvl1pPr marL="0" indent="0">
              <a:lnSpc>
                <a:spcPct val="100000"/>
              </a:lnSpc>
              <a:spcBef>
                <a:spcPts val="400"/>
              </a:spcBef>
              <a:buNone/>
              <a:defRPr sz="1600" b="0">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ja-JP" altLang="en-US"/>
              <a:t>補足テキスト</a:t>
            </a:r>
            <a:endParaRPr kumimoji="1" lang="en-US" altLang="ja-JP"/>
          </a:p>
        </p:txBody>
      </p:sp>
      <p:sp>
        <p:nvSpPr>
          <p:cNvPr id="44" name="テキスト プレースホルダー 13">
            <a:extLst>
              <a:ext uri="{FF2B5EF4-FFF2-40B4-BE49-F238E27FC236}">
                <a16:creationId xmlns:a16="http://schemas.microsoft.com/office/drawing/2014/main" id="{433031D6-DD50-5095-0CC8-23D614EBC922}"/>
              </a:ext>
            </a:extLst>
          </p:cNvPr>
          <p:cNvSpPr>
            <a:spLocks noGrp="1"/>
          </p:cNvSpPr>
          <p:nvPr>
            <p:ph type="body" sz="quarter" idx="24" hasCustomPrompt="1"/>
          </p:nvPr>
        </p:nvSpPr>
        <p:spPr>
          <a:xfrm>
            <a:off x="2604988" y="5406811"/>
            <a:ext cx="9360000" cy="432000"/>
          </a:xfrm>
        </p:spPr>
        <p:txBody>
          <a:bodyPr lIns="180000" tIns="72000" rIns="180000" anchor="t">
            <a:no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en-US" altLang="ja-JP"/>
              <a:t>5. </a:t>
            </a:r>
            <a:r>
              <a:rPr kumimoji="1" lang="ja-JP" altLang="en-US"/>
              <a:t>トピックタイトル</a:t>
            </a:r>
            <a:endParaRPr kumimoji="1" lang="en-US" altLang="ja-JP"/>
          </a:p>
        </p:txBody>
      </p:sp>
      <p:sp>
        <p:nvSpPr>
          <p:cNvPr id="45" name="テキスト プレースホルダー 13">
            <a:extLst>
              <a:ext uri="{FF2B5EF4-FFF2-40B4-BE49-F238E27FC236}">
                <a16:creationId xmlns:a16="http://schemas.microsoft.com/office/drawing/2014/main" id="{6345B59D-EA5D-4847-AC94-092E01E40DFE}"/>
              </a:ext>
            </a:extLst>
          </p:cNvPr>
          <p:cNvSpPr>
            <a:spLocks noGrp="1"/>
          </p:cNvSpPr>
          <p:nvPr>
            <p:ph type="body" sz="quarter" idx="25" hasCustomPrompt="1"/>
          </p:nvPr>
        </p:nvSpPr>
        <p:spPr>
          <a:xfrm>
            <a:off x="3324988" y="5860620"/>
            <a:ext cx="8640000" cy="396000"/>
          </a:xfrm>
        </p:spPr>
        <p:txBody>
          <a:bodyPr lIns="180000" tIns="72000" rIns="180000" anchor="t">
            <a:noAutofit/>
          </a:bodyPr>
          <a:lstStyle>
            <a:lvl1pPr marL="0" indent="0">
              <a:lnSpc>
                <a:spcPct val="100000"/>
              </a:lnSpc>
              <a:spcBef>
                <a:spcPts val="400"/>
              </a:spcBef>
              <a:buNone/>
              <a:defRPr sz="1600" b="0">
                <a:latin typeface="メイリオ" panose="020B0604030504040204" pitchFamily="50" charset="-128"/>
                <a:ea typeface="メイリオ" panose="020B0604030504040204" pitchFamily="50" charset="-128"/>
              </a:defRPr>
            </a:lvl1pPr>
            <a:lvl4pPr marL="1080000" indent="0">
              <a:lnSpc>
                <a:spcPct val="100000"/>
              </a:lnSpc>
              <a:spcBef>
                <a:spcPts val="400"/>
              </a:spcBef>
              <a:buNone/>
              <a:defRPr sz="1400"/>
            </a:lvl4pPr>
          </a:lstStyle>
          <a:p>
            <a:pPr lvl="0"/>
            <a:r>
              <a:rPr kumimoji="1" lang="ja-JP" altLang="en-US"/>
              <a:t>補足テキスト</a:t>
            </a:r>
            <a:endParaRPr kumimoji="1" lang="en-US" altLang="ja-JP"/>
          </a:p>
        </p:txBody>
      </p:sp>
      <p:sp>
        <p:nvSpPr>
          <p:cNvPr id="46" name="テキスト ボックス 45">
            <a:extLst>
              <a:ext uri="{FF2B5EF4-FFF2-40B4-BE49-F238E27FC236}">
                <a16:creationId xmlns:a16="http://schemas.microsoft.com/office/drawing/2014/main" id="{9E132C20-8123-1012-8F31-644C815BC48B}"/>
              </a:ext>
            </a:extLst>
          </p:cNvPr>
          <p:cNvSpPr txBox="1"/>
          <p:nvPr/>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
        <p:nvSpPr>
          <p:cNvPr id="18" name="フッター プレースホルダー 2">
            <a:extLst>
              <a:ext uri="{FF2B5EF4-FFF2-40B4-BE49-F238E27FC236}">
                <a16:creationId xmlns:a16="http://schemas.microsoft.com/office/drawing/2014/main" id="{8C54F341-AE34-F552-2D9E-21DD0C65F08B}"/>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19" name="正方形/長方形 18">
            <a:extLst>
              <a:ext uri="{FF2B5EF4-FFF2-40B4-BE49-F238E27FC236}">
                <a16:creationId xmlns:a16="http://schemas.microsoft.com/office/drawing/2014/main" id="{AA40949F-DE6F-42C7-938C-647037EFDAC3}"/>
              </a:ext>
            </a:extLst>
          </p:cNvPr>
          <p:cNvSpPr/>
          <p:nvPr userDrawn="1"/>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3D049C27-527D-4DAA-B422-9EE504424655}"/>
              </a:ext>
            </a:extLst>
          </p:cNvPr>
          <p:cNvCxnSpPr>
            <a:cxnSpLocks/>
          </p:cNvCxnSpPr>
          <p:nvPr userDrawn="1"/>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1770CE58-926D-4CD6-AFFC-668151530C57}"/>
              </a:ext>
            </a:extLst>
          </p:cNvPr>
          <p:cNvSpPr txBox="1"/>
          <p:nvPr userDrawn="1"/>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Tree>
    <p:extLst>
      <p:ext uri="{BB962C8B-B14F-4D97-AF65-F5344CB8AC3E}">
        <p14:creationId xmlns:p14="http://schemas.microsoft.com/office/powerpoint/2010/main" val="2117165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opic 2">
    <p:spTree>
      <p:nvGrpSpPr>
        <p:cNvPr id="1" name=""/>
        <p:cNvGrpSpPr/>
        <p:nvPr/>
      </p:nvGrpSpPr>
      <p:grpSpPr>
        <a:xfrm>
          <a:off x="0" y="0"/>
          <a:ext cx="0" cy="0"/>
          <a:chOff x="0" y="0"/>
          <a:chExt cx="0" cy="0"/>
        </a:xfrm>
      </p:grpSpPr>
      <p:sp>
        <p:nvSpPr>
          <p:cNvPr id="20" name="テキスト プレースホルダー 13">
            <a:extLst>
              <a:ext uri="{FF2B5EF4-FFF2-40B4-BE49-F238E27FC236}">
                <a16:creationId xmlns:a16="http://schemas.microsoft.com/office/drawing/2014/main" id="{68D846FA-517A-1BDC-FC39-E177F82B1D6A}"/>
              </a:ext>
            </a:extLst>
          </p:cNvPr>
          <p:cNvSpPr>
            <a:spLocks noGrp="1"/>
          </p:cNvSpPr>
          <p:nvPr>
            <p:ph type="body" sz="quarter" idx="11" hasCustomPrompt="1"/>
          </p:nvPr>
        </p:nvSpPr>
        <p:spPr>
          <a:xfrm>
            <a:off x="227013" y="1202636"/>
            <a:ext cx="2232000" cy="1620000"/>
          </a:xfrm>
        </p:spPr>
        <p:txBody>
          <a:bodyPr lIns="180000" tIns="72000" rIns="180000">
            <a:norm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stStyle>
          <a:p>
            <a:pPr lvl="0"/>
            <a:r>
              <a:rPr kumimoji="1" lang="en-US" altLang="ja-JP"/>
              <a:t>1.</a:t>
            </a:r>
            <a:br>
              <a:rPr kumimoji="1" lang="en-US" altLang="ja-JP"/>
            </a:br>
            <a:r>
              <a:rPr kumimoji="1" lang="ja-JP" altLang="en-US"/>
              <a:t>トピックタイトル</a:t>
            </a:r>
            <a:br>
              <a:rPr kumimoji="1" lang="en-US" altLang="ja-JP"/>
            </a:br>
            <a:r>
              <a:rPr kumimoji="1" lang="en-US" altLang="ja-JP"/>
              <a:t>MSP</a:t>
            </a:r>
            <a:r>
              <a:rPr kumimoji="1" lang="ja-JP" altLang="en-US"/>
              <a:t>ゴシック</a:t>
            </a:r>
            <a:br>
              <a:rPr kumimoji="1" lang="en-US" altLang="ja-JP"/>
            </a:br>
            <a:r>
              <a:rPr kumimoji="1" lang="en-US" altLang="ja-JP"/>
              <a:t>18pt / </a:t>
            </a:r>
            <a:r>
              <a:rPr kumimoji="1" lang="ja-JP" altLang="en-US"/>
              <a:t>行間</a:t>
            </a:r>
            <a:r>
              <a:rPr kumimoji="1" lang="en-US" altLang="ja-JP"/>
              <a:t>1</a:t>
            </a:r>
          </a:p>
        </p:txBody>
      </p:sp>
      <p:sp>
        <p:nvSpPr>
          <p:cNvPr id="21" name="テキスト プレースホルダー 13">
            <a:extLst>
              <a:ext uri="{FF2B5EF4-FFF2-40B4-BE49-F238E27FC236}">
                <a16:creationId xmlns:a16="http://schemas.microsoft.com/office/drawing/2014/main" id="{2E896B08-519F-1B49-CAEA-B43D1178AF68}"/>
              </a:ext>
            </a:extLst>
          </p:cNvPr>
          <p:cNvSpPr>
            <a:spLocks noGrp="1"/>
          </p:cNvSpPr>
          <p:nvPr>
            <p:ph type="body" sz="quarter" idx="37" hasCustomPrompt="1"/>
          </p:nvPr>
        </p:nvSpPr>
        <p:spPr>
          <a:xfrm>
            <a:off x="227013" y="2853288"/>
            <a:ext cx="2232000" cy="3384000"/>
          </a:xfrm>
        </p:spPr>
        <p:txBody>
          <a:bodyPr lIns="180000" tIns="72000" rIns="180000">
            <a:normAutofit/>
          </a:bodyPr>
          <a:lstStyle>
            <a:lvl1pPr marL="0" indent="0">
              <a:lnSpc>
                <a:spcPct val="100000"/>
              </a:lnSpc>
              <a:spcBef>
                <a:spcPts val="400"/>
              </a:spcBef>
              <a:buNone/>
              <a:defRPr sz="1600">
                <a:latin typeface="メイリオ" panose="020B0604030504040204" pitchFamily="50" charset="-128"/>
                <a:ea typeface="メイリオ" panose="020B0604030504040204" pitchFamily="50" charset="-128"/>
              </a:defRPr>
            </a:lvl1pPr>
          </a:lstStyle>
          <a:p>
            <a:pPr lvl="0"/>
            <a:r>
              <a:rPr kumimoji="1" lang="ja-JP" altLang="en-US"/>
              <a:t>トピック補足テキスト</a:t>
            </a:r>
            <a:br>
              <a:rPr kumimoji="1" lang="en-US" altLang="ja-JP"/>
            </a:br>
            <a:r>
              <a:rPr kumimoji="1" lang="en-US" altLang="ja-JP"/>
              <a:t>MSP</a:t>
            </a:r>
            <a:r>
              <a:rPr kumimoji="1" lang="ja-JP" altLang="en-US"/>
              <a:t>ゴシック</a:t>
            </a:r>
            <a:br>
              <a:rPr kumimoji="1" lang="en-US" altLang="ja-JP"/>
            </a:br>
            <a:r>
              <a:rPr kumimoji="1" lang="en-US" altLang="ja-JP"/>
              <a:t>16pt / </a:t>
            </a:r>
            <a:r>
              <a:rPr kumimoji="1" lang="ja-JP" altLang="en-US"/>
              <a:t>行間</a:t>
            </a:r>
            <a:r>
              <a:rPr kumimoji="1" lang="en-US" altLang="ja-JP"/>
              <a:t>1</a:t>
            </a:r>
            <a:endParaRPr kumimoji="1" lang="ja-JP" altLang="en-US"/>
          </a:p>
        </p:txBody>
      </p:sp>
      <p:sp>
        <p:nvSpPr>
          <p:cNvPr id="25" name="正方形/長方形 24">
            <a:extLst>
              <a:ext uri="{FF2B5EF4-FFF2-40B4-BE49-F238E27FC236}">
                <a16:creationId xmlns:a16="http://schemas.microsoft.com/office/drawing/2014/main" id="{7B82DFB4-8892-789E-B2CD-7983B9B4CF0D}"/>
              </a:ext>
            </a:extLst>
          </p:cNvPr>
          <p:cNvSpPr/>
          <p:nvPr/>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コネクタ 25">
            <a:extLst>
              <a:ext uri="{FF2B5EF4-FFF2-40B4-BE49-F238E27FC236}">
                <a16:creationId xmlns:a16="http://schemas.microsoft.com/office/drawing/2014/main" id="{6A81A413-E438-061D-7C90-F5C58FADD165}"/>
              </a:ext>
            </a:extLst>
          </p:cNvPr>
          <p:cNvCxnSpPr>
            <a:cxnSpLocks/>
          </p:cNvCxnSpPr>
          <p:nvPr/>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スライド番号プレースホルダー 3">
            <a:extLst>
              <a:ext uri="{FF2B5EF4-FFF2-40B4-BE49-F238E27FC236}">
                <a16:creationId xmlns:a16="http://schemas.microsoft.com/office/drawing/2014/main" id="{6109E172-85B5-D6BA-35E2-71BC0EBAEF77}"/>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00">
                <a:solidFill>
                  <a:schemeClr val="tx1"/>
                </a:solidFill>
                <a:latin typeface="+mj-lt"/>
              </a:defRPr>
            </a:lvl1pPr>
          </a:lstStyle>
          <a:p>
            <a:fld id="{48394356-8693-4048-8EAF-2BF05B04AA80}" type="slidenum">
              <a:rPr lang="ja-JP" altLang="en-US" smtClean="0"/>
              <a:pPr/>
              <a:t>‹#›</a:t>
            </a:fld>
            <a:endParaRPr lang="ja-JP" altLang="en-US"/>
          </a:p>
        </p:txBody>
      </p:sp>
      <p:sp>
        <p:nvSpPr>
          <p:cNvPr id="30" name="タイトル 1">
            <a:extLst>
              <a:ext uri="{FF2B5EF4-FFF2-40B4-BE49-F238E27FC236}">
                <a16:creationId xmlns:a16="http://schemas.microsoft.com/office/drawing/2014/main" id="{B9A141CF-F022-534F-2B0D-5484A16D3D37}"/>
              </a:ext>
            </a:extLst>
          </p:cNvPr>
          <p:cNvSpPr>
            <a:spLocks noGrp="1"/>
          </p:cNvSpPr>
          <p:nvPr>
            <p:ph type="title" hasCustomPrompt="1"/>
          </p:nvPr>
        </p:nvSpPr>
        <p:spPr>
          <a:xfrm>
            <a:off x="228988" y="188913"/>
            <a:ext cx="9000000" cy="540000"/>
          </a:xfrm>
        </p:spPr>
        <p:txBody>
          <a:bodyPr lIns="180000" tIns="72000" rIns="180000"/>
          <a:lstStyle>
            <a:lvl1pPr>
              <a:defRPr sz="2400">
                <a:latin typeface="メイリオ" panose="020B0604030504040204" pitchFamily="50" charset="-128"/>
                <a:ea typeface="メイリオ" panose="020B0604030504040204" pitchFamily="50" charset="-128"/>
              </a:defRPr>
            </a:lvl1pPr>
          </a:lstStyle>
          <a:p>
            <a:r>
              <a:rPr kumimoji="1" lang="ja-JP" altLang="en-US"/>
              <a:t>タイトル</a:t>
            </a:r>
            <a:r>
              <a:rPr kumimoji="1" lang="en-US" altLang="ja-JP"/>
              <a:t> MSP</a:t>
            </a:r>
            <a:r>
              <a:rPr kumimoji="1" lang="ja-JP" altLang="en-US"/>
              <a:t>ゴシック</a:t>
            </a:r>
            <a:r>
              <a:rPr kumimoji="1" lang="en-US" altLang="ja-JP"/>
              <a:t> 24pt</a:t>
            </a:r>
            <a:endParaRPr kumimoji="1" lang="ja-JP" altLang="en-US"/>
          </a:p>
        </p:txBody>
      </p:sp>
      <p:sp>
        <p:nvSpPr>
          <p:cNvPr id="31" name="テキスト プレースホルダー 13">
            <a:extLst>
              <a:ext uri="{FF2B5EF4-FFF2-40B4-BE49-F238E27FC236}">
                <a16:creationId xmlns:a16="http://schemas.microsoft.com/office/drawing/2014/main" id="{091E2DBB-7DB9-2686-95D3-4E80875ED02D}"/>
              </a:ext>
            </a:extLst>
          </p:cNvPr>
          <p:cNvSpPr>
            <a:spLocks noGrp="1"/>
          </p:cNvSpPr>
          <p:nvPr>
            <p:ph type="body" sz="quarter" idx="38" hasCustomPrompt="1"/>
          </p:nvPr>
        </p:nvSpPr>
        <p:spPr>
          <a:xfrm>
            <a:off x="9729232" y="1202636"/>
            <a:ext cx="2232000" cy="1620000"/>
          </a:xfrm>
        </p:spPr>
        <p:txBody>
          <a:bodyPr lIns="180000" tIns="72000" rIns="180000">
            <a:norm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stStyle>
          <a:p>
            <a:pPr lvl="0"/>
            <a:r>
              <a:rPr kumimoji="1" lang="en-US" altLang="ja-JP"/>
              <a:t>5.</a:t>
            </a:r>
            <a:br>
              <a:rPr kumimoji="1" lang="en-US" altLang="ja-JP"/>
            </a:br>
            <a:r>
              <a:rPr kumimoji="1" lang="ja-JP" altLang="en-US"/>
              <a:t>トピックタイトル</a:t>
            </a:r>
            <a:endParaRPr kumimoji="1" lang="en-US" altLang="ja-JP"/>
          </a:p>
        </p:txBody>
      </p:sp>
      <p:sp>
        <p:nvSpPr>
          <p:cNvPr id="32" name="テキスト プレースホルダー 13">
            <a:extLst>
              <a:ext uri="{FF2B5EF4-FFF2-40B4-BE49-F238E27FC236}">
                <a16:creationId xmlns:a16="http://schemas.microsoft.com/office/drawing/2014/main" id="{078B0A2C-258F-D3A0-16EC-3E1972B716E7}"/>
              </a:ext>
            </a:extLst>
          </p:cNvPr>
          <p:cNvSpPr>
            <a:spLocks noGrp="1"/>
          </p:cNvSpPr>
          <p:nvPr>
            <p:ph type="body" sz="quarter" idx="39" hasCustomPrompt="1"/>
          </p:nvPr>
        </p:nvSpPr>
        <p:spPr>
          <a:xfrm>
            <a:off x="9729232" y="2853288"/>
            <a:ext cx="2232000" cy="3384000"/>
          </a:xfrm>
        </p:spPr>
        <p:txBody>
          <a:bodyPr lIns="180000" tIns="72000" rIns="180000">
            <a:normAutofit/>
          </a:bodyPr>
          <a:lstStyle>
            <a:lvl1pPr marL="0" indent="0">
              <a:lnSpc>
                <a:spcPct val="100000"/>
              </a:lnSpc>
              <a:spcBef>
                <a:spcPts val="400"/>
              </a:spcBef>
              <a:buNone/>
              <a:defRPr sz="1600">
                <a:latin typeface="メイリオ" panose="020B0604030504040204" pitchFamily="50" charset="-128"/>
                <a:ea typeface="メイリオ" panose="020B0604030504040204" pitchFamily="50" charset="-128"/>
              </a:defRPr>
            </a:lvl1pPr>
          </a:lstStyle>
          <a:p>
            <a:pPr lvl="0"/>
            <a:r>
              <a:rPr kumimoji="1" lang="ja-JP" altLang="en-US"/>
              <a:t>補足テキスト</a:t>
            </a:r>
          </a:p>
        </p:txBody>
      </p:sp>
      <p:sp>
        <p:nvSpPr>
          <p:cNvPr id="33" name="テキスト プレースホルダー 13">
            <a:extLst>
              <a:ext uri="{FF2B5EF4-FFF2-40B4-BE49-F238E27FC236}">
                <a16:creationId xmlns:a16="http://schemas.microsoft.com/office/drawing/2014/main" id="{D8A912AB-567C-A54D-4F1D-3027E27F6316}"/>
              </a:ext>
            </a:extLst>
          </p:cNvPr>
          <p:cNvSpPr>
            <a:spLocks noGrp="1"/>
          </p:cNvSpPr>
          <p:nvPr>
            <p:ph type="body" sz="quarter" idx="40" hasCustomPrompt="1"/>
          </p:nvPr>
        </p:nvSpPr>
        <p:spPr>
          <a:xfrm>
            <a:off x="4980000" y="1202636"/>
            <a:ext cx="2232000" cy="1620000"/>
          </a:xfrm>
        </p:spPr>
        <p:txBody>
          <a:bodyPr lIns="180000" tIns="72000" rIns="180000">
            <a:norm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stStyle>
          <a:p>
            <a:pPr lvl="0"/>
            <a:r>
              <a:rPr kumimoji="1" lang="en-US" altLang="ja-JP"/>
              <a:t>3.</a:t>
            </a:r>
            <a:br>
              <a:rPr kumimoji="1" lang="en-US" altLang="ja-JP"/>
            </a:br>
            <a:r>
              <a:rPr kumimoji="1" lang="ja-JP" altLang="en-US"/>
              <a:t>トピックタイトル</a:t>
            </a:r>
            <a:endParaRPr kumimoji="1" lang="en-US" altLang="ja-JP"/>
          </a:p>
        </p:txBody>
      </p:sp>
      <p:sp>
        <p:nvSpPr>
          <p:cNvPr id="34" name="テキスト プレースホルダー 13">
            <a:extLst>
              <a:ext uri="{FF2B5EF4-FFF2-40B4-BE49-F238E27FC236}">
                <a16:creationId xmlns:a16="http://schemas.microsoft.com/office/drawing/2014/main" id="{A1CC399C-A256-16A8-5421-852FF5919F5D}"/>
              </a:ext>
            </a:extLst>
          </p:cNvPr>
          <p:cNvSpPr>
            <a:spLocks noGrp="1"/>
          </p:cNvSpPr>
          <p:nvPr>
            <p:ph type="body" sz="quarter" idx="41" hasCustomPrompt="1"/>
          </p:nvPr>
        </p:nvSpPr>
        <p:spPr>
          <a:xfrm>
            <a:off x="4980000" y="2853288"/>
            <a:ext cx="2232000" cy="3384000"/>
          </a:xfrm>
        </p:spPr>
        <p:txBody>
          <a:bodyPr lIns="180000" tIns="72000" rIns="180000">
            <a:normAutofit/>
          </a:bodyPr>
          <a:lstStyle>
            <a:lvl1pPr marL="0" indent="0">
              <a:lnSpc>
                <a:spcPct val="100000"/>
              </a:lnSpc>
              <a:spcBef>
                <a:spcPts val="400"/>
              </a:spcBef>
              <a:buNone/>
              <a:defRPr sz="1600">
                <a:latin typeface="メイリオ" panose="020B0604030504040204" pitchFamily="50" charset="-128"/>
                <a:ea typeface="メイリオ" panose="020B0604030504040204" pitchFamily="50" charset="-128"/>
              </a:defRPr>
            </a:lvl1pPr>
          </a:lstStyle>
          <a:p>
            <a:pPr lvl="0"/>
            <a:r>
              <a:rPr kumimoji="1" lang="ja-JP" altLang="en-US"/>
              <a:t>補足テキスト</a:t>
            </a:r>
          </a:p>
        </p:txBody>
      </p:sp>
      <p:sp>
        <p:nvSpPr>
          <p:cNvPr id="35" name="テキスト プレースホルダー 13">
            <a:extLst>
              <a:ext uri="{FF2B5EF4-FFF2-40B4-BE49-F238E27FC236}">
                <a16:creationId xmlns:a16="http://schemas.microsoft.com/office/drawing/2014/main" id="{F59B86E8-736F-B28D-D00E-E953A7F41FBC}"/>
              </a:ext>
            </a:extLst>
          </p:cNvPr>
          <p:cNvSpPr>
            <a:spLocks noGrp="1"/>
          </p:cNvSpPr>
          <p:nvPr>
            <p:ph type="body" sz="quarter" idx="42" hasCustomPrompt="1"/>
          </p:nvPr>
        </p:nvSpPr>
        <p:spPr>
          <a:xfrm>
            <a:off x="2601629" y="1202636"/>
            <a:ext cx="2232000" cy="1620000"/>
          </a:xfrm>
        </p:spPr>
        <p:txBody>
          <a:bodyPr lIns="180000" tIns="72000" rIns="180000">
            <a:norm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stStyle>
          <a:p>
            <a:pPr lvl="0"/>
            <a:r>
              <a:rPr kumimoji="1" lang="en-US" altLang="ja-JP"/>
              <a:t>2.</a:t>
            </a:r>
            <a:br>
              <a:rPr kumimoji="1" lang="en-US" altLang="ja-JP"/>
            </a:br>
            <a:r>
              <a:rPr kumimoji="1" lang="ja-JP" altLang="en-US"/>
              <a:t>トピックタイトル</a:t>
            </a:r>
            <a:endParaRPr kumimoji="1" lang="en-US" altLang="ja-JP"/>
          </a:p>
        </p:txBody>
      </p:sp>
      <p:sp>
        <p:nvSpPr>
          <p:cNvPr id="36" name="テキスト プレースホルダー 13">
            <a:extLst>
              <a:ext uri="{FF2B5EF4-FFF2-40B4-BE49-F238E27FC236}">
                <a16:creationId xmlns:a16="http://schemas.microsoft.com/office/drawing/2014/main" id="{147CC392-487E-2E0C-B50A-061957F777ED}"/>
              </a:ext>
            </a:extLst>
          </p:cNvPr>
          <p:cNvSpPr>
            <a:spLocks noGrp="1"/>
          </p:cNvSpPr>
          <p:nvPr>
            <p:ph type="body" sz="quarter" idx="43" hasCustomPrompt="1"/>
          </p:nvPr>
        </p:nvSpPr>
        <p:spPr>
          <a:xfrm>
            <a:off x="2601629" y="2853288"/>
            <a:ext cx="2232000" cy="3384000"/>
          </a:xfrm>
        </p:spPr>
        <p:txBody>
          <a:bodyPr lIns="180000" tIns="72000" rIns="180000">
            <a:normAutofit/>
          </a:bodyPr>
          <a:lstStyle>
            <a:lvl1pPr marL="0" indent="0">
              <a:lnSpc>
                <a:spcPct val="100000"/>
              </a:lnSpc>
              <a:spcBef>
                <a:spcPts val="400"/>
              </a:spcBef>
              <a:buNone/>
              <a:defRPr sz="1600">
                <a:latin typeface="メイリオ" panose="020B0604030504040204" pitchFamily="50" charset="-128"/>
                <a:ea typeface="メイリオ" panose="020B0604030504040204" pitchFamily="50" charset="-128"/>
              </a:defRPr>
            </a:lvl1pPr>
          </a:lstStyle>
          <a:p>
            <a:pPr lvl="0"/>
            <a:r>
              <a:rPr kumimoji="1" lang="ja-JP" altLang="en-US"/>
              <a:t>補足テキスト</a:t>
            </a:r>
          </a:p>
        </p:txBody>
      </p:sp>
      <p:sp>
        <p:nvSpPr>
          <p:cNvPr id="37" name="テキスト プレースホルダー 13">
            <a:extLst>
              <a:ext uri="{FF2B5EF4-FFF2-40B4-BE49-F238E27FC236}">
                <a16:creationId xmlns:a16="http://schemas.microsoft.com/office/drawing/2014/main" id="{7BEA0843-78F0-59BF-C130-00A11B0158B0}"/>
              </a:ext>
            </a:extLst>
          </p:cNvPr>
          <p:cNvSpPr>
            <a:spLocks noGrp="1"/>
          </p:cNvSpPr>
          <p:nvPr>
            <p:ph type="body" sz="quarter" idx="44" hasCustomPrompt="1"/>
          </p:nvPr>
        </p:nvSpPr>
        <p:spPr>
          <a:xfrm>
            <a:off x="7350861" y="1202636"/>
            <a:ext cx="2232000" cy="1620000"/>
          </a:xfrm>
        </p:spPr>
        <p:txBody>
          <a:bodyPr lIns="180000" tIns="72000" rIns="180000">
            <a:normAutofit/>
          </a:bodyPr>
          <a:lstStyle>
            <a:lvl1pPr marL="0" indent="0">
              <a:lnSpc>
                <a:spcPct val="100000"/>
              </a:lnSpc>
              <a:spcBef>
                <a:spcPts val="400"/>
              </a:spcBef>
              <a:buNone/>
              <a:defRPr sz="1800" b="1">
                <a:latin typeface="メイリオ" panose="020B0604030504040204" pitchFamily="50" charset="-128"/>
                <a:ea typeface="メイリオ" panose="020B0604030504040204" pitchFamily="50" charset="-128"/>
              </a:defRPr>
            </a:lvl1pPr>
          </a:lstStyle>
          <a:p>
            <a:pPr lvl="0"/>
            <a:r>
              <a:rPr kumimoji="1" lang="en-US" altLang="ja-JP"/>
              <a:t>4.</a:t>
            </a:r>
            <a:br>
              <a:rPr kumimoji="1" lang="en-US" altLang="ja-JP"/>
            </a:br>
            <a:r>
              <a:rPr kumimoji="1" lang="ja-JP" altLang="en-US"/>
              <a:t>トピックタイトル</a:t>
            </a:r>
            <a:endParaRPr kumimoji="1" lang="en-US" altLang="ja-JP"/>
          </a:p>
        </p:txBody>
      </p:sp>
      <p:sp>
        <p:nvSpPr>
          <p:cNvPr id="38" name="テキスト プレースホルダー 13">
            <a:extLst>
              <a:ext uri="{FF2B5EF4-FFF2-40B4-BE49-F238E27FC236}">
                <a16:creationId xmlns:a16="http://schemas.microsoft.com/office/drawing/2014/main" id="{A4EC413B-D1FB-83CD-AFD7-13B9F7201C46}"/>
              </a:ext>
            </a:extLst>
          </p:cNvPr>
          <p:cNvSpPr>
            <a:spLocks noGrp="1"/>
          </p:cNvSpPr>
          <p:nvPr>
            <p:ph type="body" sz="quarter" idx="45" hasCustomPrompt="1"/>
          </p:nvPr>
        </p:nvSpPr>
        <p:spPr>
          <a:xfrm>
            <a:off x="7350861" y="2853288"/>
            <a:ext cx="2232000" cy="3384000"/>
          </a:xfrm>
        </p:spPr>
        <p:txBody>
          <a:bodyPr lIns="180000" tIns="72000" rIns="180000">
            <a:normAutofit/>
          </a:bodyPr>
          <a:lstStyle>
            <a:lvl1pPr marL="0" indent="0">
              <a:lnSpc>
                <a:spcPct val="100000"/>
              </a:lnSpc>
              <a:spcBef>
                <a:spcPts val="400"/>
              </a:spcBef>
              <a:buNone/>
              <a:defRPr sz="1600">
                <a:latin typeface="メイリオ" panose="020B0604030504040204" pitchFamily="50" charset="-128"/>
                <a:ea typeface="メイリオ" panose="020B0604030504040204" pitchFamily="50" charset="-128"/>
              </a:defRPr>
            </a:lvl1pPr>
          </a:lstStyle>
          <a:p>
            <a:pPr lvl="0"/>
            <a:r>
              <a:rPr kumimoji="1" lang="ja-JP" altLang="en-US"/>
              <a:t>補足テキスト</a:t>
            </a:r>
          </a:p>
        </p:txBody>
      </p:sp>
      <p:sp>
        <p:nvSpPr>
          <p:cNvPr id="39" name="テキスト ボックス 38">
            <a:extLst>
              <a:ext uri="{FF2B5EF4-FFF2-40B4-BE49-F238E27FC236}">
                <a16:creationId xmlns:a16="http://schemas.microsoft.com/office/drawing/2014/main" id="{9528192A-F077-FEE2-59A7-9B8112A6FFB7}"/>
              </a:ext>
            </a:extLst>
          </p:cNvPr>
          <p:cNvSpPr txBox="1"/>
          <p:nvPr/>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
        <p:nvSpPr>
          <p:cNvPr id="18" name="フッター プレースホルダー 2">
            <a:extLst>
              <a:ext uri="{FF2B5EF4-FFF2-40B4-BE49-F238E27FC236}">
                <a16:creationId xmlns:a16="http://schemas.microsoft.com/office/drawing/2014/main" id="{8B7B2490-5B69-9356-577C-5A2BF46F6414}"/>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19" name="正方形/長方形 18">
            <a:extLst>
              <a:ext uri="{FF2B5EF4-FFF2-40B4-BE49-F238E27FC236}">
                <a16:creationId xmlns:a16="http://schemas.microsoft.com/office/drawing/2014/main" id="{64F1DFEB-89E7-4E93-8F93-D7C095311E96}"/>
              </a:ext>
            </a:extLst>
          </p:cNvPr>
          <p:cNvSpPr/>
          <p:nvPr userDrawn="1"/>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CB170C04-AF08-47E4-B742-193C7C0877D5}"/>
              </a:ext>
            </a:extLst>
          </p:cNvPr>
          <p:cNvCxnSpPr>
            <a:cxnSpLocks/>
          </p:cNvCxnSpPr>
          <p:nvPr userDrawn="1"/>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46D5C4C8-66B9-4DDB-981E-55A0A5F3E896}"/>
              </a:ext>
            </a:extLst>
          </p:cNvPr>
          <p:cNvSpPr txBox="1"/>
          <p:nvPr userDrawn="1"/>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spTree>
    <p:extLst>
      <p:ext uri="{BB962C8B-B14F-4D97-AF65-F5344CB8AC3E}">
        <p14:creationId xmlns:p14="http://schemas.microsoft.com/office/powerpoint/2010/main" val="40412690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lvl1pPr>
              <a:defRPr sz="32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
        <p:nvSpPr>
          <p:cNvPr id="3" name="コンテンツ プレースホルダー 2"/>
          <p:cNvSpPr>
            <a:spLocks noGrp="1"/>
          </p:cNvSpPr>
          <p:nvPr>
            <p:ph idx="1"/>
          </p:nvPr>
        </p:nvSpPr>
        <p:spPr/>
        <p:txBody>
          <a:bodyPr>
            <a:noAutofit/>
          </a:bodyPr>
          <a:lstStyle>
            <a:lvl1pPr>
              <a:defRPr>
                <a:latin typeface="ＭＳ ゴシック" panose="020B0609070205080204" pitchFamily="49" charset="-128"/>
                <a:ea typeface="ＭＳ ゴシック" panose="020B0609070205080204" pitchFamily="49" charset="-128"/>
              </a:defRPr>
            </a:lvl1pPr>
            <a:lvl2pPr>
              <a:defRPr>
                <a:latin typeface="ＭＳ ゴシック" panose="020B0609070205080204" pitchFamily="49" charset="-128"/>
                <a:ea typeface="ＭＳ ゴシック" panose="020B0609070205080204" pitchFamily="49" charset="-128"/>
              </a:defRPr>
            </a:lvl2pPr>
            <a:lvl3pPr>
              <a:defRPr>
                <a:latin typeface="ＭＳ ゴシック" panose="020B0609070205080204" pitchFamily="49" charset="-128"/>
                <a:ea typeface="ＭＳ ゴシック" panose="020B0609070205080204" pitchFamily="49" charset="-128"/>
              </a:defRPr>
            </a:lvl3pPr>
            <a:lvl4pPr>
              <a:defRPr>
                <a:latin typeface="ＭＳ ゴシック" panose="020B0609070205080204" pitchFamily="49" charset="-128"/>
                <a:ea typeface="ＭＳ ゴシック" panose="020B0609070205080204" pitchFamily="49" charset="-128"/>
              </a:defRPr>
            </a:lvl4pPr>
            <a:lvl5pPr>
              <a:defRPr>
                <a:latin typeface="ＭＳ ゴシック" panose="020B0609070205080204" pitchFamily="49" charset="-128"/>
                <a:ea typeface="ＭＳ ゴシック" panose="020B0609070205080204"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endParaRPr lang="ja-JP" altLang="en-US">
              <a:solidFill>
                <a:prstClr val="black">
                  <a:tint val="75000"/>
                </a:prstClr>
              </a:solidFill>
            </a:endParaRPr>
          </a:p>
        </p:txBody>
      </p:sp>
      <p:sp>
        <p:nvSpPr>
          <p:cNvPr id="5" name="フッター プレースホルダー 4"/>
          <p:cNvSpPr>
            <a:spLocks noGrp="1"/>
          </p:cNvSpPr>
          <p:nvPr>
            <p:ph type="ftr" sz="quarter" idx="11"/>
          </p:nvPr>
        </p:nvSpPr>
        <p:spPr/>
        <p:txBody>
          <a:bodyPr/>
          <a:lstStyle/>
          <a:p>
            <a:r>
              <a:rPr lang="ja-JP" altLang="en-US">
                <a:solidFill>
                  <a:prstClr val="black">
                    <a:tint val="75000"/>
                  </a:prstClr>
                </a:solidFill>
              </a:rPr>
              <a:t>三菱ケミカル株式会社</a:t>
            </a:r>
          </a:p>
        </p:txBody>
      </p:sp>
      <p:sp>
        <p:nvSpPr>
          <p:cNvPr id="6" name="スライド番号プレースホルダー 5"/>
          <p:cNvSpPr>
            <a:spLocks noGrp="1"/>
          </p:cNvSpPr>
          <p:nvPr>
            <p:ph type="sldNum" sz="quarter" idx="12"/>
          </p:nvPr>
        </p:nvSpPr>
        <p:spPr/>
        <p:txBody>
          <a:bodyPr/>
          <a:lstStyle/>
          <a:p>
            <a:fld id="{049A76EA-301C-46AF-8EE1-E964137727D1}" type="slidenum">
              <a:rPr lang="ja-JP" altLang="en-US" smtClean="0">
                <a:solidFill>
                  <a:prstClr val="black">
                    <a:tint val="75000"/>
                  </a:prstClr>
                </a:solidFill>
              </a:rPr>
              <a:pPr/>
              <a:t>‹#›</a:t>
            </a:fld>
            <a:endParaRPr lang="ja-JP" altLang="en-US">
              <a:solidFill>
                <a:prstClr val="black">
                  <a:tint val="75000"/>
                </a:prstClr>
              </a:solidFill>
            </a:endParaRPr>
          </a:p>
        </p:txBody>
      </p:sp>
    </p:spTree>
    <p:extLst>
      <p:ext uri="{BB962C8B-B14F-4D97-AF65-F5344CB8AC3E}">
        <p14:creationId xmlns:p14="http://schemas.microsoft.com/office/powerpoint/2010/main" val="33215255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theme" Target="../theme/theme2.xml"/><Relationship Id="rId10" Type="http://schemas.openxmlformats.org/officeDocument/2006/relationships/image" Target="../media/image1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8" name="フッター プレースホルダー 2">
            <a:extLst>
              <a:ext uri="{FF2B5EF4-FFF2-40B4-BE49-F238E27FC236}">
                <a16:creationId xmlns:a16="http://schemas.microsoft.com/office/drawing/2014/main" id="{793D33C9-6286-93AD-F690-DD106EE41887}"/>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r>
              <a:rPr lang="ja-JP" altLang="en-US"/>
              <a:t>三菱ケミカル株式会社</a:t>
            </a:r>
          </a:p>
        </p:txBody>
      </p:sp>
      <p:sp>
        <p:nvSpPr>
          <p:cNvPr id="39" name="スライド番号プレースホルダー 3">
            <a:extLst>
              <a:ext uri="{FF2B5EF4-FFF2-40B4-BE49-F238E27FC236}">
                <a16:creationId xmlns:a16="http://schemas.microsoft.com/office/drawing/2014/main" id="{1E9F7E52-3585-A248-DCF9-10FD61D0251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30">
                <a:solidFill>
                  <a:schemeClr val="tx1"/>
                </a:solidFill>
                <a:latin typeface="+mj-lt"/>
              </a:defRPr>
            </a:lvl1pPr>
          </a:lstStyle>
          <a:p>
            <a:fld id="{48394356-8693-4048-8EAF-2BF05B04AA80}" type="slidenum">
              <a:rPr lang="ja-JP" altLang="en-US" smtClean="0"/>
              <a:pPr/>
              <a:t>‹#›</a:t>
            </a:fld>
            <a:endParaRPr lang="ja-JP" altLang="en-US"/>
          </a:p>
        </p:txBody>
      </p:sp>
      <p:sp>
        <p:nvSpPr>
          <p:cNvPr id="5" name="タイトル プレースホルダー 4">
            <a:extLst>
              <a:ext uri="{FF2B5EF4-FFF2-40B4-BE49-F238E27FC236}">
                <a16:creationId xmlns:a16="http://schemas.microsoft.com/office/drawing/2014/main" id="{20757BDD-7C5A-9847-972C-E62918DA2709}"/>
              </a:ext>
            </a:extLst>
          </p:cNvPr>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a:extLst>
              <a:ext uri="{FF2B5EF4-FFF2-40B4-BE49-F238E27FC236}">
                <a16:creationId xmlns:a16="http://schemas.microsoft.com/office/drawing/2014/main" id="{DAEC7C21-0104-334A-9DA4-A217535898C9}"/>
              </a:ext>
            </a:extLst>
          </p:cNvPr>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96390841"/>
      </p:ext>
    </p:extLst>
  </p:cSld>
  <p:clrMap bg1="lt1" tx1="dk1" bg2="lt2" tx2="dk2" accent1="accent1" accent2="accent2" accent3="accent3" accent4="accent4" accent5="accent5" accent6="accent6" hlink="hlink" folHlink="folHlink"/>
  <p:sldLayoutIdLst>
    <p:sldLayoutId id="2147483821" r:id="rId1"/>
    <p:sldLayoutId id="2147483858" r:id="rId2"/>
    <p:sldLayoutId id="2147483864" r:id="rId3"/>
    <p:sldLayoutId id="2147483862" r:id="rId4"/>
    <p:sldLayoutId id="2147483863" r:id="rId5"/>
    <p:sldLayoutId id="2147483859" r:id="rId6"/>
    <p:sldLayoutId id="2147483874" r:id="rId7"/>
    <p:sldLayoutId id="2147483875" r:id="rId8"/>
    <p:sldLayoutId id="2147483876" r:id="rId9"/>
    <p:sldLayoutId id="2147483880" r:id="rId10"/>
    <p:sldLayoutId id="2147483881" r:id="rId11"/>
    <p:sldLayoutId id="2147483888" r:id="rId12"/>
    <p:sldLayoutId id="2147483890" r:id="rId13"/>
    <p:sldLayoutId id="2147483885" r:id="rId14"/>
    <p:sldLayoutId id="2147483886" r:id="rId15"/>
    <p:sldLayoutId id="2147483891" r:id="rId16"/>
    <p:sldLayoutId id="2147483996" r:id="rId17"/>
  </p:sldLayoutIdLst>
  <p:hf hd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2600" kern="1200" baseline="0">
          <a:solidFill>
            <a:schemeClr val="tx1"/>
          </a:solidFill>
          <a:latin typeface="+mn-lt"/>
          <a:ea typeface="+mn-ea"/>
          <a:cs typeface="+mn-cs"/>
        </a:defRPr>
      </a:lvl1pPr>
      <a:lvl2pPr marL="360000" indent="0" algn="l" defTabSz="914400" rtl="0" eaLnBrk="1" latinLnBrk="0" hangingPunct="1">
        <a:lnSpc>
          <a:spcPct val="100000"/>
        </a:lnSpc>
        <a:spcBef>
          <a:spcPts val="1000"/>
        </a:spcBef>
        <a:buFont typeface="Arial" panose="020B0604020202020204" pitchFamily="34" charset="0"/>
        <a:buNone/>
        <a:defRPr kumimoji="1" sz="2200" kern="1200">
          <a:solidFill>
            <a:schemeClr val="tx1"/>
          </a:solidFill>
          <a:latin typeface="+mn-lt"/>
          <a:ea typeface="+mn-ea"/>
          <a:cs typeface="+mn-cs"/>
        </a:defRPr>
      </a:lvl2pPr>
      <a:lvl3pPr marL="720000" indent="0" algn="l" defTabSz="914400" rtl="0" eaLnBrk="1" latinLnBrk="0" hangingPunct="1">
        <a:lnSpc>
          <a:spcPct val="100000"/>
        </a:lnSpc>
        <a:spcBef>
          <a:spcPts val="1000"/>
        </a:spcBef>
        <a:buFont typeface="Arial" panose="020B0604020202020204" pitchFamily="34" charset="0"/>
        <a:buNone/>
        <a:defRPr kumimoji="1" sz="1800" kern="1200">
          <a:solidFill>
            <a:schemeClr val="tx1"/>
          </a:solidFill>
          <a:latin typeface="+mn-lt"/>
          <a:ea typeface="+mn-ea"/>
          <a:cs typeface="+mn-cs"/>
        </a:defRPr>
      </a:lvl3pPr>
      <a:lvl4pPr marL="108000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000" indent="0" algn="l" defTabSz="914400" rtl="0" eaLnBrk="1" latinLnBrk="0" hangingPunct="1">
        <a:lnSpc>
          <a:spcPct val="100000"/>
        </a:lnSpc>
        <a:spcBef>
          <a:spcPts val="1000"/>
        </a:spcBef>
        <a:buFont typeface="Arial" panose="020B0604020202020204" pitchFamily="34" charset="0"/>
        <a:buNone/>
        <a:defRPr kumimoji="1" sz="1000" kern="1200">
          <a:solidFill>
            <a:schemeClr val="tx1"/>
          </a:solidFill>
          <a:latin typeface="+mn-lt"/>
          <a:ea typeface="+mn-ea"/>
          <a:cs typeface="+mn-cs"/>
        </a:defRPr>
      </a:lvl5pPr>
      <a:lvl6pPr marL="1980000" indent="-180000"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99" userDrawn="1">
          <p15:clr>
            <a:srgbClr val="F26B43"/>
          </p15:clr>
        </p15:guide>
        <p15:guide id="2" pos="3840" userDrawn="1">
          <p15:clr>
            <a:srgbClr val="F26B43"/>
          </p15:clr>
        </p15:guide>
        <p15:guide id="4" pos="7537" userDrawn="1">
          <p15:clr>
            <a:srgbClr val="F26B43"/>
          </p15:clr>
        </p15:guide>
        <p15:guide id="5" pos="25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FCDCF539-2533-44B3-A5FE-169A800A8363}"/>
              </a:ext>
            </a:extLst>
          </p:cNvPr>
          <p:cNvSpPr/>
          <p:nvPr/>
        </p:nvSpPr>
        <p:spPr>
          <a:xfrm>
            <a:off x="119063" y="6452663"/>
            <a:ext cx="11953875" cy="288000"/>
          </a:xfrm>
          <a:prstGeom prst="rect">
            <a:avLst/>
          </a:prstGeom>
          <a:solidFill>
            <a:srgbClr val="ECF1F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タイトル プレースホルダー 9"/>
          <p:cNvSpPr>
            <a:spLocks noGrp="1"/>
          </p:cNvSpPr>
          <p:nvPr>
            <p:ph type="title"/>
          </p:nvPr>
        </p:nvSpPr>
        <p:spPr>
          <a:xfrm>
            <a:off x="242502" y="198450"/>
            <a:ext cx="9000000" cy="540000"/>
          </a:xfrm>
          <a:prstGeom prst="rect">
            <a:avLst/>
          </a:prstGeom>
        </p:spPr>
        <p:txBody>
          <a:bodyPr vert="horz" wrap="none" lIns="180000" tIns="72000" rIns="180000" bIns="0" rtlCol="0" anchor="ctr">
            <a:noAutofit/>
          </a:bodyPr>
          <a:lstStyle/>
          <a:p>
            <a:r>
              <a:rPr kumimoji="1" lang="ja-JP" altLang="en-US"/>
              <a:t>タイトル</a:t>
            </a:r>
            <a:r>
              <a:rPr kumimoji="1" lang="en-US" altLang="ja-JP"/>
              <a:t> MSP</a:t>
            </a:r>
            <a:r>
              <a:rPr kumimoji="1" lang="ja-JP" altLang="en-US"/>
              <a:t>ゴシック</a:t>
            </a:r>
            <a:r>
              <a:rPr kumimoji="1" lang="en-US" altLang="ja-JP"/>
              <a:t> 24pt</a:t>
            </a:r>
            <a:endParaRPr kumimoji="1" lang="ja-JP" altLang="en-US"/>
          </a:p>
        </p:txBody>
      </p:sp>
      <p:sp>
        <p:nvSpPr>
          <p:cNvPr id="3" name="テキスト プレースホルダー 2"/>
          <p:cNvSpPr>
            <a:spLocks noGrp="1"/>
          </p:cNvSpPr>
          <p:nvPr>
            <p:ph type="body" idx="1"/>
          </p:nvPr>
        </p:nvSpPr>
        <p:spPr>
          <a:xfrm>
            <a:off x="238814" y="1184732"/>
            <a:ext cx="11736000" cy="5040000"/>
          </a:xfrm>
          <a:prstGeom prst="rect">
            <a:avLst/>
          </a:prstGeom>
        </p:spPr>
        <p:txBody>
          <a:bodyPr vert="horz" lIns="180000" tIns="72000" rIns="18000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a:p>
            <a:pPr lvl="0"/>
            <a:endParaRPr kumimoji="1" lang="ja-JP" altLang="en-US"/>
          </a:p>
        </p:txBody>
      </p:sp>
      <p:sp>
        <p:nvSpPr>
          <p:cNvPr id="39" name="スライド番号プレースホルダー 3">
            <a:extLst>
              <a:ext uri="{FF2B5EF4-FFF2-40B4-BE49-F238E27FC236}">
                <a16:creationId xmlns:a16="http://schemas.microsoft.com/office/drawing/2014/main" id="{1E9F7E52-3585-A248-DCF9-10FD61D02510}"/>
              </a:ext>
            </a:extLst>
          </p:cNvPr>
          <p:cNvSpPr>
            <a:spLocks noGrp="1"/>
          </p:cNvSpPr>
          <p:nvPr>
            <p:ph type="sldNum" sz="quarter" idx="4"/>
          </p:nvPr>
        </p:nvSpPr>
        <p:spPr>
          <a:xfrm>
            <a:off x="242501" y="6474646"/>
            <a:ext cx="343672" cy="239418"/>
          </a:xfrm>
          <a:prstGeom prst="rect">
            <a:avLst/>
          </a:prstGeom>
        </p:spPr>
        <p:txBody>
          <a:bodyPr vert="horz" lIns="0" tIns="45720" rIns="91440" bIns="45720" rtlCol="0" anchor="t" anchorCtr="0"/>
          <a:lstStyle>
            <a:lvl1pPr algn="l">
              <a:defRPr sz="1100">
                <a:solidFill>
                  <a:schemeClr val="tx1"/>
                </a:solidFill>
                <a:latin typeface="+mj-lt"/>
              </a:defRPr>
            </a:lvl1pPr>
          </a:lstStyle>
          <a:p>
            <a:pPr fontAlgn="auto">
              <a:spcBef>
                <a:spcPts val="0"/>
              </a:spcBef>
              <a:spcAft>
                <a:spcPts val="0"/>
              </a:spcAft>
            </a:pPr>
            <a:fld id="{049A76EA-301C-46AF-8EE1-E964137727D1}" type="slidenum">
              <a:rPr lang="ja-JP" altLang="en-US" smtClean="0">
                <a:solidFill>
                  <a:prstClr val="black">
                    <a:tint val="75000"/>
                  </a:prstClr>
                </a:solidFill>
                <a:latin typeface="Calibri"/>
                <a:ea typeface="ＭＳ Ｐゴシック"/>
              </a:rPr>
              <a:pPr fontAlgn="auto">
                <a:spcBef>
                  <a:spcPts val="0"/>
                </a:spcBef>
                <a:spcAft>
                  <a:spcPts val="0"/>
                </a:spcAft>
              </a:pPr>
              <a:t>‹#›</a:t>
            </a:fld>
            <a:endParaRPr lang="ja-JP" altLang="en-US">
              <a:solidFill>
                <a:prstClr val="black">
                  <a:tint val="75000"/>
                </a:prstClr>
              </a:solidFill>
              <a:latin typeface="Calibri"/>
              <a:ea typeface="ＭＳ Ｐゴシック"/>
            </a:endParaRPr>
          </a:p>
        </p:txBody>
      </p:sp>
      <p:pic>
        <p:nvPicPr>
          <p:cNvPr id="13" name="図 12" descr="アイコン&#10;&#10;低い精度で自動的に生成された説明">
            <a:extLst>
              <a:ext uri="{FF2B5EF4-FFF2-40B4-BE49-F238E27FC236}">
                <a16:creationId xmlns:a16="http://schemas.microsoft.com/office/drawing/2014/main" id="{8379A01F-8105-4DFA-DC55-B0DA44C858B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
        <p:nvSpPr>
          <p:cNvPr id="11" name="フッター プレースホルダー 2">
            <a:extLst>
              <a:ext uri="{FF2B5EF4-FFF2-40B4-BE49-F238E27FC236}">
                <a16:creationId xmlns:a16="http://schemas.microsoft.com/office/drawing/2014/main" id="{C13510D1-AC76-68D5-73DF-F042E714DF62}"/>
              </a:ext>
            </a:extLst>
          </p:cNvPr>
          <p:cNvSpPr>
            <a:spLocks noGrp="1"/>
          </p:cNvSpPr>
          <p:nvPr>
            <p:ph type="ftr" sz="quarter" idx="3"/>
          </p:nvPr>
        </p:nvSpPr>
        <p:spPr>
          <a:xfrm>
            <a:off x="638758" y="6474646"/>
            <a:ext cx="4456805" cy="239418"/>
          </a:xfrm>
          <a:prstGeom prst="rect">
            <a:avLst/>
          </a:prstGeom>
        </p:spPr>
        <p:txBody>
          <a:bodyPr/>
          <a:lstStyle>
            <a:lvl1pPr algn="l">
              <a:defRPr sz="1100">
                <a:solidFill>
                  <a:schemeClr val="tx1"/>
                </a:solidFill>
              </a:defRPr>
            </a:lvl1pPr>
          </a:lstStyle>
          <a:p>
            <a:pPr fontAlgn="auto">
              <a:spcBef>
                <a:spcPts val="0"/>
              </a:spcBef>
              <a:spcAft>
                <a:spcPts val="0"/>
              </a:spcAft>
            </a:pPr>
            <a:r>
              <a:rPr lang="ja-JP" altLang="en-US">
                <a:solidFill>
                  <a:prstClr val="black">
                    <a:tint val="75000"/>
                  </a:prstClr>
                </a:solidFill>
                <a:latin typeface="Calibri"/>
                <a:ea typeface="ＭＳ Ｐゴシック"/>
              </a:rPr>
              <a:t>三菱ケミカル株式会社</a:t>
            </a:r>
          </a:p>
        </p:txBody>
      </p:sp>
      <p:sp>
        <p:nvSpPr>
          <p:cNvPr id="8" name="テキスト ボックス 7">
            <a:extLst>
              <a:ext uri="{FF2B5EF4-FFF2-40B4-BE49-F238E27FC236}">
                <a16:creationId xmlns:a16="http://schemas.microsoft.com/office/drawing/2014/main" id="{36486B22-793D-4127-9434-7D2C566CA628}"/>
              </a:ext>
            </a:extLst>
          </p:cNvPr>
          <p:cNvSpPr txBox="1"/>
          <p:nvPr/>
        </p:nvSpPr>
        <p:spPr>
          <a:xfrm>
            <a:off x="10884988" y="6482599"/>
            <a:ext cx="1080000" cy="223514"/>
          </a:xfrm>
          <a:prstGeom prst="rect">
            <a:avLst/>
          </a:prstGeom>
          <a:noFill/>
          <a:ln w="9525">
            <a:solidFill>
              <a:schemeClr val="tx1">
                <a:lumMod val="50000"/>
                <a:lumOff val="50000"/>
              </a:schemeClr>
            </a:solidFill>
          </a:ln>
        </p:spPr>
        <p:txBody>
          <a:bodyPr wrap="square" lIns="36000" tIns="36000" rIns="36000" bIns="36000" rtlCol="0" anchor="ctr">
            <a:spAutoFit/>
          </a:bodyPr>
          <a:lstStyle/>
          <a:p>
            <a:pPr algn="ctr"/>
            <a:r>
              <a:rPr kumimoji="1" lang="en-US" altLang="ja-JP" sz="980" b="0" i="0">
                <a:solidFill>
                  <a:schemeClr val="tx1">
                    <a:lumMod val="50000"/>
                    <a:lumOff val="50000"/>
                  </a:schemeClr>
                </a:solidFill>
                <a:latin typeface="+mj-lt"/>
                <a:ea typeface="MS Gothic" panose="020B0609070205080204" pitchFamily="49" charset="-128"/>
              </a:rPr>
              <a:t>CONFIDENTIAL</a:t>
            </a:r>
            <a:endParaRPr kumimoji="1" lang="ja-JP" altLang="en-US" sz="980" b="0" i="0">
              <a:solidFill>
                <a:schemeClr val="tx1">
                  <a:lumMod val="50000"/>
                  <a:lumOff val="50000"/>
                </a:schemeClr>
              </a:solidFill>
              <a:latin typeface="+mj-lt"/>
              <a:ea typeface="MS Gothic" panose="020B0609070205080204" pitchFamily="49" charset="-128"/>
            </a:endParaRPr>
          </a:p>
        </p:txBody>
      </p:sp>
      <p:cxnSp>
        <p:nvCxnSpPr>
          <p:cNvPr id="14" name="直線コネクタ 13">
            <a:extLst>
              <a:ext uri="{FF2B5EF4-FFF2-40B4-BE49-F238E27FC236}">
                <a16:creationId xmlns:a16="http://schemas.microsoft.com/office/drawing/2014/main" id="{8D308650-E3E1-452C-8427-1CC5240704A0}"/>
              </a:ext>
            </a:extLst>
          </p:cNvPr>
          <p:cNvCxnSpPr>
            <a:cxnSpLocks/>
          </p:cNvCxnSpPr>
          <p:nvPr/>
        </p:nvCxnSpPr>
        <p:spPr>
          <a:xfrm>
            <a:off x="550714" y="6504987"/>
            <a:ext cx="0" cy="198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2663861"/>
      </p:ext>
    </p:extLst>
  </p:cSld>
  <p:clrMap bg1="lt1" tx1="dk1" bg2="lt2" tx2="dk2" accent1="accent1" accent2="accent2" accent3="accent3" accent4="accent4" accent5="accent5" accent6="accent6" hlink="hlink" folHlink="folHlink"/>
  <p:sldLayoutIdLst>
    <p:sldLayoutId id="2147483988" r:id="rId1"/>
    <p:sldLayoutId id="2147483989" r:id="rId2"/>
    <p:sldLayoutId id="2147483990" r:id="rId3"/>
    <p:sldLayoutId id="2147483991" r:id="rId4"/>
    <p:sldLayoutId id="2147483992" r:id="rId5"/>
    <p:sldLayoutId id="2147483993" r:id="rId6"/>
    <p:sldLayoutId id="2147483994" r:id="rId7"/>
    <p:sldLayoutId id="2147483995" r:id="rId8"/>
  </p:sldLayoutIdLst>
  <p:hf hdr="0" dt="0"/>
  <p:txStyles>
    <p:titleStyle>
      <a:lvl1pPr algn="l" defTabSz="914400" rtl="0" eaLnBrk="1" latinLnBrk="0" hangingPunct="1">
        <a:lnSpc>
          <a:spcPct val="100000"/>
        </a:lnSpc>
        <a:spcBef>
          <a:spcPct val="0"/>
        </a:spcBef>
        <a:buNone/>
        <a:defRPr kumimoji="1" sz="2400" b="1" i="0" kern="1200" spc="-50" baseline="0">
          <a:solidFill>
            <a:schemeClr val="tx1"/>
          </a:solidFill>
          <a:latin typeface="メイリオ" panose="020B0604030504040204" pitchFamily="50" charset="-128"/>
          <a:ea typeface="メイリオ" panose="020B0604030504040204" pitchFamily="50" charset="-128"/>
          <a:cs typeface="メイリオ" panose="020B0604030504040204" pitchFamily="50" charset="-128"/>
        </a:defRPr>
      </a:lvl1pPr>
    </p:titleStyle>
    <p:bodyStyle>
      <a:lvl1pPr marL="285750" indent="-285750" algn="l" defTabSz="914400" rtl="0" eaLnBrk="1" latinLnBrk="0" hangingPunct="1">
        <a:lnSpc>
          <a:spcPct val="150000"/>
        </a:lnSpc>
        <a:spcBef>
          <a:spcPts val="1000"/>
        </a:spcBef>
        <a:buFont typeface="メイリオ" panose="020B0604030504040204" pitchFamily="50" charset="-128"/>
        <a:buChar char="•"/>
        <a:defRPr kumimoji="1" sz="1800" kern="1200" baseline="0">
          <a:solidFill>
            <a:schemeClr val="tx1"/>
          </a:solidFill>
          <a:latin typeface="メイリオ" panose="020B0604030504040204" pitchFamily="50" charset="-128"/>
          <a:ea typeface="メイリオ" panose="020B0604030504040204" pitchFamily="50" charset="-128"/>
          <a:cs typeface="+mn-cs"/>
        </a:defRPr>
      </a:lvl1pPr>
      <a:lvl2pPr marL="540000" indent="-180000" algn="l" defTabSz="914400" rtl="0" eaLnBrk="1" latinLnBrk="0" hangingPunct="1">
        <a:lnSpc>
          <a:spcPct val="100000"/>
        </a:lnSpc>
        <a:spcBef>
          <a:spcPts val="1000"/>
        </a:spcBef>
        <a:buFont typeface="メイリオ" panose="020B0604030504040204" pitchFamily="50" charset="-128"/>
        <a:buChar char="‒"/>
        <a:defRPr kumimoji="1" sz="1600" kern="1200">
          <a:solidFill>
            <a:schemeClr val="tx1"/>
          </a:solidFill>
          <a:latin typeface="メイリオ" panose="020B0604030504040204" pitchFamily="50" charset="-128"/>
          <a:ea typeface="メイリオ" panose="020B0604030504040204" pitchFamily="50" charset="-128"/>
          <a:cs typeface="+mn-cs"/>
        </a:defRPr>
      </a:lvl2pPr>
      <a:lvl3pPr marL="900000" indent="-180000" algn="l" defTabSz="914400" rtl="0" eaLnBrk="1" latinLnBrk="0" hangingPunct="1">
        <a:lnSpc>
          <a:spcPct val="100000"/>
        </a:lnSpc>
        <a:spcBef>
          <a:spcPts val="1000"/>
        </a:spcBef>
        <a:buFont typeface="Arial" panose="020B0604020202020204" pitchFamily="34" charset="0"/>
        <a:buChar char="•"/>
        <a:defRPr kumimoji="1" sz="1400" kern="1200">
          <a:solidFill>
            <a:schemeClr val="tx1"/>
          </a:solidFill>
          <a:latin typeface="メイリオ" panose="020B0604030504040204" pitchFamily="50" charset="-128"/>
          <a:ea typeface="メイリオ" panose="020B0604030504040204" pitchFamily="50" charset="-128"/>
          <a:cs typeface="+mn-cs"/>
        </a:defRPr>
      </a:lvl3pPr>
      <a:lvl4pPr marL="1260000" indent="-180000" algn="l" defTabSz="914400" rtl="0" eaLnBrk="1" latinLnBrk="0" hangingPunct="1">
        <a:lnSpc>
          <a:spcPct val="100000"/>
        </a:lnSpc>
        <a:spcBef>
          <a:spcPts val="1000"/>
        </a:spcBef>
        <a:buFont typeface="メイリオ" panose="020B0604030504040204" pitchFamily="50" charset="-128"/>
        <a:buChar char="‒"/>
        <a:defRPr kumimoji="1" sz="1200" kern="1200">
          <a:solidFill>
            <a:schemeClr val="tx1"/>
          </a:solidFill>
          <a:latin typeface="メイリオ" panose="020B0604030504040204" pitchFamily="50" charset="-128"/>
          <a:ea typeface="メイリオ" panose="020B0604030504040204" pitchFamily="50" charset="-128"/>
          <a:cs typeface="+mn-cs"/>
        </a:defRPr>
      </a:lvl4pPr>
      <a:lvl5pPr marL="1620000" indent="-180000" algn="l" defTabSz="914400" rtl="0" eaLnBrk="1" latinLnBrk="0" hangingPunct="1">
        <a:lnSpc>
          <a:spcPct val="100000"/>
        </a:lnSpc>
        <a:spcBef>
          <a:spcPts val="1000"/>
        </a:spcBef>
        <a:buFont typeface="メイリオ" panose="020B0604030504040204" pitchFamily="50" charset="-128"/>
        <a:buChar char="»"/>
        <a:defRPr kumimoji="1" sz="1050" kern="1200">
          <a:solidFill>
            <a:schemeClr val="tx1"/>
          </a:solidFill>
          <a:latin typeface="メイリオ" panose="020B0604030504040204" pitchFamily="50" charset="-128"/>
          <a:ea typeface="メイリオ" panose="020B0604030504040204" pitchFamily="50" charset="-128"/>
          <a:cs typeface="+mn-cs"/>
        </a:defRPr>
      </a:lvl5pPr>
      <a:lvl6pPr marL="1980000" indent="-180000"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メイリオ" panose="020B0604030504040204" pitchFamily="50" charset="-128"/>
          <a:ea typeface="メイリオ" panose="020B0604030504040204" pitchFamily="50" charset="-128"/>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178">
          <p15:clr>
            <a:srgbClr val="F26B43"/>
          </p15:clr>
        </p15:guide>
        <p15:guide id="4" orient="horz" pos="119">
          <p15:clr>
            <a:srgbClr val="F26B43"/>
          </p15:clr>
        </p15:guide>
        <p15:guide id="5" pos="7537">
          <p15:clr>
            <a:srgbClr val="F26B43"/>
          </p15:clr>
        </p15:guide>
        <p15:guide id="6" pos="143">
          <p15:clr>
            <a:srgbClr val="F26B43"/>
          </p15:clr>
        </p15:guide>
        <p15:guide id="7" orient="horz" pos="3929">
          <p15:clr>
            <a:srgbClr val="F26B43"/>
          </p15:clr>
        </p15:guide>
        <p15:guide id="8" orient="horz" pos="459">
          <p15:clr>
            <a:srgbClr val="F26B43"/>
          </p15:clr>
        </p15:guide>
        <p15:guide id="9" orient="horz" pos="368">
          <p15:clr>
            <a:srgbClr val="F26B43"/>
          </p15:clr>
        </p15:guide>
      </p15:sldGuideLst>
    </p:ext>
  </p:extLst>
</p:sldMaster>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製品DEG色相悪化　対応</a:t>
            </a:r>
          </a:p>
        </p:txBody>
      </p:sp>
      <p:sp>
        <p:nvSpPr>
          <p:cNvPr id="3" name="Text Placeholder 2"/>
          <p:cNvSpPr>
            <a:spLocks noGrp="1"/>
          </p:cNvSpPr>
          <p:nvPr>
            <p:ph type="body" idx="11" sz="quarter"/>
          </p:nvPr>
        </p:nvSpPr>
        <p:spPr/>
        <p:txBody>
          <a:bodyPr/>
          <a:lstStyle/>
          <a:p/>
        </p:txBody>
      </p:sp>
      <p:sp>
        <p:nvSpPr>
          <p:cNvPr id="4" name="Text Placeholder 3"/>
          <p:cNvSpPr>
            <a:spLocks noGrp="1"/>
          </p:cNvSpPr>
          <p:nvPr>
            <p:ph type="body" idx="17"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発生事象（事実）</a:t>
            </a:r>
          </a:p>
        </p:txBody>
      </p:sp>
      <p:sp>
        <p:nvSpPr>
          <p:cNvPr id="3" name="TextBox 2"/>
          <p:cNvSpPr txBox="1"/>
          <p:nvPr/>
        </p:nvSpPr>
        <p:spPr>
          <a:xfrm>
            <a:off x="548640" y="1371600"/>
            <a:ext cx="11064240" cy="4937760"/>
          </a:xfrm>
          <a:prstGeom prst="rect">
            <a:avLst/>
          </a:prstGeom>
          <a:noFill/>
        </p:spPr>
        <p:txBody>
          <a:bodyPr wrap="square">
            <a:spAutoFit/>
          </a:bodyPr>
          <a:lstStyle/>
          <a:p>
            <a:pPr>
              <a:spcBef>
                <a:spcPts val="0"/>
              </a:spcBef>
              <a:spcAft>
                <a:spcPts val="1000"/>
              </a:spcAft>
            </a:pPr>
            <a:r>
              <a:rPr sz="1500" b="0">
                <a:solidFill>
                  <a:srgbClr val="222222"/>
                </a:solidFill>
                <a:latin typeface="游ゴシック"/>
                <a:ea typeface="游ゴシック"/>
                <a:cs typeface="游ゴシック"/>
              </a:rPr>
              <a:t>・冬定修後の再稼働（3月）以降、製品DEGがタンク保管中に色相（APHA）を経時上昇。約1か月半で検査規格を超過（APHA&lt;5 → 25〜35）。</a:t>
            </a:r>
          </a:p>
          <a:p>
            <a:pPr>
              <a:spcBef>
                <a:spcPts val="0"/>
              </a:spcBef>
              <a:spcAft>
                <a:spcPts val="1000"/>
              </a:spcAft>
            </a:pPr>
            <a:r>
              <a:rPr sz="1500" b="0">
                <a:solidFill>
                  <a:srgbClr val="222222"/>
                </a:solidFill>
                <a:latin typeface="游ゴシック"/>
                <a:ea typeface="游ゴシック"/>
                <a:cs typeface="游ゴシック"/>
              </a:rPr>
              <a:t>・プラント出口（ストリーム品）は常に規格内（APHA&lt;5）。タンク（窒素封入）で保管中にのみ上昇する。</a:t>
            </a:r>
          </a:p>
          <a:p>
            <a:pPr>
              <a:spcBef>
                <a:spcPts val="0"/>
              </a:spcBef>
              <a:spcAft>
                <a:spcPts val="1000"/>
              </a:spcAft>
            </a:pPr>
            <a:r>
              <a:rPr sz="1500" b="0">
                <a:solidFill>
                  <a:srgbClr val="222222"/>
                </a:solidFill>
                <a:latin typeface="游ゴシック"/>
                <a:ea typeface="游ゴシック"/>
                <a:cs typeface="游ゴシック"/>
              </a:rPr>
              <a:t>・同じ製品でも、ドラム充填品・SP転送品（大気接触）では色相上昇しない。共配ライン残液（27日保管）も悪化なし。</a:t>
            </a:r>
          </a:p>
          <a:p>
            <a:pPr>
              <a:spcBef>
                <a:spcPts val="0"/>
              </a:spcBef>
              <a:spcAft>
                <a:spcPts val="1000"/>
              </a:spcAft>
            </a:pPr>
            <a:r>
              <a:rPr sz="1500" b="0">
                <a:solidFill>
                  <a:srgbClr val="222222"/>
                </a:solidFill>
                <a:latin typeface="游ゴシック"/>
                <a:ea typeface="游ゴシック"/>
                <a:cs typeface="游ゴシック"/>
              </a:rPr>
              <a:t>・色相・外観以外の品質規格（純度・MEG/TEG・水分・金属・蒸留性状）は実測で正常品の範囲内。pHのみ通常より僅かに高め（+0.1〜0.2程度）。</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着色物質と着色現象</a:t>
            </a:r>
          </a:p>
        </p:txBody>
      </p:sp>
      <p:sp>
        <p:nvSpPr>
          <p:cNvPr id="3" name="Rounded Rectangle 2"/>
          <p:cNvSpPr/>
          <p:nvPr/>
        </p:nvSpPr>
        <p:spPr>
          <a:xfrm>
            <a:off x="502920" y="1325880"/>
            <a:ext cx="6766560" cy="2103120"/>
          </a:xfrm>
          <a:prstGeom prst="roundRect">
            <a:avLst/>
          </a:prstGeom>
          <a:solidFill>
            <a:srgbClr val="E8F1E5"/>
          </a:solidFill>
          <a:ln w="12700">
            <a:solidFill>
              <a:srgbClr val="C9D2D8"/>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tIns="54864"/>
          <a:lstStyle/>
          <a:p>
            <a:pPr algn="ctr">
              <a:spcBef>
                <a:spcPts val="0"/>
              </a:spcBef>
              <a:spcAft>
                <a:spcPts val="200"/>
              </a:spcAft>
            </a:pPr>
            <a:r>
              <a:rPr sz="1250" b="1">
                <a:solidFill>
                  <a:srgbClr val="003F7E"/>
                </a:solidFill>
                <a:latin typeface="游ゴシック"/>
                <a:ea typeface="游ゴシック"/>
                <a:cs typeface="游ゴシック"/>
              </a:rPr>
              <a:t>■ 確認した事実</a:t>
            </a:r>
          </a:p>
          <a:p>
            <a:pPr>
              <a:spcBef>
                <a:spcPts val="0"/>
              </a:spcBef>
              <a:spcAft>
                <a:spcPts val="200"/>
              </a:spcAft>
            </a:pPr>
            <a:r>
              <a:rPr sz="1100" b="0">
                <a:solidFill>
                  <a:srgbClr val="222222"/>
                </a:solidFill>
                <a:latin typeface="游ゴシック"/>
                <a:ea typeface="游ゴシック"/>
                <a:cs typeface="游ゴシック"/>
              </a:rPr>
              <a:t>・UVスペクトルで300nm付近と450nm付近に吸収。色相（APHA）上昇に伴い450nmが増大（450nmの補色＝黄、観測色と一致）。APHA30以上で550〜650nmにも吸収。</a:t>
            </a:r>
          </a:p>
          <a:p>
            <a:pPr>
              <a:spcBef>
                <a:spcPts val="0"/>
              </a:spcBef>
              <a:spcAft>
                <a:spcPts val="200"/>
              </a:spcAft>
            </a:pPr>
            <a:r>
              <a:rPr sz="1100" b="0">
                <a:solidFill>
                  <a:srgbClr val="222222"/>
                </a:solidFill>
                <a:latin typeface="游ゴシック"/>
                <a:ea typeface="游ゴシック"/>
                <a:cs typeface="游ゴシック"/>
              </a:rPr>
              <a:t>・450nm吸光度とAPHAが相関。GPCで分子量200〜800の分布。GCの複数検体が457nmを捕捉。</a:t>
            </a:r>
          </a:p>
          <a:p>
            <a:pPr>
              <a:spcBef>
                <a:spcPts val="0"/>
              </a:spcBef>
              <a:spcAft>
                <a:spcPts val="200"/>
              </a:spcAft>
            </a:pPr>
            <a:r>
              <a:rPr sz="1100" b="0">
                <a:solidFill>
                  <a:srgbClr val="222222"/>
                </a:solidFill>
                <a:latin typeface="游ゴシック"/>
                <a:ea typeface="游ゴシック"/>
                <a:cs typeface="游ゴシック"/>
              </a:rPr>
              <a:t>・T-555残液は5/18時点（APHA30）以降、APHAが上昇していない。</a:t>
            </a:r>
          </a:p>
          <a:p>
            <a:pPr>
              <a:spcBef>
                <a:spcPts val="0"/>
              </a:spcBef>
              <a:spcAft>
                <a:spcPts val="200"/>
              </a:spcAft>
            </a:pPr>
            <a:r>
              <a:rPr sz="1100" b="0">
                <a:solidFill>
                  <a:srgbClr val="222222"/>
                </a:solidFill>
                <a:latin typeface="游ゴシック"/>
                <a:ea typeface="游ゴシック"/>
                <a:cs typeface="游ゴシック"/>
              </a:rPr>
              <a:t>・アルデヒド類（A-ALD・F-ALD・アクロレイン）も検出されるが、アクロレイン濃度とAPHAは相関しない。</a:t>
            </a:r>
          </a:p>
        </p:txBody>
      </p:sp>
      <p:sp>
        <p:nvSpPr>
          <p:cNvPr id="4" name="Rounded Rectangle 3"/>
          <p:cNvSpPr/>
          <p:nvPr/>
        </p:nvSpPr>
        <p:spPr>
          <a:xfrm>
            <a:off x="502920" y="3611880"/>
            <a:ext cx="6766560" cy="2697480"/>
          </a:xfrm>
          <a:prstGeom prst="roundRect">
            <a:avLst/>
          </a:prstGeom>
          <a:solidFill>
            <a:srgbClr val="E9F0F7"/>
          </a:solidFill>
          <a:ln w="12700">
            <a:solidFill>
              <a:srgbClr val="C9D2D8"/>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tIns="54864"/>
          <a:lstStyle/>
          <a:p>
            <a:pPr algn="ctr">
              <a:spcBef>
                <a:spcPts val="0"/>
              </a:spcBef>
              <a:spcAft>
                <a:spcPts val="200"/>
              </a:spcAft>
            </a:pPr>
            <a:r>
              <a:rPr sz="1250" b="1">
                <a:solidFill>
                  <a:srgbClr val="003F7E"/>
                </a:solidFill>
                <a:latin typeface="游ゴシック"/>
                <a:ea typeface="游ゴシック"/>
                <a:cs typeface="游ゴシック"/>
              </a:rPr>
              <a:t>■ ここから読める推定</a:t>
            </a:r>
          </a:p>
          <a:p>
            <a:pPr>
              <a:spcBef>
                <a:spcPts val="0"/>
              </a:spcBef>
              <a:spcAft>
                <a:spcPts val="200"/>
              </a:spcAft>
            </a:pPr>
            <a:r>
              <a:rPr sz="1100" b="0">
                <a:solidFill>
                  <a:srgbClr val="222222"/>
                </a:solidFill>
                <a:latin typeface="游ゴシック"/>
                <a:ea typeface="游ゴシック"/>
                <a:cs typeface="游ゴシック"/>
              </a:rPr>
              <a:t>・着色物質は共役ポリエン（CH=CHの連なり）を持つ化合物の混合物と推定。共役が伸びるほど吸収が長波長化し、十分に伸びると可視域450nm（黄）に達する。</a:t>
            </a:r>
          </a:p>
          <a:p>
            <a:pPr>
              <a:spcBef>
                <a:spcPts val="0"/>
              </a:spcBef>
              <a:spcAft>
                <a:spcPts val="200"/>
              </a:spcAft>
            </a:pPr>
            <a:r>
              <a:rPr sz="1100" b="0">
                <a:solidFill>
                  <a:srgbClr val="222222"/>
                </a:solidFill>
                <a:latin typeface="游ゴシック"/>
                <a:ea typeface="游ゴシック"/>
                <a:cs typeface="游ゴシック"/>
              </a:rPr>
              <a:t>・GPCの200〜800という幅は単一物質でなくオリゴマー混合物を示す（数平均の分子量はおよそ280〜300、上限側はオリゴマー化やグリコール付加で大きくなる）。</a:t>
            </a:r>
          </a:p>
          <a:p>
            <a:pPr>
              <a:spcBef>
                <a:spcPts val="0"/>
              </a:spcBef>
              <a:spcAft>
                <a:spcPts val="200"/>
              </a:spcAft>
            </a:pPr>
            <a:r>
              <a:rPr sz="1100" b="0">
                <a:solidFill>
                  <a:srgbClr val="222222"/>
                </a:solidFill>
                <a:latin typeface="游ゴシック"/>
                <a:ea typeface="游ゴシック"/>
                <a:cs typeface="游ゴシック"/>
              </a:rPr>
              <a:t>・存在量はUV吸光度からの換算で数ppb〜10ppb程度（ppbオーダー、絶対定量は未確立）。共役系の吸光係数が極めて大きいため、この微量で色がつく。</a:t>
            </a:r>
          </a:p>
        </p:txBody>
      </p:sp>
      <p:pic>
        <p:nvPicPr>
          <p:cNvPr id="5" name="Picture 4" descr="polyenal_long.png"/>
          <p:cNvPicPr>
            <a:picLocks noChangeAspect="1"/>
          </p:cNvPicPr>
          <p:nvPr/>
        </p:nvPicPr>
        <p:blipFill>
          <a:blip r:embed="rId2"/>
          <a:stretch>
            <a:fillRect/>
          </a:stretch>
        </p:blipFill>
        <p:spPr>
          <a:xfrm>
            <a:off x="7543800" y="1554480"/>
            <a:ext cx="4114800" cy="1873275"/>
          </a:xfrm>
          <a:prstGeom prst="rect">
            <a:avLst/>
          </a:prstGeom>
        </p:spPr>
      </p:pic>
      <p:sp>
        <p:nvSpPr>
          <p:cNvPr id="6" name="TextBox 5"/>
          <p:cNvSpPr txBox="1"/>
          <p:nvPr/>
        </p:nvSpPr>
        <p:spPr>
          <a:xfrm>
            <a:off x="7543800" y="4480560"/>
            <a:ext cx="4114800" cy="1828800"/>
          </a:xfrm>
          <a:prstGeom prst="rect">
            <a:avLst/>
          </a:prstGeom>
          <a:noFill/>
        </p:spPr>
        <p:txBody>
          <a:bodyPr wrap="square">
            <a:spAutoFit/>
          </a:bodyPr>
          <a:lstStyle/>
          <a:p>
            <a:pPr>
              <a:spcBef>
                <a:spcPts val="0"/>
              </a:spcBef>
              <a:spcAft>
                <a:spcPts val="200"/>
              </a:spcAft>
            </a:pPr>
            <a:r>
              <a:rPr sz="1200" b="1">
                <a:solidFill>
                  <a:srgbClr val="003F7E"/>
                </a:solidFill>
                <a:latin typeface="游ゴシック"/>
                <a:ea typeface="游ゴシック"/>
                <a:cs typeface="游ゴシック"/>
              </a:rPr>
              <a:t>着色物質＝共役ポリエナール</a:t>
            </a:r>
          </a:p>
          <a:p>
            <a:pPr>
              <a:spcBef>
                <a:spcPts val="0"/>
              </a:spcBef>
              <a:spcAft>
                <a:spcPts val="200"/>
              </a:spcAft>
            </a:pPr>
            <a:r>
              <a:rPr sz="1200" b="1">
                <a:solidFill>
                  <a:srgbClr val="222222"/>
                </a:solidFill>
                <a:latin typeface="游ゴシック"/>
                <a:ea typeface="游ゴシック"/>
                <a:cs typeface="游ゴシック"/>
              </a:rPr>
              <a:t>CH3-(CH=CH)n-CHO</a:t>
            </a:r>
          </a:p>
          <a:p>
            <a:pPr>
              <a:spcBef>
                <a:spcPts val="0"/>
              </a:spcBef>
              <a:spcAft>
                <a:spcPts val="200"/>
              </a:spcAft>
            </a:pPr>
            <a:r>
              <a:rPr sz="1050" b="0">
                <a:solidFill>
                  <a:srgbClr val="666666"/>
                </a:solidFill>
                <a:latin typeface="游ゴシック"/>
                <a:ea typeface="游ゴシック"/>
                <a:cs typeface="游ゴシック"/>
              </a:rPr>
              <a:t>共役が伸びるほど長波長化し、十分伸びると450nm（黄）。数〜10ppbの微量で発色。</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推定メカニズム（現時点の最有力仮説・ベンチでは未再現）</a:t>
            </a:r>
          </a:p>
        </p:txBody>
      </p:sp>
      <p:pic>
        <p:nvPicPr>
          <p:cNvPr id="3" name="Picture 2" descr="aldol_scheme.png"/>
          <p:cNvPicPr>
            <a:picLocks noChangeAspect="1"/>
          </p:cNvPicPr>
          <p:nvPr/>
        </p:nvPicPr>
        <p:blipFill>
          <a:blip r:embed="rId2"/>
          <a:stretch>
            <a:fillRect/>
          </a:stretch>
        </p:blipFill>
        <p:spPr>
          <a:xfrm>
            <a:off x="457200" y="1325880"/>
            <a:ext cx="11274552" cy="3753834"/>
          </a:xfrm>
          <a:prstGeom prst="rect">
            <a:avLst/>
          </a:prstGeom>
        </p:spPr>
      </p:pic>
      <p:sp>
        <p:nvSpPr>
          <p:cNvPr id="4" name="TextBox 3"/>
          <p:cNvSpPr txBox="1"/>
          <p:nvPr/>
        </p:nvSpPr>
        <p:spPr>
          <a:xfrm>
            <a:off x="548640" y="5074920"/>
            <a:ext cx="11064240" cy="914400"/>
          </a:xfrm>
          <a:prstGeom prst="rect">
            <a:avLst/>
          </a:prstGeom>
          <a:noFill/>
        </p:spPr>
        <p:txBody>
          <a:bodyPr wrap="square">
            <a:spAutoFit/>
          </a:bodyPr>
          <a:lstStyle/>
          <a:p>
            <a:pPr>
              <a:spcBef>
                <a:spcPts val="0"/>
              </a:spcBef>
              <a:spcAft>
                <a:spcPts val="300"/>
              </a:spcAft>
            </a:pPr>
            <a:r>
              <a:rPr sz="1250" b="1">
                <a:solidFill>
                  <a:srgbClr val="003F7E"/>
                </a:solidFill>
                <a:latin typeface="游ゴシック"/>
                <a:ea typeface="游ゴシック"/>
                <a:cs typeface="游ゴシック"/>
              </a:rPr>
              <a:t>一筋： 触媒劣化で増えたアルデヒドが、アルドール縮合で高沸点の前駆体になってDEG留分へ移り、窒素タンクの長期保管で前駆体どうしが縮合・脱水して共役が伸び、約10ppb（推定）で450nm＝黄色に着色する。前駆体を使い切るとAPHA30程度で頭打ちになる。</a:t>
            </a:r>
          </a:p>
        </p:txBody>
      </p:sp>
      <p:sp>
        <p:nvSpPr>
          <p:cNvPr id="5" name="TextBox 4"/>
          <p:cNvSpPr txBox="1"/>
          <p:nvPr/>
        </p:nvSpPr>
        <p:spPr>
          <a:xfrm>
            <a:off x="548640" y="6172200"/>
            <a:ext cx="11064240" cy="548640"/>
          </a:xfrm>
          <a:prstGeom prst="rect">
            <a:avLst/>
          </a:prstGeom>
          <a:noFill/>
        </p:spPr>
        <p:txBody>
          <a:bodyPr wrap="square">
            <a:spAutoFit/>
          </a:bodyPr>
          <a:lstStyle/>
          <a:p>
            <a:pPr>
              <a:spcBef>
                <a:spcPts val="0"/>
              </a:spcBef>
              <a:spcAft>
                <a:spcPts val="400"/>
              </a:spcAft>
            </a:pPr>
            <a:r>
              <a:rPr sz="1000" b="0">
                <a:solidFill>
                  <a:srgbClr val="666666"/>
                </a:solidFill>
                <a:latin typeface="游ゴシック"/>
                <a:ea typeface="游ゴシック"/>
                <a:cs typeface="游ゴシック"/>
              </a:rPr>
              <a:t>※ 本メカニズムは現時点の最有力仮説で、RDベンチでは再現に至っていない（タンク長期保管・pH・前駆体濃度の同時再現が未達）。方向性（共役が伸びて黄色になる／酸素で抑制される）は観測と整合する。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工程別の整理（①運転 ②RD ③文献 → 筋）</a:t>
            </a:r>
          </a:p>
        </p:txBody>
      </p:sp>
      <p:graphicFrame>
        <p:nvGraphicFramePr>
          <p:cNvPr id="3" name="Table 2"/>
          <p:cNvGraphicFramePr>
            <a:graphicFrameLocks noGrp="1"/>
          </p:cNvGraphicFramePr>
          <p:nvPr/>
        </p:nvGraphicFramePr>
        <p:xfrm>
          <a:off x="365760" y="1280160"/>
          <a:ext cx="11430000" cy="5029200"/>
        </p:xfrm>
        <a:graphic>
          <a:graphicData uri="http://schemas.openxmlformats.org/drawingml/2006/table">
            <a:tbl>
              <a:tblPr firstRow="1" bandRow="1">
                <a:tableStyleId>{5C22544A-7EE6-4342-B048-85BDC9FD1C3A}</a:tableStyleId>
              </a:tblPr>
              <a:tblGrid>
                <a:gridCol w="1554480"/>
                <a:gridCol w="2651760"/>
                <a:gridCol w="2651760"/>
                <a:gridCol w="2651760"/>
                <a:gridCol w="1920240"/>
              </a:tblGrid>
              <a:tr h="718457">
                <a:tc>
                  <a:txBody>
                    <a:bodyPr/>
                    <a:lstStyle/>
                    <a:p>
                      <a:r>
                        <a:rPr sz="950" b="1">
                          <a:solidFill>
                            <a:srgbClr val="003F7E"/>
                          </a:solidFill>
                          <a:latin typeface="游ゴシック"/>
                          <a:ea typeface="游ゴシック"/>
                          <a:cs typeface="游ゴシック"/>
                        </a:rPr>
                        <a:t>工程</a:t>
                      </a:r>
                    </a:p>
                  </a:txBody>
                  <a:tcPr marL="45720" marR="27432" marT="18288" marB="18288" anchor="t">
                    <a:solidFill>
                      <a:srgbClr val="D7E0E5"/>
                    </a:solidFill>
                  </a:tcPr>
                </a:tc>
                <a:tc>
                  <a:txBody>
                    <a:bodyPr/>
                    <a:lstStyle/>
                    <a:p>
                      <a:r>
                        <a:rPr sz="950" b="1">
                          <a:solidFill>
                            <a:srgbClr val="003F7E"/>
                          </a:solidFill>
                          <a:latin typeface="游ゴシック"/>
                          <a:ea typeface="游ゴシック"/>
                          <a:cs typeface="游ゴシック"/>
                        </a:rPr>
                        <a:t>① 運転で見えた事実（運転・解放結果）</a:t>
                      </a:r>
                    </a:p>
                  </a:txBody>
                  <a:tcPr marL="45720" marR="27432" marT="18288" marB="18288" anchor="t">
                    <a:solidFill>
                      <a:srgbClr val="E8F1E5"/>
                    </a:solidFill>
                  </a:tcPr>
                </a:tc>
                <a:tc>
                  <a:txBody>
                    <a:bodyPr/>
                    <a:lstStyle/>
                    <a:p>
                      <a:r>
                        <a:rPr sz="950" b="1">
                          <a:solidFill>
                            <a:srgbClr val="003F7E"/>
                          </a:solidFill>
                          <a:latin typeface="游ゴシック"/>
                          <a:ea typeface="游ゴシック"/>
                          <a:cs typeface="游ゴシック"/>
                        </a:rPr>
                        <a:t>② RDで検証した事実（分析・ベンチ）</a:t>
                      </a:r>
                    </a:p>
                  </a:txBody>
                  <a:tcPr marL="45720" marR="27432" marT="18288" marB="18288" anchor="t">
                    <a:solidFill>
                      <a:srgbClr val="FBF1DC"/>
                    </a:solidFill>
                  </a:tcPr>
                </a:tc>
                <a:tc>
                  <a:txBody>
                    <a:bodyPr/>
                    <a:lstStyle/>
                    <a:p>
                      <a:r>
                        <a:rPr sz="950" b="1">
                          <a:solidFill>
                            <a:srgbClr val="003F7E"/>
                          </a:solidFill>
                          <a:latin typeface="游ゴシック"/>
                          <a:ea typeface="游ゴシック"/>
                          <a:cs typeface="游ゴシック"/>
                        </a:rPr>
                        <a:t>③ 文献・原理（この工程で起こる反応）</a:t>
                      </a:r>
                    </a:p>
                  </a:txBody>
                  <a:tcPr marL="45720" marR="27432" marT="18288" marB="18288" anchor="t">
                    <a:solidFill>
                      <a:srgbClr val="E9F0F7"/>
                    </a:solidFill>
                  </a:tcPr>
                </a:tc>
                <a:tc>
                  <a:txBody>
                    <a:bodyPr/>
                    <a:lstStyle/>
                    <a:p>
                      <a:r>
                        <a:rPr sz="950" b="1">
                          <a:solidFill>
                            <a:srgbClr val="003F7E"/>
                          </a:solidFill>
                          <a:latin typeface="游ゴシック"/>
                          <a:ea typeface="游ゴシック"/>
                          <a:cs typeface="游ゴシック"/>
                        </a:rPr>
                        <a:t>④ この工程の筋</a:t>
                      </a:r>
                    </a:p>
                  </a:txBody>
                  <a:tcPr marL="45720" marR="27432" marT="18288" marB="18288" anchor="t">
                    <a:solidFill>
                      <a:srgbClr val="DCE6EF"/>
                    </a:solidFill>
                  </a:tcPr>
                </a:tc>
              </a:tr>
              <a:tr h="718457">
                <a:tc>
                  <a:txBody>
                    <a:bodyPr/>
                    <a:lstStyle/>
                    <a:p>
                      <a:r>
                        <a:rPr sz="900" b="1">
                          <a:solidFill>
                            <a:srgbClr val="003F7E"/>
                          </a:solidFill>
                          <a:latin typeface="游ゴシック"/>
                          <a:ea typeface="游ゴシック"/>
                          <a:cs typeface="游ゴシック"/>
                        </a:rPr>
                        <a:t>EO反応器
(R-1101)</a:t>
                      </a:r>
                    </a:p>
                  </a:txBody>
                  <a:tcPr marL="45720" marR="27432" marT="18288" marB="18288" anchor="t">
                    <a:solidFill>
                      <a:srgbClr val="D7E0E5"/>
                    </a:solidFill>
                  </a:tcPr>
                </a:tc>
                <a:tc>
                  <a:txBody>
                    <a:bodyPr/>
                    <a:lstStyle/>
                    <a:p>
                      <a:r>
                        <a:rPr sz="900" b="0">
                          <a:solidFill>
                            <a:srgbClr val="222222"/>
                          </a:solidFill>
                          <a:latin typeface="游ゴシック"/>
                          <a:ea typeface="游ゴシック"/>
                          <a:cs typeface="游ゴシック"/>
                        </a:rPr>
                        <a:t>原料EO中A-ALD/EO=0.78kg/t（過去実績の上位、通常0.11〜0.35）。F-ALDも増加。製品出口は規格内。</a:t>
                      </a:r>
                    </a:p>
                  </a:txBody>
                  <a:tcPr marL="45720" marR="27432" marT="18288" marB="18288" anchor="t">
                    <a:solidFill>
                      <a:srgbClr val="E8F1E5"/>
                    </a:solidFill>
                  </a:tcPr>
                </a:tc>
                <a:tc>
                  <a:txBody>
                    <a:bodyPr/>
                    <a:lstStyle/>
                    <a:p>
                      <a:r>
                        <a:rPr sz="900" b="0">
                          <a:solidFill>
                            <a:srgbClr val="222222"/>
                          </a:solidFill>
                          <a:latin typeface="游ゴシック"/>
                          <a:ea typeface="游ゴシック"/>
                          <a:cs typeface="游ゴシック"/>
                        </a:rPr>
                        <a:t>ラボでF/A-ALD添加→反応器出口相当でUV220/260が上昇。反応器で生じたUV成分はほぼそのまま後段へ持ち越す。</a:t>
                      </a:r>
                    </a:p>
                  </a:txBody>
                  <a:tcPr marL="45720" marR="27432" marT="18288" marB="18288" anchor="t">
                    <a:solidFill>
                      <a:srgbClr val="FBF1DC"/>
                    </a:solidFill>
                  </a:tcPr>
                </a:tc>
                <a:tc>
                  <a:txBody>
                    <a:bodyPr/>
                    <a:lstStyle/>
                    <a:p>
                      <a:r>
                        <a:rPr sz="900" b="0">
                          <a:solidFill>
                            <a:srgbClr val="222222"/>
                          </a:solidFill>
                          <a:latin typeface="游ゴシック"/>
                          <a:ea typeface="游ゴシック"/>
                          <a:cs typeface="游ゴシック"/>
                        </a:rPr>
                        <a:t>触媒選択性低下でアルデヒド類が副生増。アルデヒドはアルドール縮合・着色の出発物質。</a:t>
                      </a:r>
                    </a:p>
                  </a:txBody>
                  <a:tcPr marL="45720" marR="27432" marT="18288" marB="18288" anchor="t">
                    <a:solidFill>
                      <a:srgbClr val="E9F0F7"/>
                    </a:solidFill>
                  </a:tcPr>
                </a:tc>
                <a:tc>
                  <a:txBody>
                    <a:bodyPr/>
                    <a:lstStyle/>
                    <a:p>
                      <a:r>
                        <a:rPr sz="900" b="1">
                          <a:solidFill>
                            <a:srgbClr val="003F7E"/>
                          </a:solidFill>
                          <a:latin typeface="游ゴシック"/>
                          <a:ea typeface="游ゴシック"/>
                          <a:cs typeface="游ゴシック"/>
                        </a:rPr>
                        <a:t>種となるアルデヒドが増えた＝着色の起点。</a:t>
                      </a:r>
                    </a:p>
                  </a:txBody>
                  <a:tcPr marL="45720" marR="27432" marT="18288" marB="18288" anchor="t">
                    <a:solidFill>
                      <a:srgbClr val="DCE6EF"/>
                    </a:solidFill>
                  </a:tcPr>
                </a:tc>
              </a:tr>
              <a:tr h="718457">
                <a:tc>
                  <a:txBody>
                    <a:bodyPr/>
                    <a:lstStyle/>
                    <a:p>
                      <a:r>
                        <a:rPr sz="900" b="1">
                          <a:solidFill>
                            <a:srgbClr val="003F7E"/>
                          </a:solidFill>
                          <a:latin typeface="游ゴシック"/>
                          <a:ea typeface="游ゴシック"/>
                          <a:cs typeface="游ゴシック"/>
                        </a:rPr>
                        <a:t>脱水塔まわり
(C-1404)</a:t>
                      </a:r>
                    </a:p>
                  </a:txBody>
                  <a:tcPr marL="45720" marR="27432" marT="18288" marB="18288" anchor="t">
                    <a:solidFill>
                      <a:srgbClr val="D7E0E5"/>
                    </a:solidFill>
                  </a:tcPr>
                </a:tc>
                <a:tc>
                  <a:txBody>
                    <a:bodyPr/>
                    <a:lstStyle/>
                    <a:p>
                      <a:r>
                        <a:rPr sz="900" b="0">
                          <a:solidFill>
                            <a:srgbClr val="222222"/>
                          </a:solidFill>
                          <a:latin typeface="游ゴシック"/>
                          <a:ea typeface="游ゴシック"/>
                          <a:cs typeface="游ゴシック"/>
                        </a:rPr>
                        <a:t>脱水塔ボトムは低水分（修理後10ppm台）。※MEG塔リボイラーの穴で従来は50ppm台と誤認、修理後に低下。</a:t>
                      </a:r>
                    </a:p>
                  </a:txBody>
                  <a:tcPr marL="45720" marR="27432" marT="18288" marB="18288" anchor="t">
                    <a:solidFill>
                      <a:srgbClr val="E8F1E5"/>
                    </a:solidFill>
                  </a:tcPr>
                </a:tc>
                <a:tc>
                  <a:txBody>
                    <a:bodyPr/>
                    <a:lstStyle/>
                    <a:p>
                      <a:r>
                        <a:rPr sz="900" b="0">
                          <a:solidFill>
                            <a:srgbClr val="222222"/>
                          </a:solidFill>
                          <a:latin typeface="游ゴシック"/>
                          <a:ea typeface="游ゴシック"/>
                          <a:cs typeface="游ゴシック"/>
                        </a:rPr>
                        <a:t>水分があると縮合は進みにくい（脱水反応）。水分の効きは感度2〜3割の見立て。</a:t>
                      </a:r>
                    </a:p>
                  </a:txBody>
                  <a:tcPr marL="45720" marR="27432" marT="18288" marB="18288" anchor="t">
                    <a:solidFill>
                      <a:srgbClr val="FBF1DC"/>
                    </a:solidFill>
                  </a:tcPr>
                </a:tc>
                <a:tc>
                  <a:txBody>
                    <a:bodyPr/>
                    <a:lstStyle/>
                    <a:p>
                      <a:r>
                        <a:rPr sz="900" b="0">
                          <a:solidFill>
                            <a:srgbClr val="222222"/>
                          </a:solidFill>
                          <a:latin typeface="游ゴシック"/>
                          <a:ea typeface="游ゴシック"/>
                          <a:cs typeface="游ゴシック"/>
                        </a:rPr>
                        <a:t>アルドール縮合は脱水を伴う平衡。低水分ほど縮合（脱水）側へ寄る。</a:t>
                      </a:r>
                    </a:p>
                  </a:txBody>
                  <a:tcPr marL="45720" marR="27432" marT="18288" marB="18288" anchor="t">
                    <a:solidFill>
                      <a:srgbClr val="E9F0F7"/>
                    </a:solidFill>
                  </a:tcPr>
                </a:tc>
                <a:tc>
                  <a:txBody>
                    <a:bodyPr/>
                    <a:lstStyle/>
                    <a:p>
                      <a:r>
                        <a:rPr sz="900" b="1">
                          <a:solidFill>
                            <a:srgbClr val="003F7E"/>
                          </a:solidFill>
                          <a:latin typeface="游ゴシック"/>
                          <a:ea typeface="游ゴシック"/>
                          <a:cs typeface="游ゴシック"/>
                        </a:rPr>
                        <a:t>低水分が縮合を後押しする条件。</a:t>
                      </a:r>
                    </a:p>
                  </a:txBody>
                  <a:tcPr marL="45720" marR="27432" marT="18288" marB="18288" anchor="t">
                    <a:solidFill>
                      <a:srgbClr val="DCE6EF"/>
                    </a:solidFill>
                  </a:tcPr>
                </a:tc>
              </a:tr>
              <a:tr h="718457">
                <a:tc>
                  <a:txBody>
                    <a:bodyPr/>
                    <a:lstStyle/>
                    <a:p>
                      <a:r>
                        <a:rPr sz="900" b="1">
                          <a:solidFill>
                            <a:srgbClr val="003F7E"/>
                          </a:solidFill>
                          <a:latin typeface="游ゴシック"/>
                          <a:ea typeface="游ゴシック"/>
                          <a:cs typeface="游ゴシック"/>
                        </a:rPr>
                        <a:t>MEG塔／リサイクル塔
(C-1501/C-1502)</a:t>
                      </a:r>
                    </a:p>
                  </a:txBody>
                  <a:tcPr marL="45720" marR="27432" marT="18288" marB="18288" anchor="t">
                    <a:solidFill>
                      <a:srgbClr val="D7E0E5"/>
                    </a:solidFill>
                  </a:tcPr>
                </a:tc>
                <a:tc>
                  <a:txBody>
                    <a:bodyPr/>
                    <a:lstStyle/>
                    <a:p>
                      <a:r>
                        <a:rPr sz="900" b="0">
                          <a:solidFill>
                            <a:srgbClr val="222222"/>
                          </a:solidFill>
                          <a:latin typeface="游ゴシック"/>
                          <a:ea typeface="游ゴシック"/>
                          <a:cs typeface="游ゴシック"/>
                        </a:rPr>
                        <a:t>C-1502トップでA-ALDが一時的に異常高（3〜7ppm、過去1ppm以下）。脱水塔BTM・C-1501BTMは過去同水準。開放で異常な汚れ・活性金属なし（CS→SUS改造部も錆込みなし）。</a:t>
                      </a:r>
                    </a:p>
                  </a:txBody>
                  <a:tcPr marL="45720" marR="27432" marT="18288" marB="18288" anchor="t">
                    <a:solidFill>
                      <a:srgbClr val="E8F1E5"/>
                    </a:solidFill>
                  </a:tcPr>
                </a:tc>
                <a:tc>
                  <a:txBody>
                    <a:bodyPr/>
                    <a:lstStyle/>
                    <a:p>
                      <a:r>
                        <a:rPr sz="900" b="0">
                          <a:solidFill>
                            <a:srgbClr val="222222"/>
                          </a:solidFill>
                          <a:latin typeface="游ゴシック"/>
                          <a:ea typeface="游ゴシック"/>
                          <a:cs typeface="游ゴシック"/>
                        </a:rPr>
                        <a:t>物質収支上はC-1502でALD生成に見えるが、重質側で生じた縮合体が軽質ゆえ蒸留で上に運ばれた塔間循環で説明（検出位置≠生成位置）。</a:t>
                      </a:r>
                    </a:p>
                  </a:txBody>
                  <a:tcPr marL="45720" marR="27432" marT="18288" marB="18288" anchor="t">
                    <a:solidFill>
                      <a:srgbClr val="FBF1DC"/>
                    </a:solidFill>
                  </a:tcPr>
                </a:tc>
                <a:tc>
                  <a:txBody>
                    <a:bodyPr/>
                    <a:lstStyle/>
                    <a:p>
                      <a:r>
                        <a:rPr sz="900" b="0">
                          <a:solidFill>
                            <a:srgbClr val="222222"/>
                          </a:solidFill>
                          <a:latin typeface="游ゴシック"/>
                          <a:ea typeface="游ゴシック"/>
                          <a:cs typeface="游ゴシック"/>
                        </a:rPr>
                        <a:t>重質化した縮合体は蒸留系を循環し、一部はレトロ的に分解してALDに見える。</a:t>
                      </a:r>
                    </a:p>
                  </a:txBody>
                  <a:tcPr marL="45720" marR="27432" marT="18288" marB="18288" anchor="t">
                    <a:solidFill>
                      <a:srgbClr val="E9F0F7"/>
                    </a:solidFill>
                  </a:tcPr>
                </a:tc>
                <a:tc>
                  <a:txBody>
                    <a:bodyPr/>
                    <a:lstStyle/>
                    <a:p>
                      <a:r>
                        <a:rPr sz="900" b="1">
                          <a:solidFill>
                            <a:srgbClr val="003F7E"/>
                          </a:solidFill>
                          <a:latin typeface="游ゴシック"/>
                          <a:ea typeface="游ゴシック"/>
                          <a:cs typeface="游ゴシック"/>
                        </a:rPr>
                        <a:t>MEG系は着色の場ではない（活性金属なし）。縮合体が系内を回りDEG留分へ向かう通過点。</a:t>
                      </a:r>
                    </a:p>
                  </a:txBody>
                  <a:tcPr marL="45720" marR="27432" marT="18288" marB="18288" anchor="t">
                    <a:solidFill>
                      <a:srgbClr val="DCE6EF"/>
                    </a:solidFill>
                  </a:tcPr>
                </a:tc>
              </a:tr>
              <a:tr h="718457">
                <a:tc>
                  <a:txBody>
                    <a:bodyPr/>
                    <a:lstStyle/>
                    <a:p>
                      <a:r>
                        <a:rPr sz="900" b="1">
                          <a:solidFill>
                            <a:srgbClr val="003F7E"/>
                          </a:solidFill>
                          <a:latin typeface="游ゴシック"/>
                          <a:ea typeface="游ゴシック"/>
                          <a:cs typeface="游ゴシック"/>
                        </a:rPr>
                        <a:t>DEG塔
(C-1503)</a:t>
                      </a:r>
                    </a:p>
                  </a:txBody>
                  <a:tcPr marL="45720" marR="27432" marT="18288" marB="18288" anchor="t">
                    <a:solidFill>
                      <a:srgbClr val="D7E0E5"/>
                    </a:solidFill>
                  </a:tcPr>
                </a:tc>
                <a:tc>
                  <a:txBody>
                    <a:bodyPr/>
                    <a:lstStyle/>
                    <a:p>
                      <a:r>
                        <a:rPr sz="900" b="0">
                          <a:solidFill>
                            <a:srgbClr val="222222"/>
                          </a:solidFill>
                          <a:latin typeface="游ゴシック"/>
                          <a:ea typeface="游ゴシック"/>
                          <a:cs typeface="游ゴシック"/>
                        </a:rPr>
                        <a:t>C-1503トップに黒色付着物（XRFでほぼ鉄＝サビ）。水抽出でギ酸70ppm・グリコール酸12ppmを検出。</a:t>
                      </a:r>
                    </a:p>
                  </a:txBody>
                  <a:tcPr marL="45720" marR="27432" marT="18288" marB="18288" anchor="t">
                    <a:solidFill>
                      <a:srgbClr val="E8F1E5"/>
                    </a:solidFill>
                  </a:tcPr>
                </a:tc>
                <a:tc>
                  <a:txBody>
                    <a:bodyPr/>
                    <a:lstStyle/>
                    <a:p>
                      <a:r>
                        <a:rPr sz="900" b="0">
                          <a:solidFill>
                            <a:srgbClr val="222222"/>
                          </a:solidFill>
                          <a:latin typeface="游ゴシック"/>
                          <a:ea typeface="游ゴシック"/>
                          <a:cs typeface="游ゴシック"/>
                        </a:rPr>
                        <a:t>付着物をDEGに共存させてもλmax380nmのみで450nmは再現せず。蒸留DEGの短時間保管でも450nmは出ない。</a:t>
                      </a:r>
                    </a:p>
                  </a:txBody>
                  <a:tcPr marL="45720" marR="27432" marT="18288" marB="18288" anchor="t">
                    <a:solidFill>
                      <a:srgbClr val="FBF1DC"/>
                    </a:solidFill>
                  </a:tcPr>
                </a:tc>
                <a:tc>
                  <a:txBody>
                    <a:bodyPr/>
                    <a:lstStyle/>
                    <a:p>
                      <a:r>
                        <a:rPr sz="900" b="0">
                          <a:solidFill>
                            <a:srgbClr val="222222"/>
                          </a:solidFill>
                          <a:latin typeface="游ゴシック"/>
                          <a:ea typeface="游ゴシック"/>
                          <a:cs typeface="游ゴシック"/>
                        </a:rPr>
                        <a:t>塩基・高温下でアルドール縮合が進み、共役の短い前駆体（UV330nm付近、分子量150程度）が生成。鉄サビは局所の腐食・380nm寄与。</a:t>
                      </a:r>
                    </a:p>
                  </a:txBody>
                  <a:tcPr marL="45720" marR="27432" marT="18288" marB="18288" anchor="t">
                    <a:solidFill>
                      <a:srgbClr val="E9F0F7"/>
                    </a:solidFill>
                  </a:tcPr>
                </a:tc>
                <a:tc>
                  <a:txBody>
                    <a:bodyPr/>
                    <a:lstStyle/>
                    <a:p>
                      <a:r>
                        <a:rPr sz="900" b="1">
                          <a:solidFill>
                            <a:srgbClr val="003F7E"/>
                          </a:solidFill>
                          <a:latin typeface="游ゴシック"/>
                          <a:ea typeface="游ゴシック"/>
                          <a:cs typeface="游ゴシック"/>
                        </a:rPr>
                        <a:t>前駆体が生成する場。鉄サビ・付着物は450nmの主因でない（局所380nm）。</a:t>
                      </a:r>
                    </a:p>
                  </a:txBody>
                  <a:tcPr marL="45720" marR="27432" marT="18288" marB="18288" anchor="t">
                    <a:solidFill>
                      <a:srgbClr val="DCE6EF"/>
                    </a:solidFill>
                  </a:tcPr>
                </a:tc>
              </a:tr>
              <a:tr h="718457">
                <a:tc>
                  <a:txBody>
                    <a:bodyPr/>
                    <a:lstStyle/>
                    <a:p>
                      <a:r>
                        <a:rPr sz="900" b="1">
                          <a:solidFill>
                            <a:srgbClr val="003F7E"/>
                          </a:solidFill>
                          <a:latin typeface="游ゴシック"/>
                          <a:ea typeface="游ゴシック"/>
                          <a:cs typeface="游ゴシック"/>
                        </a:rPr>
                        <a:t>製品タンク
(T-555)</a:t>
                      </a:r>
                    </a:p>
                  </a:txBody>
                  <a:tcPr marL="45720" marR="27432" marT="18288" marB="18288" anchor="t">
                    <a:solidFill>
                      <a:srgbClr val="D7E0E5"/>
                    </a:solidFill>
                  </a:tcPr>
                </a:tc>
                <a:tc>
                  <a:txBody>
                    <a:bodyPr/>
                    <a:lstStyle/>
                    <a:p>
                      <a:r>
                        <a:rPr sz="900" b="0">
                          <a:solidFill>
                            <a:srgbClr val="222222"/>
                          </a:solidFill>
                          <a:latin typeface="游ゴシック"/>
                          <a:ea typeface="游ゴシック"/>
                          <a:cs typeface="游ゴシック"/>
                        </a:rPr>
                        <a:t>窒素封入タンクで約6週間でAPHA&lt;5→25〜35。出口は規格内。残液は5/18(APHA30)以降は上昇せず。ドラム・SP（大気接触）は悪化なし。</a:t>
                      </a:r>
                    </a:p>
                  </a:txBody>
                  <a:tcPr marL="45720" marR="27432" marT="18288" marB="18288" anchor="t">
                    <a:solidFill>
                      <a:srgbClr val="E8F1E5"/>
                    </a:solidFill>
                  </a:tcPr>
                </a:tc>
                <a:tc>
                  <a:txBody>
                    <a:bodyPr/>
                    <a:lstStyle/>
                    <a:p>
                      <a:r>
                        <a:rPr sz="900" b="0">
                          <a:solidFill>
                            <a:srgbClr val="222222"/>
                          </a:solidFill>
                          <a:latin typeface="游ゴシック"/>
                          <a:ea typeface="游ゴシック"/>
                          <a:cs typeface="游ゴシック"/>
                        </a:rPr>
                        <a:t>GPCで分子量200〜800、GCの複数検体が457nmを捕捉＝ポリエナール。吸光度換算で数〜10ppb。酸素があると前駆体が有機酸へ酸化され縮合が進まない。</a:t>
                      </a:r>
                    </a:p>
                  </a:txBody>
                  <a:tcPr marL="45720" marR="27432" marT="18288" marB="18288" anchor="t">
                    <a:solidFill>
                      <a:srgbClr val="FBF1DC"/>
                    </a:solidFill>
                  </a:tcPr>
                </a:tc>
                <a:tc>
                  <a:txBody>
                    <a:bodyPr/>
                    <a:lstStyle/>
                    <a:p>
                      <a:r>
                        <a:rPr sz="900" b="0">
                          <a:solidFill>
                            <a:srgbClr val="222222"/>
                          </a:solidFill>
                          <a:latin typeface="游ゴシック"/>
                          <a:ea typeface="游ゴシック"/>
                          <a:cs typeface="游ゴシック"/>
                        </a:rPr>
                        <a:t>前駆体どうしが脱水縮合して共役が伸び450nm（黄）に。プール律速で、使い切るとAPHA30で頭打ち。共役系は微量で発色。</a:t>
                      </a:r>
                    </a:p>
                  </a:txBody>
                  <a:tcPr marL="45720" marR="27432" marT="18288" marB="18288" anchor="t">
                    <a:solidFill>
                      <a:srgbClr val="E9F0F7"/>
                    </a:solidFill>
                  </a:tcPr>
                </a:tc>
                <a:tc>
                  <a:txBody>
                    <a:bodyPr/>
                    <a:lstStyle/>
                    <a:p>
                      <a:r>
                        <a:rPr sz="900" b="1">
                          <a:solidFill>
                            <a:srgbClr val="003F7E"/>
                          </a:solidFill>
                          <a:latin typeface="游ゴシック"/>
                          <a:ea typeface="游ゴシック"/>
                          <a:cs typeface="游ゴシック"/>
                        </a:rPr>
                        <a:t>着色が成長する＝熟成の場。窒素で進行・大気で抑制。</a:t>
                      </a:r>
                    </a:p>
                  </a:txBody>
                  <a:tcPr marL="45720" marR="27432" marT="18288" marB="18288" anchor="t">
                    <a:solidFill>
                      <a:srgbClr val="DCE6EF"/>
                    </a:solidFill>
                  </a:tcPr>
                </a:tc>
              </a:tr>
              <a:tr h="718458">
                <a:tc>
                  <a:txBody>
                    <a:bodyPr/>
                    <a:lstStyle/>
                    <a:p>
                      <a:r>
                        <a:rPr sz="900" b="1">
                          <a:solidFill>
                            <a:srgbClr val="FFFFFF"/>
                          </a:solidFill>
                          <a:latin typeface="游ゴシック"/>
                          <a:ea typeface="游ゴシック"/>
                          <a:cs typeface="游ゴシック"/>
                        </a:rPr>
                        <a:t>トータル＝1本の筋</a:t>
                      </a:r>
                    </a:p>
                  </a:txBody>
                  <a:tcPr marL="45720" marR="27432" marT="18288" marB="18288" anchor="t">
                    <a:solidFill>
                      <a:srgbClr val="005BAB"/>
                    </a:solidFill>
                  </a:tcPr>
                </a:tc>
                <a:tc gridSpan="4">
                  <a:txBody>
                    <a:bodyPr/>
                    <a:lstStyle/>
                    <a:p>
                      <a:r>
                        <a:rPr sz="950" b="1">
                          <a:solidFill>
                            <a:srgbClr val="003F7E"/>
                          </a:solidFill>
                          <a:latin typeface="游ゴシック"/>
                          <a:ea typeface="游ゴシック"/>
                          <a:cs typeface="游ゴシック"/>
                        </a:rPr>
                        <a:t>触媒劣化で増えたアルデヒドが、アルドール縮合で高沸点の前駆体になってDEG留分へ移り、窒素タンクの長期保管で前駆体どうしが縮合・脱水して共役が伸び、約10ppb（推定）で450nm＝黄色に着色する。前駆体を使い切るとAPHA30程度で頭打ちになる。</a:t>
                      </a:r>
                    </a:p>
                  </a:txBody>
                  <a:tcPr>
                    <a:solidFill>
                      <a:srgbClr val="DCE6EF"/>
                    </a:solidFill>
                  </a:tcPr>
                </a:tc>
                <a:tc hMerge="1">
                  <a:txBody>
                    <a:bodyPr/>
                    <a:lstStyle/>
                    <a:p/>
                  </a:txBody>
                  <a:tcPr/>
                </a:tc>
                <a:tc hMerge="1">
                  <a:txBody>
                    <a:bodyPr/>
                    <a:lstStyle/>
                    <a:p/>
                  </a:txBody>
                  <a:tcPr/>
                </a:tc>
                <a:tc hMerge="1">
                  <a:txBody>
                    <a:bodyPr/>
                    <a:lstStyle/>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どこで何が起きるか（工程フロー）</a:t>
            </a:r>
          </a:p>
        </p:txBody>
      </p:sp>
      <p:pic>
        <p:nvPicPr>
          <p:cNvPr id="3" name="Picture 2" descr="mechanism_flow.png"/>
          <p:cNvPicPr>
            <a:picLocks noChangeAspect="1"/>
          </p:cNvPicPr>
          <p:nvPr/>
        </p:nvPicPr>
        <p:blipFill>
          <a:blip r:embed="rId2"/>
          <a:stretch>
            <a:fillRect/>
          </a:stretch>
        </p:blipFill>
        <p:spPr>
          <a:xfrm>
            <a:off x="365760" y="1554480"/>
            <a:ext cx="11430000" cy="282583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なぜ今回だけ起きたか（条件の重なり）</a:t>
            </a:r>
          </a:p>
        </p:txBody>
      </p:sp>
      <p:sp>
        <p:nvSpPr>
          <p:cNvPr id="3" name="TextBox 2"/>
          <p:cNvSpPr txBox="1"/>
          <p:nvPr/>
        </p:nvSpPr>
        <p:spPr>
          <a:xfrm>
            <a:off x="548640" y="1325880"/>
            <a:ext cx="11064240" cy="457200"/>
          </a:xfrm>
          <a:prstGeom prst="rect">
            <a:avLst/>
          </a:prstGeom>
          <a:noFill/>
        </p:spPr>
        <p:txBody>
          <a:bodyPr wrap="square">
            <a:spAutoFit/>
          </a:bodyPr>
          <a:lstStyle/>
          <a:p>
            <a:pPr>
              <a:spcBef>
                <a:spcPts val="0"/>
              </a:spcBef>
              <a:spcAft>
                <a:spcPts val="400"/>
              </a:spcAft>
            </a:pPr>
            <a:r>
              <a:rPr sz="1250" b="0">
                <a:solidFill>
                  <a:srgbClr val="666666"/>
                </a:solidFill>
                <a:latin typeface="游ゴシック"/>
                <a:ea typeface="游ゴシック"/>
                <a:cs typeface="游ゴシック"/>
              </a:rPr>
              <a:t>過去にもアルデヒドが高い時期はあったが、今回は反応させてしまう条件がそろった。</a:t>
            </a:r>
          </a:p>
        </p:txBody>
      </p:sp>
      <p:sp>
        <p:nvSpPr>
          <p:cNvPr id="4" name="Rounded Rectangle 3"/>
          <p:cNvSpPr/>
          <p:nvPr/>
        </p:nvSpPr>
        <p:spPr>
          <a:xfrm>
            <a:off x="548640" y="1874519"/>
            <a:ext cx="11064240" cy="960120"/>
          </a:xfrm>
          <a:prstGeom prst="roundRect">
            <a:avLst/>
          </a:prstGeom>
          <a:solidFill>
            <a:srgbClr val="EBEFF2"/>
          </a:solidFill>
          <a:ln w="12700">
            <a:solidFill>
              <a:srgbClr val="C9D2D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300" b="1">
                <a:solidFill>
                  <a:srgbClr val="003F7E"/>
                </a:solidFill>
                <a:latin typeface="游ゴシック"/>
                <a:ea typeface="游ゴシック"/>
                <a:cs typeface="游ゴシック"/>
              </a:rPr>
              <a:t>【アルデヒドが多かった（必要条件）】 </a:t>
            </a:r>
            <a:r>
              <a:rPr sz="1150">
                <a:solidFill>
                  <a:srgbClr val="222222"/>
                </a:solidFill>
                <a:latin typeface="游ゴシック"/>
                <a:ea typeface="游ゴシック"/>
                <a:cs typeface="游ゴシック"/>
              </a:rPr>
              <a:t>触媒選択性低下でA-ALD・F-ALDが増加（A-ALD/EO=0.78kg/t、過去実績の上位）。種となるアルデヒドの絶対量が多かった。</a:t>
            </a:r>
          </a:p>
          <a:p>
            <a:r>
              <a:rPr sz="1150" b="1">
                <a:solidFill>
                  <a:srgbClr val="005BAB"/>
                </a:solidFill>
                <a:latin typeface="游ゴシック"/>
                <a:ea typeface="游ゴシック"/>
                <a:cs typeface="游ゴシック"/>
              </a:rPr>
              <a:t>→ 触媒交換で除去</a:t>
            </a:r>
          </a:p>
        </p:txBody>
      </p:sp>
      <p:sp>
        <p:nvSpPr>
          <p:cNvPr id="5" name="Rounded Rectangle 4"/>
          <p:cNvSpPr/>
          <p:nvPr/>
        </p:nvSpPr>
        <p:spPr>
          <a:xfrm>
            <a:off x="548640" y="2935224"/>
            <a:ext cx="11064240" cy="960120"/>
          </a:xfrm>
          <a:prstGeom prst="roundRect">
            <a:avLst/>
          </a:prstGeom>
          <a:solidFill>
            <a:srgbClr val="EBEFF2"/>
          </a:solidFill>
          <a:ln w="12700">
            <a:solidFill>
              <a:srgbClr val="C9D2D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300" b="1">
                <a:solidFill>
                  <a:srgbClr val="003F7E"/>
                </a:solidFill>
                <a:latin typeface="游ゴシック"/>
                <a:ea typeface="游ゴシック"/>
                <a:cs typeface="游ゴシック"/>
              </a:rPr>
              <a:t>【水分が少ない条件だった（促進）】 </a:t>
            </a:r>
            <a:r>
              <a:rPr sz="1150">
                <a:solidFill>
                  <a:srgbClr val="222222"/>
                </a:solidFill>
                <a:latin typeface="游ゴシック"/>
                <a:ea typeface="游ゴシック"/>
                <a:cs typeface="游ゴシック"/>
              </a:rPr>
              <a:t>脱水・縮合は水があると進みにくい平衡反応。脱水塔ボトムが低水分で縮合が進みやすかった。</a:t>
            </a:r>
          </a:p>
          <a:p>
            <a:r>
              <a:rPr sz="1150" b="1">
                <a:solidFill>
                  <a:srgbClr val="005BAB"/>
                </a:solidFill>
                <a:latin typeface="游ゴシック"/>
                <a:ea typeface="游ゴシック"/>
                <a:cs typeface="游ゴシック"/>
              </a:rPr>
              <a:t>→ 水分管理で確認</a:t>
            </a:r>
          </a:p>
        </p:txBody>
      </p:sp>
      <p:sp>
        <p:nvSpPr>
          <p:cNvPr id="6" name="Rounded Rectangle 5"/>
          <p:cNvSpPr/>
          <p:nvPr/>
        </p:nvSpPr>
        <p:spPr>
          <a:xfrm>
            <a:off x="548640" y="3995928"/>
            <a:ext cx="11064240" cy="960120"/>
          </a:xfrm>
          <a:prstGeom prst="roundRect">
            <a:avLst/>
          </a:prstGeom>
          <a:solidFill>
            <a:srgbClr val="EBEFF2"/>
          </a:solidFill>
          <a:ln w="12700">
            <a:solidFill>
              <a:srgbClr val="C9D2D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300" b="1">
                <a:solidFill>
                  <a:srgbClr val="003F7E"/>
                </a:solidFill>
                <a:latin typeface="游ゴシック"/>
                <a:ea typeface="游ゴシック"/>
                <a:cs typeface="游ゴシック"/>
              </a:rPr>
              <a:t>【塩基条件（苛性ソーダ）が後押し（促進）】 </a:t>
            </a:r>
            <a:r>
              <a:rPr sz="1150">
                <a:solidFill>
                  <a:srgbClr val="222222"/>
                </a:solidFill>
                <a:latin typeface="游ゴシック"/>
                <a:ea typeface="游ゴシック"/>
                <a:cs typeface="游ゴシック"/>
              </a:rPr>
              <a:t>NaOHの塩基がアルドール縮合を促進する側に働いた（NaOH→リン酸Na切替で330nm低下と整合）。</a:t>
            </a:r>
          </a:p>
          <a:p>
            <a:r>
              <a:rPr sz="1150" b="1">
                <a:solidFill>
                  <a:srgbClr val="005BAB"/>
                </a:solidFill>
                <a:latin typeface="游ゴシック"/>
                <a:ea typeface="游ゴシック"/>
                <a:cs typeface="游ゴシック"/>
              </a:rPr>
              <a:t>→ SU時はNaOH非投入</a:t>
            </a:r>
          </a:p>
        </p:txBody>
      </p:sp>
      <p:sp>
        <p:nvSpPr>
          <p:cNvPr id="7" name="Rounded Rectangle 6"/>
          <p:cNvSpPr/>
          <p:nvPr/>
        </p:nvSpPr>
        <p:spPr>
          <a:xfrm>
            <a:off x="548640" y="5056632"/>
            <a:ext cx="11064240" cy="960120"/>
          </a:xfrm>
          <a:prstGeom prst="roundRect">
            <a:avLst/>
          </a:prstGeom>
          <a:solidFill>
            <a:srgbClr val="EBEFF2"/>
          </a:solidFill>
          <a:ln w="12700">
            <a:solidFill>
              <a:srgbClr val="C9D2D8"/>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300" b="1">
                <a:solidFill>
                  <a:srgbClr val="003F7E"/>
                </a:solidFill>
                <a:latin typeface="游ゴシック"/>
                <a:ea typeface="游ゴシック"/>
                <a:cs typeface="游ゴシック"/>
              </a:rPr>
              <a:t>【DEG留分には樹脂（IER）が無い（DEG特有・除去機構の欠如）】 </a:t>
            </a:r>
            <a:r>
              <a:rPr sz="1150">
                <a:solidFill>
                  <a:srgbClr val="222222"/>
                </a:solidFill>
                <a:latin typeface="游ゴシック"/>
                <a:ea typeface="游ゴシック"/>
                <a:cs typeface="游ゴシック"/>
              </a:rPr>
              <a:t>MEG・TEGはイオン交換樹脂で前駆体を除去して製品を安定化できるが、DEG留分には樹脂が無く前駆体がそのまま製品に持ち込まれる。</a:t>
            </a:r>
          </a:p>
          <a:p>
            <a:r>
              <a:rPr sz="1150" b="1">
                <a:solidFill>
                  <a:srgbClr val="005BAB"/>
                </a:solidFill>
                <a:latin typeface="游ゴシック"/>
                <a:ea typeface="游ゴシック"/>
                <a:cs typeface="游ゴシック"/>
              </a:rPr>
              <a:t>→ 出口でDEGラインIERを検討</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設備（鉄サビ）は色相の主因ではない</a:t>
            </a:r>
          </a:p>
        </p:txBody>
      </p:sp>
      <p:sp>
        <p:nvSpPr>
          <p:cNvPr id="3" name="TextBox 2"/>
          <p:cNvSpPr txBox="1"/>
          <p:nvPr/>
        </p:nvSpPr>
        <p:spPr>
          <a:xfrm>
            <a:off x="548640" y="1371600"/>
            <a:ext cx="11064240" cy="4937760"/>
          </a:xfrm>
          <a:prstGeom prst="rect">
            <a:avLst/>
          </a:prstGeom>
          <a:noFill/>
        </p:spPr>
        <p:txBody>
          <a:bodyPr wrap="square">
            <a:spAutoFit/>
          </a:bodyPr>
          <a:lstStyle/>
          <a:p>
            <a:pPr>
              <a:spcBef>
                <a:spcPts val="0"/>
              </a:spcBef>
              <a:spcAft>
                <a:spcPts val="1100"/>
              </a:spcAft>
            </a:pPr>
            <a:r>
              <a:rPr sz="1350" b="0">
                <a:solidFill>
                  <a:srgbClr val="222222"/>
                </a:solidFill>
                <a:latin typeface="游ゴシック"/>
                <a:ea typeface="游ゴシック"/>
                <a:cs typeface="游ゴシック"/>
              </a:rPr>
              <a:t>・C-1503トップに黒色付着物（XRFでほぼ鉄＝サビ）。水抽出からギ酸・グリコール酸を検出＝局所で有機酸が生じ腐食したものと整合。</a:t>
            </a:r>
          </a:p>
          <a:p>
            <a:pPr>
              <a:spcBef>
                <a:spcPts val="0"/>
              </a:spcBef>
              <a:spcAft>
                <a:spcPts val="1100"/>
              </a:spcAft>
            </a:pPr>
            <a:r>
              <a:rPr sz="1350" b="0">
                <a:solidFill>
                  <a:srgbClr val="222222"/>
                </a:solidFill>
                <a:latin typeface="游ゴシック"/>
                <a:ea typeface="游ゴシック"/>
                <a:cs typeface="游ゴシック"/>
              </a:rPr>
              <a:t>・この付着物をDEGに共存させてもλmax380nmが出るのみで、実機の450nmは再現しない。蒸留DEGの短時間保管でも450nmは出ない。</a:t>
            </a:r>
          </a:p>
          <a:p>
            <a:pPr>
              <a:spcBef>
                <a:spcPts val="0"/>
              </a:spcBef>
              <a:spcAft>
                <a:spcPts val="1100"/>
              </a:spcAft>
            </a:pPr>
            <a:r>
              <a:rPr sz="1350" b="0">
                <a:solidFill>
                  <a:srgbClr val="222222"/>
                </a:solidFill>
                <a:latin typeface="游ゴシック"/>
                <a:ea typeface="游ゴシック"/>
                <a:cs typeface="游ゴシック"/>
              </a:rPr>
              <a:t>・T-555タンク内の異物も鉄サビだが、残液は5/18時点のAPHA30から上昇していない。</a:t>
            </a:r>
          </a:p>
          <a:p>
            <a:pPr>
              <a:spcBef>
                <a:spcPts val="0"/>
              </a:spcBef>
              <a:spcAft>
                <a:spcPts val="1100"/>
              </a:spcAft>
            </a:pPr>
            <a:r>
              <a:rPr sz="1350" b="1">
                <a:solidFill>
                  <a:srgbClr val="003F7E"/>
                </a:solidFill>
                <a:latin typeface="游ゴシック"/>
                <a:ea typeface="游ゴシック"/>
                <a:cs typeface="游ゴシック"/>
              </a:rPr>
              <a:t>・以上より、鉄サビ・付着物は色相（450nm）を進める触媒ではなく、寄与は局所の腐食・380nmにとどまる（主因ではない）。保管試験・残液分析という実測で判断している。金属が無くてもアルデヒドとpHだけで着色は説明できる。付着物は予防保全として洗浄す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開放・検査の整理（仮説駆動）</a:t>
            </a:r>
          </a:p>
        </p:txBody>
      </p:sp>
      <p:sp>
        <p:nvSpPr>
          <p:cNvPr id="3" name="TextBox 2"/>
          <p:cNvSpPr txBox="1"/>
          <p:nvPr/>
        </p:nvSpPr>
        <p:spPr>
          <a:xfrm>
            <a:off x="548640" y="1280160"/>
            <a:ext cx="11064240" cy="502920"/>
          </a:xfrm>
          <a:prstGeom prst="rect">
            <a:avLst/>
          </a:prstGeom>
          <a:noFill/>
        </p:spPr>
        <p:txBody>
          <a:bodyPr wrap="square">
            <a:spAutoFit/>
          </a:bodyPr>
          <a:lstStyle/>
          <a:p>
            <a:pPr>
              <a:spcBef>
                <a:spcPts val="0"/>
              </a:spcBef>
              <a:spcAft>
                <a:spcPts val="400"/>
              </a:spcAft>
            </a:pPr>
            <a:r>
              <a:rPr sz="1100" b="0">
                <a:solidFill>
                  <a:srgbClr val="666666"/>
                </a:solidFill>
                <a:latin typeface="游ゴシック"/>
                <a:ea typeface="游ゴシック"/>
                <a:cs typeface="游ゴシック"/>
              </a:rPr>
              <a:t>開放は『推定メカニズムに基づき、縮合反応が起こり得る脱水塔以降に絞って当該機器を確認し、結果を仮説に沿って解釈する』順序で行う。機器を開けた結果から逆に範囲を決めるのではなく、技術→推定メカニズム→該当機器の確認→補足、の順とする。</a:t>
            </a:r>
          </a:p>
        </p:txBody>
      </p:sp>
      <p:graphicFrame>
        <p:nvGraphicFramePr>
          <p:cNvPr id="4" name="Table 3"/>
          <p:cNvGraphicFramePr>
            <a:graphicFrameLocks noGrp="1"/>
          </p:cNvGraphicFramePr>
          <p:nvPr/>
        </p:nvGraphicFramePr>
        <p:xfrm>
          <a:off x="548640" y="1874519"/>
          <a:ext cx="11064240" cy="4114800"/>
        </p:xfrm>
        <a:graphic>
          <a:graphicData uri="http://schemas.openxmlformats.org/drawingml/2006/table">
            <a:tbl>
              <a:tblPr firstRow="1" bandRow="1">
                <a:tableStyleId>{5C22544A-7EE6-4342-B048-85BDC9FD1C3A}</a:tableStyleId>
              </a:tblPr>
              <a:tblGrid>
                <a:gridCol w="3291840"/>
                <a:gridCol w="7772400"/>
              </a:tblGrid>
              <a:tr h="514350">
                <a:tc>
                  <a:txBody>
                    <a:bodyPr/>
                    <a:lstStyle/>
                    <a:p>
                      <a:r>
                        <a:rPr sz="1050" b="1">
                          <a:solidFill>
                            <a:srgbClr val="003F7E"/>
                          </a:solidFill>
                          <a:latin typeface="游ゴシック"/>
                          <a:ea typeface="游ゴシック"/>
                          <a:cs typeface="游ゴシック"/>
                        </a:rPr>
                        <a:t>機器</a:t>
                      </a:r>
                    </a:p>
                  </a:txBody>
                  <a:tcPr anchor="ctr" marT="27432" marB="27432" marL="54864">
                    <a:solidFill>
                      <a:srgbClr val="EBEFF2"/>
                    </a:solidFill>
                  </a:tcPr>
                </a:tc>
                <a:tc>
                  <a:txBody>
                    <a:bodyPr/>
                    <a:lstStyle/>
                    <a:p>
                      <a:r>
                        <a:rPr sz="1050" b="1">
                          <a:solidFill>
                            <a:srgbClr val="003F7E"/>
                          </a:solidFill>
                          <a:latin typeface="游ゴシック"/>
                          <a:ea typeface="游ゴシック"/>
                          <a:cs typeface="游ゴシック"/>
                        </a:rPr>
                        <a:t>開放理由・結果</a:t>
                      </a:r>
                    </a:p>
                  </a:txBody>
                  <a:tcPr anchor="ctr" marT="27432" marB="27432" marL="54864">
                    <a:solidFill>
                      <a:srgbClr val="EBEFF2"/>
                    </a:solidFill>
                  </a:tcPr>
                </a:tc>
              </a:tr>
              <a:tr h="514350">
                <a:tc>
                  <a:txBody>
                    <a:bodyPr/>
                    <a:lstStyle/>
                    <a:p>
                      <a:r>
                        <a:rPr sz="1050" b="1">
                          <a:solidFill>
                            <a:srgbClr val="003F7E"/>
                          </a:solidFill>
                          <a:latin typeface="游ゴシック"/>
                          <a:ea typeface="游ゴシック"/>
                          <a:cs typeface="游ゴシック"/>
                        </a:rPr>
                        <a:t>C-1503</a:t>
                      </a:r>
                    </a:p>
                  </a:txBody>
                  <a:tcPr anchor="ctr" marT="27432" marB="27432" marL="54864">
                    <a:solidFill>
                      <a:srgbClr val="D7E0E5"/>
                    </a:solidFill>
                  </a:tcPr>
                </a:tc>
                <a:tc>
                  <a:txBody>
                    <a:bodyPr/>
                    <a:lstStyle/>
                    <a:p>
                      <a:r>
                        <a:rPr sz="1050" b="0">
                          <a:solidFill>
                            <a:srgbClr val="222222"/>
                          </a:solidFill>
                          <a:latin typeface="游ゴシック"/>
                          <a:ea typeface="游ゴシック"/>
                          <a:cs typeface="游ゴシック"/>
                        </a:rPr>
                        <a:t>ウォータージェットで付着物除去。付着物は450nmに寄与しないことを保管試験で確認。</a:t>
                      </a:r>
                    </a:p>
                  </a:txBody>
                  <a:tcPr anchor="ctr" marT="27432" marB="27432" marL="54864">
                    <a:solidFill>
                      <a:srgbClr val="FFFFFF"/>
                    </a:solidFill>
                  </a:tcPr>
                </a:tc>
              </a:tr>
              <a:tr h="514350">
                <a:tc>
                  <a:txBody>
                    <a:bodyPr/>
                    <a:lstStyle/>
                    <a:p>
                      <a:r>
                        <a:rPr sz="1050" b="1">
                          <a:solidFill>
                            <a:srgbClr val="003F7E"/>
                          </a:solidFill>
                          <a:latin typeface="游ゴシック"/>
                          <a:ea typeface="游ゴシック"/>
                          <a:cs typeface="游ゴシック"/>
                        </a:rPr>
                        <a:t>C-1501トップ</a:t>
                      </a:r>
                    </a:p>
                  </a:txBody>
                  <a:tcPr anchor="ctr" marT="27432" marB="27432" marL="54864">
                    <a:solidFill>
                      <a:srgbClr val="D7E0E5"/>
                    </a:solidFill>
                  </a:tcPr>
                </a:tc>
                <a:tc>
                  <a:txBody>
                    <a:bodyPr/>
                    <a:lstStyle/>
                    <a:p>
                      <a:r>
                        <a:rPr sz="1050" b="0">
                          <a:solidFill>
                            <a:srgbClr val="222222"/>
                          </a:solidFill>
                          <a:latin typeface="游ゴシック"/>
                          <a:ea typeface="游ゴシック"/>
                          <a:cs typeface="游ゴシック"/>
                        </a:rPr>
                        <a:t>開放しないと確認できないため清掃対応。</a:t>
                      </a:r>
                    </a:p>
                  </a:txBody>
                  <a:tcPr anchor="ctr" marT="27432" marB="27432" marL="54864">
                    <a:solidFill>
                      <a:srgbClr val="FFFFFF"/>
                    </a:solidFill>
                  </a:tcPr>
                </a:tc>
              </a:tr>
              <a:tr h="514350">
                <a:tc>
                  <a:txBody>
                    <a:bodyPr/>
                    <a:lstStyle/>
                    <a:p>
                      <a:r>
                        <a:rPr sz="1050" b="1">
                          <a:solidFill>
                            <a:srgbClr val="003F7E"/>
                          </a:solidFill>
                          <a:latin typeface="游ゴシック"/>
                          <a:ea typeface="游ゴシック"/>
                          <a:cs typeface="游ゴシック"/>
                        </a:rPr>
                        <a:t>C-1501／C-1502／C-1504</a:t>
                      </a:r>
                    </a:p>
                  </a:txBody>
                  <a:tcPr anchor="ctr" marT="27432" marB="27432" marL="54864">
                    <a:solidFill>
                      <a:srgbClr val="D7E0E5"/>
                    </a:solidFill>
                  </a:tcPr>
                </a:tc>
                <a:tc>
                  <a:txBody>
                    <a:bodyPr/>
                    <a:lstStyle/>
                    <a:p>
                      <a:r>
                        <a:rPr sz="1050" b="0">
                          <a:solidFill>
                            <a:srgbClr val="222222"/>
                          </a:solidFill>
                          <a:latin typeface="游ゴシック"/>
                          <a:ea typeface="游ゴシック"/>
                          <a:cs typeface="游ゴシック"/>
                        </a:rPr>
                        <a:t>インターナル・壁面とも過去と比べ問題なし。対応なし。</a:t>
                      </a:r>
                    </a:p>
                  </a:txBody>
                  <a:tcPr anchor="ctr" marT="27432" marB="27432" marL="54864">
                    <a:solidFill>
                      <a:srgbClr val="FFFFFF"/>
                    </a:solidFill>
                  </a:tcPr>
                </a:tc>
              </a:tr>
              <a:tr h="514350">
                <a:tc>
                  <a:txBody>
                    <a:bodyPr/>
                    <a:lstStyle/>
                    <a:p>
                      <a:r>
                        <a:rPr sz="1050" b="1">
                          <a:solidFill>
                            <a:srgbClr val="003F7E"/>
                          </a:solidFill>
                          <a:latin typeface="游ゴシック"/>
                          <a:ea typeface="游ゴシック"/>
                          <a:cs typeface="游ゴシック"/>
                        </a:rPr>
                        <a:t>C-1501ボトムフィルター下流〜C-1502フィード配管</a:t>
                      </a:r>
                    </a:p>
                  </a:txBody>
                  <a:tcPr anchor="ctr" marT="27432" marB="27432" marL="54864">
                    <a:solidFill>
                      <a:srgbClr val="D7E0E5"/>
                    </a:solidFill>
                  </a:tcPr>
                </a:tc>
                <a:tc>
                  <a:txBody>
                    <a:bodyPr/>
                    <a:lstStyle/>
                    <a:p>
                      <a:r>
                        <a:rPr sz="1050" b="0">
                          <a:solidFill>
                            <a:srgbClr val="222222"/>
                          </a:solidFill>
                          <a:latin typeface="游ゴシック"/>
                          <a:ea typeface="游ゴシック"/>
                          <a:cs typeface="游ゴシック"/>
                        </a:rPr>
                        <a:t>冬定修でSUS化済みのため錆込みなし。</a:t>
                      </a:r>
                    </a:p>
                  </a:txBody>
                  <a:tcPr anchor="ctr" marT="27432" marB="27432" marL="54864">
                    <a:solidFill>
                      <a:srgbClr val="FFFFFF"/>
                    </a:solidFill>
                  </a:tcPr>
                </a:tc>
              </a:tr>
              <a:tr h="514350">
                <a:tc>
                  <a:txBody>
                    <a:bodyPr/>
                    <a:lstStyle/>
                    <a:p>
                      <a:r>
                        <a:rPr sz="1050" b="1">
                          <a:solidFill>
                            <a:srgbClr val="003F7E"/>
                          </a:solidFill>
                          <a:latin typeface="游ゴシック"/>
                          <a:ea typeface="游ゴシック"/>
                          <a:cs typeface="游ゴシック"/>
                        </a:rPr>
                        <a:t>リボイラー・コンデンサー等</a:t>
                      </a:r>
                    </a:p>
                  </a:txBody>
                  <a:tcPr anchor="ctr" marT="27432" marB="27432" marL="54864">
                    <a:solidFill>
                      <a:srgbClr val="D7E0E5"/>
                    </a:solidFill>
                  </a:tcPr>
                </a:tc>
                <a:tc>
                  <a:txBody>
                    <a:bodyPr/>
                    <a:lstStyle/>
                    <a:p>
                      <a:r>
                        <a:rPr sz="1050" b="0">
                          <a:solidFill>
                            <a:srgbClr val="222222"/>
                          </a:solidFill>
                          <a:latin typeface="游ゴシック"/>
                          <a:ea typeface="游ゴシック"/>
                          <a:cs typeface="游ゴシック"/>
                        </a:rPr>
                        <a:t>塔本体が過去同様で問題なく、周辺は開放せず。</a:t>
                      </a:r>
                    </a:p>
                  </a:txBody>
                  <a:tcPr anchor="ctr" marT="27432" marB="27432" marL="54864">
                    <a:solidFill>
                      <a:srgbClr val="FFFFFF"/>
                    </a:solidFill>
                  </a:tcPr>
                </a:tc>
              </a:tr>
              <a:tr h="514350">
                <a:tc>
                  <a:txBody>
                    <a:bodyPr/>
                    <a:lstStyle/>
                    <a:p>
                      <a:r>
                        <a:rPr sz="1050" b="1">
                          <a:solidFill>
                            <a:srgbClr val="003F7E"/>
                          </a:solidFill>
                          <a:latin typeface="游ゴシック"/>
                          <a:ea typeface="游ゴシック"/>
                          <a:cs typeface="游ゴシック"/>
                        </a:rPr>
                        <a:t>T-555／T-615（DEGタンク）</a:t>
                      </a:r>
                    </a:p>
                  </a:txBody>
                  <a:tcPr anchor="ctr" marT="27432" marB="27432" marL="54864">
                    <a:solidFill>
                      <a:srgbClr val="D7E0E5"/>
                    </a:solidFill>
                  </a:tcPr>
                </a:tc>
                <a:tc>
                  <a:txBody>
                    <a:bodyPr/>
                    <a:lstStyle/>
                    <a:p>
                      <a:r>
                        <a:rPr sz="1050" b="0">
                          <a:solidFill>
                            <a:srgbClr val="222222"/>
                          </a:solidFill>
                          <a:latin typeface="游ゴシック"/>
                          <a:ea typeface="游ゴシック"/>
                          <a:cs typeface="游ゴシック"/>
                        </a:rPr>
                        <a:t>開放・洗浄。異物は鉄サビ（T-615右側サンプルは砂が過半＋鉄10〜12%）。</a:t>
                      </a:r>
                    </a:p>
                  </a:txBody>
                  <a:tcPr anchor="ctr" marT="27432" marB="27432" marL="54864">
                    <a:solidFill>
                      <a:srgbClr val="FFFFFF"/>
                    </a:solidFill>
                  </a:tcPr>
                </a:tc>
              </a:tr>
              <a:tr h="514350">
                <a:tc>
                  <a:txBody>
                    <a:bodyPr/>
                    <a:lstStyle/>
                    <a:p>
                      <a:r>
                        <a:rPr sz="1050" b="1">
                          <a:solidFill>
                            <a:srgbClr val="003F7E"/>
                          </a:solidFill>
                          <a:latin typeface="游ゴシック"/>
                          <a:ea typeface="游ゴシック"/>
                          <a:cs typeface="游ゴシック"/>
                        </a:rPr>
                        <a:t>肉厚測定</a:t>
                      </a:r>
                    </a:p>
                  </a:txBody>
                  <a:tcPr anchor="ctr" marT="27432" marB="27432" marL="54864">
                    <a:solidFill>
                      <a:srgbClr val="D7E0E5"/>
                    </a:solidFill>
                  </a:tcPr>
                </a:tc>
                <a:tc>
                  <a:txBody>
                    <a:bodyPr/>
                    <a:lstStyle/>
                    <a:p>
                      <a:r>
                        <a:rPr sz="1050" b="0">
                          <a:solidFill>
                            <a:srgbClr val="222222"/>
                          </a:solidFill>
                          <a:latin typeface="游ゴシック"/>
                          <a:ea typeface="游ゴシック"/>
                          <a:cs typeface="游ゴシック"/>
                        </a:rPr>
                        <a:t>定修前の運転中に各機器外側から測定。原肉に対し有意な減肉なし。</a:t>
                      </a:r>
                    </a:p>
                  </a:txBody>
                  <a:tcPr anchor="ctr" marT="27432" marB="27432" marL="54864">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対応（再発防止・スタートアップ運転条件）</a:t>
            </a:r>
          </a:p>
        </p:txBody>
      </p:sp>
      <p:sp>
        <p:nvSpPr>
          <p:cNvPr id="3" name="TextBox 2"/>
          <p:cNvSpPr txBox="1"/>
          <p:nvPr/>
        </p:nvSpPr>
        <p:spPr>
          <a:xfrm>
            <a:off x="548640" y="1371600"/>
            <a:ext cx="11064240" cy="4937760"/>
          </a:xfrm>
          <a:prstGeom prst="rect">
            <a:avLst/>
          </a:prstGeom>
          <a:noFill/>
        </p:spPr>
        <p:txBody>
          <a:bodyPr wrap="square">
            <a:spAutoFit/>
          </a:bodyPr>
          <a:lstStyle/>
          <a:p/>
          <a:p>
            <a:pPr>
              <a:spcAft>
                <a:spcPts val="800"/>
              </a:spcAft>
            </a:pPr>
            <a:r>
              <a:rPr sz="1300" b="1">
                <a:solidFill>
                  <a:srgbClr val="003F7E"/>
                </a:solidFill>
                <a:latin typeface="游ゴシック"/>
                <a:ea typeface="游ゴシック"/>
                <a:cs typeface="游ゴシック"/>
              </a:rPr>
              <a:t>【触媒交換（原因除去）】 </a:t>
            </a:r>
            <a:r>
              <a:rPr sz="1200">
                <a:solidFill>
                  <a:srgbClr val="222222"/>
                </a:solidFill>
                <a:latin typeface="游ゴシック"/>
                <a:ea typeface="游ゴシック"/>
                <a:cs typeface="游ゴシック"/>
              </a:rPr>
              <a:t>計画停止で触媒交換済。アルデヒド類の生成を抑える。 </a:t>
            </a:r>
            <a:r>
              <a:rPr sz="1150" b="1">
                <a:solidFill>
                  <a:srgbClr val="005BAB"/>
                </a:solidFill>
                <a:latin typeface="游ゴシック"/>
                <a:ea typeface="游ゴシック"/>
                <a:cs typeface="游ゴシック"/>
              </a:rPr>
              <a:t>（実施済）</a:t>
            </a:r>
          </a:p>
          <a:p>
            <a:pPr>
              <a:spcAft>
                <a:spcPts val="800"/>
              </a:spcAft>
            </a:pPr>
            <a:r>
              <a:rPr sz="1300" b="1">
                <a:solidFill>
                  <a:srgbClr val="003F7E"/>
                </a:solidFill>
                <a:latin typeface="游ゴシック"/>
                <a:ea typeface="游ゴシック"/>
                <a:cs typeface="游ゴシック"/>
              </a:rPr>
              <a:t>【タンク・配管の洗浄】 </a:t>
            </a:r>
            <a:r>
              <a:rPr sz="1200">
                <a:solidFill>
                  <a:srgbClr val="222222"/>
                </a:solidFill>
                <a:latin typeface="游ゴシック"/>
                <a:ea typeface="游ゴシック"/>
                <a:cs typeface="游ゴシック"/>
              </a:rPr>
              <a:t>色相上昇を確認したタンク等を開放・洗浄し付着物を除去、保管設備を健全化。 </a:t>
            </a:r>
            <a:r>
              <a:rPr sz="1150" b="1">
                <a:solidFill>
                  <a:srgbClr val="005BAB"/>
                </a:solidFill>
                <a:latin typeface="游ゴシック"/>
                <a:ea typeface="游ゴシック"/>
                <a:cs typeface="游ゴシック"/>
              </a:rPr>
              <a:t>（実施済）</a:t>
            </a:r>
          </a:p>
          <a:p>
            <a:pPr>
              <a:spcAft>
                <a:spcPts val="800"/>
              </a:spcAft>
            </a:pPr>
            <a:r>
              <a:rPr sz="1300" b="1">
                <a:solidFill>
                  <a:srgbClr val="003F7E"/>
                </a:solidFill>
                <a:latin typeface="游ゴシック"/>
                <a:ea typeface="游ゴシック"/>
                <a:cs typeface="游ゴシック"/>
              </a:rPr>
              <a:t>【苛性ソーダ（NaOH）】 </a:t>
            </a:r>
            <a:r>
              <a:rPr sz="1200">
                <a:solidFill>
                  <a:srgbClr val="222222"/>
                </a:solidFill>
                <a:latin typeface="游ゴシック"/>
                <a:ea typeface="游ゴシック"/>
                <a:cs typeface="游ゴシック"/>
              </a:rPr>
              <a:t>スタートアップ時は投入しないベース。アルデヒドが多い局面ではアルドール縮合を促進し得るため、触媒交換後にアルデヒド低下を確認してから要否判断。 </a:t>
            </a:r>
            <a:r>
              <a:rPr sz="1150" b="1">
                <a:solidFill>
                  <a:srgbClr val="005BAB"/>
                </a:solidFill>
                <a:latin typeface="游ゴシック"/>
                <a:ea typeface="游ゴシック"/>
                <a:cs typeface="游ゴシック"/>
              </a:rPr>
              <a:t>（方針）</a:t>
            </a:r>
          </a:p>
          <a:p>
            <a:pPr>
              <a:spcAft>
                <a:spcPts val="800"/>
              </a:spcAft>
            </a:pPr>
            <a:r>
              <a:rPr sz="1300" b="1">
                <a:solidFill>
                  <a:srgbClr val="003F7E"/>
                </a:solidFill>
                <a:latin typeface="游ゴシック"/>
                <a:ea typeface="游ゴシック"/>
                <a:cs typeface="游ゴシック"/>
              </a:rPr>
              <a:t>【MEG塔温度】 </a:t>
            </a:r>
            <a:r>
              <a:rPr sz="1200">
                <a:solidFill>
                  <a:srgbClr val="222222"/>
                </a:solidFill>
                <a:latin typeface="游ゴシック"/>
                <a:ea typeface="游ゴシック"/>
                <a:cs typeface="游ゴシック"/>
              </a:rPr>
              <a:t>下げない方針。温度を下げるとアルデヒドが分解されず前駆体として下流に回り、かえって色相側に出る懸念があるため。 </a:t>
            </a:r>
            <a:r>
              <a:rPr sz="1150" b="1">
                <a:solidFill>
                  <a:srgbClr val="005BAB"/>
                </a:solidFill>
                <a:latin typeface="游ゴシック"/>
                <a:ea typeface="游ゴシック"/>
                <a:cs typeface="游ゴシック"/>
              </a:rPr>
              <a:t>（方針）</a:t>
            </a:r>
          </a:p>
          <a:p>
            <a:pPr>
              <a:spcAft>
                <a:spcPts val="800"/>
              </a:spcAft>
            </a:pPr>
            <a:r>
              <a:rPr sz="1300" b="1">
                <a:solidFill>
                  <a:srgbClr val="003F7E"/>
                </a:solidFill>
                <a:latin typeface="游ゴシック"/>
                <a:ea typeface="游ゴシック"/>
                <a:cs typeface="游ゴシック"/>
              </a:rPr>
              <a:t>【リン酸ナトリウム（Na₃PO₄）】 </a:t>
            </a:r>
            <a:r>
              <a:rPr sz="1200">
                <a:solidFill>
                  <a:srgbClr val="222222"/>
                </a:solidFill>
                <a:latin typeface="游ゴシック"/>
                <a:ea typeface="游ゴシック"/>
                <a:cs typeface="游ゴシック"/>
              </a:rPr>
              <a:t>保管中反応の緩和策。pH低下で縮合を抑える／金属を不活性化する効きがある（効き方は要検証）。置換（払い出しを伴う入替）とセットで運用。 </a:t>
            </a:r>
            <a:r>
              <a:rPr sz="1150" b="1">
                <a:solidFill>
                  <a:srgbClr val="005BAB"/>
                </a:solidFill>
                <a:latin typeface="游ゴシック"/>
                <a:ea typeface="游ゴシック"/>
                <a:cs typeface="游ゴシック"/>
              </a:rPr>
              <a:t>（緩和・要検証）</a:t>
            </a:r>
          </a:p>
          <a:p>
            <a:pPr>
              <a:spcAft>
                <a:spcPts val="800"/>
              </a:spcAft>
            </a:pPr>
            <a:r>
              <a:rPr sz="1300" b="1">
                <a:solidFill>
                  <a:srgbClr val="003F7E"/>
                </a:solidFill>
                <a:latin typeface="游ゴシック"/>
                <a:ea typeface="游ゴシック"/>
                <a:cs typeface="游ゴシック"/>
              </a:rPr>
              <a:t>【出口（DEGラインのIER）】 </a:t>
            </a:r>
            <a:r>
              <a:rPr sz="1200">
                <a:solidFill>
                  <a:srgbClr val="222222"/>
                </a:solidFill>
                <a:latin typeface="游ゴシック"/>
                <a:ea typeface="游ゴシック"/>
                <a:cs typeface="游ゴシック"/>
              </a:rPr>
              <a:t>前段で抑えきれない場合の出口戦略として、DEGラインへの樹脂設置を検討（実DEGの通液テストを予定）。 </a:t>
            </a:r>
            <a:r>
              <a:rPr sz="1150" b="1">
                <a:solidFill>
                  <a:srgbClr val="005BAB"/>
                </a:solidFill>
                <a:latin typeface="游ゴシック"/>
                <a:ea typeface="游ゴシック"/>
                <a:cs typeface="游ゴシック"/>
              </a:rPr>
              <a:t>（検討中）</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出荷再開に向けた品質管理・早期判定</a:t>
            </a:r>
          </a:p>
        </p:txBody>
      </p:sp>
      <p:sp>
        <p:nvSpPr>
          <p:cNvPr id="3" name="TextBox 2"/>
          <p:cNvSpPr txBox="1"/>
          <p:nvPr/>
        </p:nvSpPr>
        <p:spPr>
          <a:xfrm>
            <a:off x="548640" y="1371600"/>
            <a:ext cx="11064240" cy="4937760"/>
          </a:xfrm>
          <a:prstGeom prst="rect">
            <a:avLst/>
          </a:prstGeom>
          <a:noFill/>
        </p:spPr>
        <p:txBody>
          <a:bodyPr wrap="square">
            <a:spAutoFit/>
          </a:bodyPr>
          <a:lstStyle/>
          <a:p>
            <a:pPr>
              <a:spcBef>
                <a:spcPts val="0"/>
              </a:spcBef>
              <a:spcAft>
                <a:spcPts val="1000"/>
              </a:spcAft>
            </a:pPr>
            <a:r>
              <a:rPr sz="1300" b="0">
                <a:solidFill>
                  <a:srgbClr val="222222"/>
                </a:solidFill>
                <a:latin typeface="游ゴシック"/>
                <a:ea typeface="游ゴシック"/>
                <a:cs typeface="游ゴシック"/>
              </a:rPr>
              <a:t>・再稼働後の初期流動品は、APHAを含む社内規格全項目で規格内を確認。</a:t>
            </a:r>
          </a:p>
          <a:p>
            <a:pPr>
              <a:spcBef>
                <a:spcPts val="0"/>
              </a:spcBef>
              <a:spcAft>
                <a:spcPts val="1000"/>
              </a:spcAft>
            </a:pPr>
            <a:r>
              <a:rPr sz="1300" b="0">
                <a:solidFill>
                  <a:srgbClr val="222222"/>
                </a:solidFill>
                <a:latin typeface="游ゴシック"/>
                <a:ea typeface="游ゴシック"/>
                <a:cs typeface="游ゴシック"/>
              </a:rPr>
              <a:t>・初期流動品はタンク保管中の色相・UVスペクトルの経時変化が無いことを確認してから出荷。</a:t>
            </a:r>
          </a:p>
          <a:p>
            <a:pPr>
              <a:spcBef>
                <a:spcPts val="0"/>
              </a:spcBef>
              <a:spcAft>
                <a:spcPts val="1000"/>
              </a:spcAft>
            </a:pPr>
            <a:r>
              <a:rPr sz="1300" b="0">
                <a:solidFill>
                  <a:srgbClr val="222222"/>
                </a:solidFill>
                <a:latin typeface="游ゴシック"/>
                <a:ea typeface="游ゴシック"/>
                <a:cs typeface="游ゴシック"/>
              </a:rPr>
              <a:t>・早期判定はUV450nmを主指標とする（悪化品は約0.004/日上昇、正常品は0.002で不動）。UV330nm（Na非含有領域）を補助に用いる。</a:t>
            </a:r>
          </a:p>
          <a:p>
            <a:pPr>
              <a:spcBef>
                <a:spcPts val="0"/>
              </a:spcBef>
              <a:spcAft>
                <a:spcPts val="1000"/>
              </a:spcAft>
            </a:pPr>
            <a:r>
              <a:rPr sz="1300" b="0">
                <a:solidFill>
                  <a:srgbClr val="222222"/>
                </a:solidFill>
                <a:latin typeface="游ゴシック"/>
                <a:ea typeface="游ゴシック"/>
                <a:cs typeface="游ゴシック"/>
              </a:rPr>
              <a:t>・色相の律速は後段の縮合（UV450nm）であり、アルデヒド量は先行指標としての相関が弱い（アクロレインとAPHAも相関しない）。このためトータルアルデヒド監視は採用しない（現行のDNPH法以上の情報は得られない見込み）。</a:t>
            </a:r>
          </a:p>
          <a:p>
            <a:pPr>
              <a:spcBef>
                <a:spcPts val="0"/>
              </a:spcBef>
              <a:spcAft>
                <a:spcPts val="1000"/>
              </a:spcAft>
            </a:pPr>
            <a:r>
              <a:rPr sz="1300" b="0">
                <a:solidFill>
                  <a:srgbClr val="222222"/>
                </a:solidFill>
                <a:latin typeface="游ゴシック"/>
                <a:ea typeface="游ゴシック"/>
                <a:cs typeface="游ゴシック"/>
              </a:rPr>
              <a:t>・ストリーム／タンクの切り分けのため、製品ストリームを窒素雰囲気のボンベで採取し経時を確認する。</a:t>
            </a:r>
          </a:p>
          <a:p>
            <a:pPr>
              <a:spcBef>
                <a:spcPts val="0"/>
              </a:spcBef>
              <a:spcAft>
                <a:spcPts val="1000"/>
              </a:spcAft>
            </a:pPr>
            <a:r>
              <a:rPr sz="1300" b="0">
                <a:solidFill>
                  <a:srgbClr val="222222"/>
                </a:solidFill>
                <a:latin typeface="游ゴシック"/>
                <a:ea typeface="游ゴシック"/>
                <a:cs typeface="游ゴシック"/>
              </a:rPr>
              <a:t>・出荷再開の判定基準（オンスペック判定／タンク経時の観察期間／UV450nmの日次傾きの閾値／初期流動品の解除ロット数）は、本対策会議で具体値を確定する（決め事）。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200" b="1">
                <a:solidFill>
                  <a:srgbClr val="003F7E"/>
                </a:solidFill>
                <a:latin typeface="游ゴシック"/>
                <a:ea typeface="游ゴシック"/>
                <a:cs typeface="游ゴシック"/>
              </a:rPr>
              <a:t>出荷再開の判断（ご承認のお願い）</a:t>
            </a:r>
          </a:p>
        </p:txBody>
      </p:sp>
      <p:sp>
        <p:nvSpPr>
          <p:cNvPr id="3" name="TextBox 2"/>
          <p:cNvSpPr txBox="1"/>
          <p:nvPr/>
        </p:nvSpPr>
        <p:spPr>
          <a:xfrm>
            <a:off x="548640" y="1371600"/>
            <a:ext cx="11064240" cy="3291840"/>
          </a:xfrm>
          <a:prstGeom prst="rect">
            <a:avLst/>
          </a:prstGeom>
          <a:noFill/>
        </p:spPr>
        <p:txBody>
          <a:bodyPr wrap="square">
            <a:spAutoFit/>
          </a:bodyPr>
          <a:lstStyle/>
          <a:p>
            <a:pPr>
              <a:spcBef>
                <a:spcPts val="0"/>
              </a:spcBef>
              <a:spcAft>
                <a:spcPts val="1200"/>
              </a:spcAft>
            </a:pPr>
            <a:r>
              <a:rPr sz="1400" b="0">
                <a:solidFill>
                  <a:srgbClr val="222222"/>
                </a:solidFill>
                <a:latin typeface="游ゴシック"/>
                <a:ea typeface="游ゴシック"/>
                <a:cs typeface="游ゴシック"/>
              </a:rPr>
              <a:t>触媒交換（原因除去）・設備洗浄・スタートアップ運転条件（NaOH非投入ベース／温度を下げない／リン酸で緩和）により、色相悪化の再発を抑える。</a:t>
            </a:r>
          </a:p>
          <a:p>
            <a:pPr>
              <a:spcBef>
                <a:spcPts val="0"/>
              </a:spcBef>
              <a:spcAft>
                <a:spcPts val="1200"/>
              </a:spcAft>
            </a:pPr>
            <a:r>
              <a:rPr sz="1400" b="0">
                <a:solidFill>
                  <a:srgbClr val="222222"/>
                </a:solidFill>
                <a:latin typeface="游ゴシック"/>
                <a:ea typeface="游ゴシック"/>
                <a:cs typeface="游ゴシック"/>
              </a:rPr>
              <a:t>再稼働後の初期流動品は、全項目規格内かつタンク保管中の色相・UVの経時変化が無いことを確認したうえで出荷する。</a:t>
            </a:r>
          </a:p>
          <a:p>
            <a:pPr>
              <a:spcBef>
                <a:spcPts val="0"/>
              </a:spcBef>
              <a:spcAft>
                <a:spcPts val="1200"/>
              </a:spcAft>
            </a:pPr>
            <a:r>
              <a:rPr sz="1400" b="0">
                <a:solidFill>
                  <a:srgbClr val="222222"/>
                </a:solidFill>
                <a:latin typeface="游ゴシック"/>
                <a:ea typeface="游ゴシック"/>
                <a:cs typeface="游ゴシック"/>
              </a:rPr>
              <a:t>早期判定はUV450nm（最も感度が高い）を主指標とし、UV330nmを補助に用いる。判定基準の具体値は本対策会議で確定する。</a:t>
            </a:r>
          </a:p>
        </p:txBody>
      </p:sp>
      <p:sp>
        <p:nvSpPr>
          <p:cNvPr id="4" name="Rounded Rectangle 3"/>
          <p:cNvSpPr/>
          <p:nvPr/>
        </p:nvSpPr>
        <p:spPr>
          <a:xfrm>
            <a:off x="548640" y="4983480"/>
            <a:ext cx="11064240" cy="868680"/>
          </a:xfrm>
          <a:prstGeom prst="roundRect">
            <a:avLst/>
          </a:prstGeom>
          <a:solidFill>
            <a:srgbClr val="EBEFF2"/>
          </a:solidFill>
          <a:ln w="15875">
            <a:solidFill>
              <a:srgbClr val="005BA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73152"/>
          <a:lstStyle/>
          <a:p>
            <a:pPr algn="ctr"/>
            <a:r>
              <a:rPr sz="1500" b="1">
                <a:solidFill>
                  <a:srgbClr val="003F7E"/>
                </a:solidFill>
                <a:latin typeface="游ゴシック"/>
                <a:ea typeface="游ゴシック"/>
                <a:cs typeface="游ゴシック"/>
              </a:rPr>
              <a:t>上記の前提で、製品DEGの出荷再開についてご承認をお願いします。</a:t>
            </a:r>
          </a:p>
        </p:txBody>
      </p:sp>
    </p:spTree>
  </p:cSld>
  <p:clrMapOvr>
    <a:masterClrMapping/>
  </p:clrMapOvr>
</p:sld>
</file>

<file path=ppt/theme/theme1.xml><?xml version="1.0" encoding="utf-8"?>
<a:theme xmlns:a="http://schemas.openxmlformats.org/drawingml/2006/main" name="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00FF"/>
        </a:solidFill>
        <a:ln>
          <a:solidFill>
            <a:srgbClr val="0000FF"/>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190904_KIOXIA_PPTTemplate_16×9_EN.pptx" id="{5AD8D898-F077-B642-BDB7-6C321C9FDD91}" vid="{90AFABDF-A4D8-0844-B6E0-EEFE7C005DB1}"/>
    </a:ext>
  </a:extLst>
</a:theme>
</file>

<file path=ppt/theme/theme2.xml><?xml version="1.0" encoding="utf-8"?>
<a:theme xmlns:a="http://schemas.openxmlformats.org/drawingml/2006/main" name="13_Basic temp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メイリオ">
      <a:majorFont>
        <a:latin typeface="メイリオ"/>
        <a:ea typeface="メイリオ"/>
        <a:cs typeface=""/>
      </a:majorFont>
      <a:minorFont>
        <a:latin typeface="メイリオ"/>
        <a:ea typeface="メイリオ"/>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MCG_PPT_template_confidential_jp_16_9_メイリオ_Onodera.potx" id="{31355D5F-194C-40D1-89D7-55709F389C65}" vid="{34A5398F-9B00-4E7A-A1AF-B1B05C577760}"/>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21777EA4116404EBCD08B01038DDD81" ma:contentTypeVersion="11" ma:contentTypeDescription="新しいドキュメントを作成します。" ma:contentTypeScope="" ma:versionID="e8467fdb1e700d9a56c8e9754f18a21b">
  <xsd:schema xmlns:xsd="http://www.w3.org/2001/XMLSchema" xmlns:xs="http://www.w3.org/2001/XMLSchema" xmlns:p="http://schemas.microsoft.com/office/2006/metadata/properties" xmlns:ns2="6274f615-996e-4d4a-96d1-1958034f14d4" xmlns:ns3="11a50968-8ed5-4cc4-a3c1-125207e326f1" targetNamespace="http://schemas.microsoft.com/office/2006/metadata/properties" ma:root="true" ma:fieldsID="14337017600c68fde88e50e2c4b09256" ns2:_="" ns3:_="">
    <xsd:import namespace="6274f615-996e-4d4a-96d1-1958034f14d4"/>
    <xsd:import namespace="11a50968-8ed5-4cc4-a3c1-125207e326f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74f615-996e-4d4a-96d1-1958034f14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08ec21e9-19a1-4e51-8266-82527bcf3341"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1a50968-8ed5-4cc4-a3c1-125207e326f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8989f4f-a55e-4664-9cc5-c95c85b57d68}" ma:internalName="TaxCatchAll" ma:showField="CatchAllData" ma:web="11a50968-8ed5-4cc4-a3c1-125207e326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11a50968-8ed5-4cc4-a3c1-125207e326f1" xsi:nil="true"/>
    <lcf76f155ced4ddcb4097134ff3c332f xmlns="6274f615-996e-4d4a-96d1-1958034f14d4">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B411E0-F5DC-409A-AB13-B854FFF65545}">
  <ds:schemaRefs>
    <ds:schemaRef ds:uri="11a50968-8ed5-4cc4-a3c1-125207e326f1"/>
    <ds:schemaRef ds:uri="6274f615-996e-4d4a-96d1-1958034f14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2A672AD-688F-4051-BFAD-DB42F238CB31}">
  <ds:schemaRefs>
    <ds:schemaRef ds:uri="11a50968-8ed5-4cc4-a3c1-125207e326f1"/>
    <ds:schemaRef ds:uri="6274f615-996e-4d4a-96d1-1958034f14d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AC91D0F-875C-45F5-8C50-156BC000D3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Main template_Blue and Cool gray</vt:lpstr>
      <vt:lpstr>13_Basic template</vt:lpstr>
      <vt:lpstr>DEG色相悪化対応まとめ</vt:lpstr>
      <vt:lpstr>DEG色相悪化対応まとめ（EO課 機器）</vt:lpstr>
      <vt:lpstr>DEG色相悪化対応まとめ（EO課 配管）</vt:lpstr>
      <vt:lpstr>DEG色相悪化対応まとめ(共通配管帯、操油課）</vt:lpstr>
      <vt:lpstr>サンプル分析 </vt:lpstr>
      <vt:lpstr>DEG色相悪化メカニズム（推定）</vt:lpstr>
      <vt:lpstr>スタートアップ時の対応</vt:lpstr>
      <vt:lpstr>運転条件整理</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製品DEG色相悪化 対策会議</dc:title>
  <dc:subject/>
  <dc:creator/>
  <cp:keywords/>
  <dc:description/>
  <cp:revision>1</cp:revision>
  <cp:lastPrinted>2026-04-20T10:22:20Z</cp:lastPrinted>
  <dcterms:created xsi:type="dcterms:W3CDTF">2022-06-15T12:36:54Z</dcterms:created>
  <dcterms:modified xsi:type="dcterms:W3CDTF">2026-06-17T11:06:35Z</dcterms:modified>
  <cp:category/>
  <cp:lastModifiedB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0x010100121777EA4116404EBCD08B01038DDD81</vt:lpwstr>
  </property>
  <property fmtid="{D5CDD505-2E9C-101B-9397-08002B2CF9AE}" pid="3" name="MediaServiceImageTags">
    <vt:lpwstr/>
  </property>
  <property fmtid="{D5CDD505-2E9C-101B-9397-08002B2CF9AE}" pid="4" name="NXPowerLiteLastOptimized">
    <vt:lpwstr>1534308</vt:lpwstr>
  </property>
  <property fmtid="{D5CDD505-2E9C-101B-9397-08002B2CF9AE}" pid="5" name="NXPowerLiteSettings">
    <vt:lpwstr>E700052003A000</vt:lpwstr>
  </property>
  <property fmtid="{D5CDD505-2E9C-101B-9397-08002B2CF9AE}" pid="6" name="NXPowerLiteVersion">
    <vt:lpwstr>D9.1.3</vt:lpwstr>
  </property>
</Properties>
</file>