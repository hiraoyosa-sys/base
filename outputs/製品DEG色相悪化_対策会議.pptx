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820" r:id="rId4"/>
    <p:sldMasterId id="2147483987" r:id="rId5"/>
  </p:sldMasterIdLst>
  <p:notesMasterIdLst>
    <p:notesMasterId r:id="rId14"/>
  </p:notesMasterIdLst>
  <p:handoutMasterIdLst>
    <p:handoutMasterId r:id="rId15"/>
  </p:handoutMasterIdLst>
  <p:sldIdLst>
    <p:sldId id="2147483567" r:id="rId22"/>
    <p:sldId id="2147483568" r:id="rId23"/>
    <p:sldId id="2147483569" r:id="rId24"/>
    <p:sldId id="2147483570" r:id="rId25"/>
    <p:sldId id="2147483571" r:id="rId26"/>
    <p:sldId id="2147483572" r:id="rId27"/>
    <p:sldId id="2147483573" r:id="rId28"/>
    <p:sldId id="2147483574" r:id="rId29"/>
    <p:sldId id="2147483575" r:id="rId30"/>
    <p:sldId id="2147483576" r:id="rId31"/>
    <p:sldId id="2147483577" r:id="rId32"/>
    <p:sldId id="2147483578" r:id="rId33"/>
    <p:sldId id="2147483579" r:id="rId34"/>
    <p:sldId id="2147483580" r:id="rId35"/>
    <p:sldId id="2147483581" r:id="rId36"/>
  </p:sldIdLst>
  <p:sldSz cx="12192000" cy="6858000"/>
  <p:notesSz cx="6807200" cy="9939338"/>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表題" id="{B3FEFFA8-0125-4B10-B1BB-383480E17AF0}">
          <p14:sldIdLst>
            <p14:sldId id="2147483559"/>
            <p14:sldId id="2147483560"/>
            <p14:sldId id="2147483563"/>
            <p14:sldId id="2147483561"/>
            <p14:sldId id="2147483562"/>
            <p14:sldId id="2147483564"/>
            <p14:sldId id="2147483565"/>
            <p14:sldId id="2147483566"/>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FF"/>
    <a:srgbClr val="996633"/>
    <a:srgbClr val="669900"/>
    <a:srgbClr val="0066FF"/>
    <a:srgbClr val="2980FF"/>
    <a:srgbClr val="1574FF"/>
    <a:srgbClr val="0D6FFF"/>
    <a:srgbClr val="FF00FF"/>
    <a:srgbClr val="E7EAF1"/>
    <a:srgbClr val="CBD2E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0902060-2CF8-B697-0053-6C35618F227F}" v="8" dt="2026-06-17T07:36:40.485"/>
    <p1510:client id="{201A2447-3EAC-E9B5-44BF-A70DC1C02550}" v="126" dt="2026-06-17T06:41:51.103"/>
    <p1510:client id="{339BF3AC-F176-4630-AC9A-8D680AAAAB98}" v="2477" dt="2026-06-17T07:48:35.403"/>
    <p1510:client id="{39E879CF-D684-5149-35F0-EF1D8EA0BFF2}" v="9" dt="2026-06-17T08:34:50.695"/>
    <p1510:client id="{CE9F7A7A-DFC6-9164-59C8-AAB1A10267D4}" v="4" dt="2026-06-17T09:43:13.530"/>
    <p1510:client id="{E574A9E3-7C35-40B3-A25C-A6BC8E6DC05C}" v="615" dt="2026-06-17T11:06:04.837"/>
    <p1510:client id="{F10D3AE0-36BE-76F1-F47C-32D11C8A840E}" v="52" dt="2026-06-17T06:55:48.349"/>
  </p1510:revLst>
</p1510:revInfo>
</file>

<file path=ppt/tableStyles.xml><?xml version="1.0" encoding="utf-8"?>
<a:tblStyleLst xmlns:a="http://schemas.openxmlformats.org/drawingml/2006/main" def="{5C22544A-7EE6-4342-B048-85BDC9FD1C3A}">
  <a:tblStyle styleId="{F5AB1C69-6EDB-4FF4-983F-18BD219EF322}" styleName="中間スタイル 2 - アクセント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14" Type="http://schemas.openxmlformats.org/officeDocument/2006/relationships/notesMaster" Target="notesMasters/notesMaster1.xml"/><Relationship Id="rId15" Type="http://schemas.openxmlformats.org/officeDocument/2006/relationships/handoutMaster" Target="handoutMasters/handout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 Id="rId20" Type="http://schemas.microsoft.com/office/2016/11/relationships/changesInfo" Target="changesInfos/changesInfo1.xml"/><Relationship Id="rId21" Type="http://schemas.microsoft.com/office/2015/10/relationships/revisionInfo" Target="revisionInfo.xml"/><Relationship Id="rId22" Type="http://schemas.openxmlformats.org/officeDocument/2006/relationships/slide" Target="slides/slide9.xml"/><Relationship Id="rId23" Type="http://schemas.openxmlformats.org/officeDocument/2006/relationships/slide" Target="slides/slide10.xml"/><Relationship Id="rId24" Type="http://schemas.openxmlformats.org/officeDocument/2006/relationships/slide" Target="slides/slide11.xml"/><Relationship Id="rId25" Type="http://schemas.openxmlformats.org/officeDocument/2006/relationships/slide" Target="slides/slide12.xml"/><Relationship Id="rId26" Type="http://schemas.openxmlformats.org/officeDocument/2006/relationships/slide" Target="slides/slide13.xml"/><Relationship Id="rId27" Type="http://schemas.openxmlformats.org/officeDocument/2006/relationships/slide" Target="slides/slide14.xml"/><Relationship Id="rId28" Type="http://schemas.openxmlformats.org/officeDocument/2006/relationships/slide" Target="slides/slide15.xml"/><Relationship Id="rId29" Type="http://schemas.openxmlformats.org/officeDocument/2006/relationships/slide" Target="slides/slide16.xml"/><Relationship Id="rId30" Type="http://schemas.openxmlformats.org/officeDocument/2006/relationships/slide" Target="slides/slide17.xml"/><Relationship Id="rId31" Type="http://schemas.openxmlformats.org/officeDocument/2006/relationships/slide" Target="slides/slide18.xml"/><Relationship Id="rId32" Type="http://schemas.openxmlformats.org/officeDocument/2006/relationships/slide" Target="slides/slide19.xml"/><Relationship Id="rId33" Type="http://schemas.openxmlformats.org/officeDocument/2006/relationships/slide" Target="slides/slide20.xml"/><Relationship Id="rId34" Type="http://schemas.openxmlformats.org/officeDocument/2006/relationships/slide" Target="slides/slide21.xml"/><Relationship Id="rId35" Type="http://schemas.openxmlformats.org/officeDocument/2006/relationships/slide" Target="slides/slide22.xml"/><Relationship Id="rId36" Type="http://schemas.openxmlformats.org/officeDocument/2006/relationships/slide" Target="slides/slide23.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ano kazuki/2118944/佐野　一樹" userId="S::2118944@mchcgr.com::a9cd0562-d456-4fb5-9e4e-fdb51a455c05" providerId="AD" clId="Web-{10902060-2CF8-B697-0053-6C35618F227F}"/>
    <pc:docChg chg="addSld modSld modSection">
      <pc:chgData name="sano kazuki/2118944/佐野　一樹" userId="S::2118944@mchcgr.com::a9cd0562-d456-4fb5-9e4e-fdb51a455c05" providerId="AD" clId="Web-{10902060-2CF8-B697-0053-6C35618F227F}" dt="2026-06-17T07:36:40.485" v="7" actId="1076"/>
      <pc:docMkLst>
        <pc:docMk/>
      </pc:docMkLst>
      <pc:sldChg chg="addSp delSp modSp new">
        <pc:chgData name="sano kazuki/2118944/佐野　一樹" userId="S::2118944@mchcgr.com::a9cd0562-d456-4fb5-9e4e-fdb51a455c05" providerId="AD" clId="Web-{10902060-2CF8-B697-0053-6C35618F227F}" dt="2026-06-17T07:36:40.485" v="7" actId="1076"/>
        <pc:sldMkLst>
          <pc:docMk/>
          <pc:sldMk cId="598967656" sldId="2147483565"/>
        </pc:sldMkLst>
        <pc:spChg chg="mod">
          <ac:chgData name="sano kazuki/2118944/佐野　一樹" userId="S::2118944@mchcgr.com::a9cd0562-d456-4fb5-9e4e-fdb51a455c05" providerId="AD" clId="Web-{10902060-2CF8-B697-0053-6C35618F227F}" dt="2026-06-17T07:36:15.421" v="4" actId="20577"/>
          <ac:spMkLst>
            <pc:docMk/>
            <pc:sldMk cId="598967656" sldId="2147483565"/>
            <ac:spMk id="2" creationId="{968F607B-6555-EBC0-329E-E8E3F569F637}"/>
          </ac:spMkLst>
        </pc:spChg>
        <pc:spChg chg="del">
          <ac:chgData name="sano kazuki/2118944/佐野　一樹" userId="S::2118944@mchcgr.com::a9cd0562-d456-4fb5-9e4e-fdb51a455c05" providerId="AD" clId="Web-{10902060-2CF8-B697-0053-6C35618F227F}" dt="2026-06-17T07:36:18.906" v="5"/>
          <ac:spMkLst>
            <pc:docMk/>
            <pc:sldMk cId="598967656" sldId="2147483565"/>
            <ac:spMk id="3" creationId="{E64C7F7B-F5D6-A664-9648-B4FA4CD2D3BE}"/>
          </ac:spMkLst>
        </pc:spChg>
        <pc:graphicFrameChg chg="add mod">
          <ac:chgData name="sano kazuki/2118944/佐野　一樹" userId="S::2118944@mchcgr.com::a9cd0562-d456-4fb5-9e4e-fdb51a455c05" providerId="AD" clId="Web-{10902060-2CF8-B697-0053-6C35618F227F}" dt="2026-06-17T07:36:40.485" v="7" actId="1076"/>
          <ac:graphicFrameMkLst>
            <pc:docMk/>
            <pc:sldMk cId="598967656" sldId="2147483565"/>
            <ac:graphicFrameMk id="6" creationId="{78BF5BA4-6459-1AC3-226F-C0768EA22018}"/>
          </ac:graphicFrameMkLst>
        </pc:graphicFrameChg>
      </pc:sldChg>
    </pc:docChg>
  </pc:docChgLst>
  <pc:docChgLst>
    <pc:chgData name="hirao kazuaki/0465811/平尾　一陽" userId="S::0465811@mchcgr.com::9e66de65-d0a9-4f8a-bbab-8b21a05aa8f1" providerId="AD" clId="Web-{39E879CF-D684-5149-35F0-EF1D8EA0BFF2}"/>
    <pc:docChg chg="modSld">
      <pc:chgData name="hirao kazuaki/0465811/平尾　一陽" userId="S::0465811@mchcgr.com::9e66de65-d0a9-4f8a-bbab-8b21a05aa8f1" providerId="AD" clId="Web-{39E879CF-D684-5149-35F0-EF1D8EA0BFF2}" dt="2026-06-17T08:34:50.695" v="8" actId="14100"/>
      <pc:docMkLst>
        <pc:docMk/>
      </pc:docMkLst>
      <pc:sldChg chg="addSp delSp modSp">
        <pc:chgData name="hirao kazuaki/0465811/平尾　一陽" userId="S::0465811@mchcgr.com::9e66de65-d0a9-4f8a-bbab-8b21a05aa8f1" providerId="AD" clId="Web-{39E879CF-D684-5149-35F0-EF1D8EA0BFF2}" dt="2026-06-17T08:34:50.695" v="8" actId="14100"/>
        <pc:sldMkLst>
          <pc:docMk/>
          <pc:sldMk cId="2032908252" sldId="2147483559"/>
        </pc:sldMkLst>
        <pc:spChg chg="add del mod">
          <ac:chgData name="hirao kazuaki/0465811/平尾　一陽" userId="S::0465811@mchcgr.com::9e66de65-d0a9-4f8a-bbab-8b21a05aa8f1" providerId="AD" clId="Web-{39E879CF-D684-5149-35F0-EF1D8EA0BFF2}" dt="2026-06-17T08:34:50.695" v="8" actId="14100"/>
          <ac:spMkLst>
            <pc:docMk/>
            <pc:sldMk cId="2032908252" sldId="2147483559"/>
            <ac:spMk id="5" creationId="{3C8895DA-5A75-FEE0-2FE8-652841D4D91C}"/>
          </ac:spMkLst>
        </pc:spChg>
      </pc:sldChg>
    </pc:docChg>
  </pc:docChgLst>
  <pc:docChgLst>
    <pc:chgData name="sano kazuki/2118944/佐野　一樹" userId="S::2118944@mchcgr.com::a9cd0562-d456-4fb5-9e4e-fdb51a455c05" providerId="AD" clId="Web-{F10D3AE0-36BE-76F1-F47C-32D11C8A840E}"/>
    <pc:docChg chg="modSld">
      <pc:chgData name="sano kazuki/2118944/佐野　一樹" userId="S::2118944@mchcgr.com::a9cd0562-d456-4fb5-9e4e-fdb51a455c05" providerId="AD" clId="Web-{F10D3AE0-36BE-76F1-F47C-32D11C8A840E}" dt="2026-06-17T06:55:48.349" v="51" actId="1076"/>
      <pc:docMkLst>
        <pc:docMk/>
      </pc:docMkLst>
      <pc:sldChg chg="addSp delSp modSp">
        <pc:chgData name="sano kazuki/2118944/佐野　一樹" userId="S::2118944@mchcgr.com::a9cd0562-d456-4fb5-9e4e-fdb51a455c05" providerId="AD" clId="Web-{F10D3AE0-36BE-76F1-F47C-32D11C8A840E}" dt="2026-06-17T06:19:31.700" v="2" actId="1076"/>
        <pc:sldMkLst>
          <pc:docMk/>
          <pc:sldMk cId="1161198265" sldId="2147483562"/>
        </pc:sldMkLst>
        <pc:spChg chg="add del mod">
          <ac:chgData name="sano kazuki/2118944/佐野　一樹" userId="S::2118944@mchcgr.com::a9cd0562-d456-4fb5-9e4e-fdb51a455c05" providerId="AD" clId="Web-{F10D3AE0-36BE-76F1-F47C-32D11C8A840E}" dt="2026-06-17T06:19:31.700" v="2" actId="1076"/>
          <ac:spMkLst>
            <pc:docMk/>
            <pc:sldMk cId="1161198265" sldId="2147483562"/>
            <ac:spMk id="2" creationId="{40875B0C-238A-4B74-9BB8-63C9C0770213}"/>
          </ac:spMkLst>
        </pc:spChg>
        <pc:spChg chg="add del mod">
          <ac:chgData name="sano kazuki/2118944/佐野　一樹" userId="S::2118944@mchcgr.com::a9cd0562-d456-4fb5-9e4e-fdb51a455c05" providerId="AD" clId="Web-{F10D3AE0-36BE-76F1-F47C-32D11C8A840E}" dt="2026-06-17T06:19:19.809" v="1"/>
          <ac:spMkLst>
            <pc:docMk/>
            <pc:sldMk cId="1161198265" sldId="2147483562"/>
            <ac:spMk id="7" creationId="{B238A491-37D7-FF78-617F-38DAC782539B}"/>
          </ac:spMkLst>
        </pc:spChg>
      </pc:sldChg>
      <pc:sldChg chg="modSp">
        <pc:chgData name="sano kazuki/2118944/佐野　一樹" userId="S::2118944@mchcgr.com::a9cd0562-d456-4fb5-9e4e-fdb51a455c05" providerId="AD" clId="Web-{F10D3AE0-36BE-76F1-F47C-32D11C8A840E}" dt="2026-06-17T06:55:48.349" v="51" actId="1076"/>
        <pc:sldMkLst>
          <pc:docMk/>
          <pc:sldMk cId="1321792111" sldId="2147483564"/>
        </pc:sldMkLst>
        <pc:spChg chg="mod">
          <ac:chgData name="sano kazuki/2118944/佐野　一樹" userId="S::2118944@mchcgr.com::a9cd0562-d456-4fb5-9e4e-fdb51a455c05" providerId="AD" clId="Web-{F10D3AE0-36BE-76F1-F47C-32D11C8A840E}" dt="2026-06-17T06:55:48.349" v="51" actId="1076"/>
          <ac:spMkLst>
            <pc:docMk/>
            <pc:sldMk cId="1321792111" sldId="2147483564"/>
            <ac:spMk id="3" creationId="{C220891E-B3A2-86E1-E847-099CA0B76352}"/>
          </ac:spMkLst>
        </pc:spChg>
      </pc:sldChg>
    </pc:docChg>
  </pc:docChgLst>
  <pc:docChgLst>
    <pc:chgData name="hirao kazuaki/0465811/平尾　一陽" userId="9e66de65-d0a9-4f8a-bbab-8b21a05aa8f1" providerId="ADAL" clId="{A9EC1E61-743A-4CD6-9BDD-68DCAF42FAEB}"/>
    <pc:docChg chg="undo custSel modSld">
      <pc:chgData name="hirao kazuaki/0465811/平尾　一陽" userId="9e66de65-d0a9-4f8a-bbab-8b21a05aa8f1" providerId="ADAL" clId="{A9EC1E61-743A-4CD6-9BDD-68DCAF42FAEB}" dt="2026-06-17T11:06:04.837" v="597" actId="1076"/>
      <pc:docMkLst>
        <pc:docMk/>
      </pc:docMkLst>
      <pc:sldChg chg="addSp delSp modSp mod">
        <pc:chgData name="hirao kazuaki/0465811/平尾　一陽" userId="9e66de65-d0a9-4f8a-bbab-8b21a05aa8f1" providerId="ADAL" clId="{A9EC1E61-743A-4CD6-9BDD-68DCAF42FAEB}" dt="2026-06-17T10:18:24.996" v="591" actId="478"/>
        <pc:sldMkLst>
          <pc:docMk/>
          <pc:sldMk cId="2032908252" sldId="2147483559"/>
        </pc:sldMkLst>
        <pc:spChg chg="del mod">
          <ac:chgData name="hirao kazuaki/0465811/平尾　一陽" userId="9e66de65-d0a9-4f8a-bbab-8b21a05aa8f1" providerId="ADAL" clId="{A9EC1E61-743A-4CD6-9BDD-68DCAF42FAEB}" dt="2026-06-17T10:18:24.996" v="591" actId="478"/>
          <ac:spMkLst>
            <pc:docMk/>
            <pc:sldMk cId="2032908252" sldId="2147483559"/>
            <ac:spMk id="5" creationId="{3C8895DA-5A75-FEE0-2FE8-652841D4D91C}"/>
          </ac:spMkLst>
        </pc:spChg>
        <pc:spChg chg="add mod">
          <ac:chgData name="hirao kazuaki/0465811/平尾　一陽" userId="9e66de65-d0a9-4f8a-bbab-8b21a05aa8f1" providerId="ADAL" clId="{A9EC1E61-743A-4CD6-9BDD-68DCAF42FAEB}" dt="2026-06-17T09:00:19.958" v="149" actId="1076"/>
          <ac:spMkLst>
            <pc:docMk/>
            <pc:sldMk cId="2032908252" sldId="2147483559"/>
            <ac:spMk id="8" creationId="{74FF30DC-EB80-FCD3-516B-1D6855323EA1}"/>
          </ac:spMkLst>
        </pc:spChg>
        <pc:spChg chg="add mod">
          <ac:chgData name="hirao kazuaki/0465811/平尾　一陽" userId="9e66de65-d0a9-4f8a-bbab-8b21a05aa8f1" providerId="ADAL" clId="{A9EC1E61-743A-4CD6-9BDD-68DCAF42FAEB}" dt="2026-06-17T09:00:16.538" v="148" actId="1076"/>
          <ac:spMkLst>
            <pc:docMk/>
            <pc:sldMk cId="2032908252" sldId="2147483559"/>
            <ac:spMk id="10" creationId="{FDFCF527-3EDB-DFA0-8D24-483FD0D79AA7}"/>
          </ac:spMkLst>
        </pc:spChg>
        <pc:spChg chg="add mod">
          <ac:chgData name="hirao kazuaki/0465811/平尾　一陽" userId="9e66de65-d0a9-4f8a-bbab-8b21a05aa8f1" providerId="ADAL" clId="{A9EC1E61-743A-4CD6-9BDD-68DCAF42FAEB}" dt="2026-06-17T09:00:27.168" v="152" actId="1076"/>
          <ac:spMkLst>
            <pc:docMk/>
            <pc:sldMk cId="2032908252" sldId="2147483559"/>
            <ac:spMk id="16" creationId="{DD91730F-578B-0EF8-8B34-023064371DFE}"/>
          </ac:spMkLst>
        </pc:spChg>
        <pc:spChg chg="add mod">
          <ac:chgData name="hirao kazuaki/0465811/平尾　一陽" userId="9e66de65-d0a9-4f8a-bbab-8b21a05aa8f1" providerId="ADAL" clId="{A9EC1E61-743A-4CD6-9BDD-68DCAF42FAEB}" dt="2026-06-17T09:00:22.389" v="151" actId="1076"/>
          <ac:spMkLst>
            <pc:docMk/>
            <pc:sldMk cId="2032908252" sldId="2147483559"/>
            <ac:spMk id="29" creationId="{36177881-2D6F-A30B-AE6C-D28CE6722166}"/>
          </ac:spMkLst>
        </pc:spChg>
        <pc:spChg chg="add mod">
          <ac:chgData name="hirao kazuaki/0465811/平尾　一陽" userId="9e66de65-d0a9-4f8a-bbab-8b21a05aa8f1" providerId="ADAL" clId="{A9EC1E61-743A-4CD6-9BDD-68DCAF42FAEB}" dt="2026-06-17T09:01:15.227" v="164" actId="1076"/>
          <ac:spMkLst>
            <pc:docMk/>
            <pc:sldMk cId="2032908252" sldId="2147483559"/>
            <ac:spMk id="31" creationId="{B533F0C0-243F-7172-5A5C-85807C4ABB68}"/>
          </ac:spMkLst>
        </pc:spChg>
        <pc:spChg chg="add mod">
          <ac:chgData name="hirao kazuaki/0465811/平尾　一陽" userId="9e66de65-d0a9-4f8a-bbab-8b21a05aa8f1" providerId="ADAL" clId="{A9EC1E61-743A-4CD6-9BDD-68DCAF42FAEB}" dt="2026-06-17T09:40:54.520" v="285" actId="1076"/>
          <ac:spMkLst>
            <pc:docMk/>
            <pc:sldMk cId="2032908252" sldId="2147483559"/>
            <ac:spMk id="33" creationId="{D65C219C-2A12-724E-1264-680DFE10E947}"/>
          </ac:spMkLst>
        </pc:spChg>
        <pc:spChg chg="add mod">
          <ac:chgData name="hirao kazuaki/0465811/平尾　一陽" userId="9e66de65-d0a9-4f8a-bbab-8b21a05aa8f1" providerId="ADAL" clId="{A9EC1E61-743A-4CD6-9BDD-68DCAF42FAEB}" dt="2026-06-17T09:02:42.295" v="204" actId="404"/>
          <ac:spMkLst>
            <pc:docMk/>
            <pc:sldMk cId="2032908252" sldId="2147483559"/>
            <ac:spMk id="34" creationId="{7772497A-F140-AD6B-B477-8AEEC416870D}"/>
          </ac:spMkLst>
        </pc:spChg>
        <pc:spChg chg="add mod">
          <ac:chgData name="hirao kazuaki/0465811/平尾　一陽" userId="9e66de65-d0a9-4f8a-bbab-8b21a05aa8f1" providerId="ADAL" clId="{A9EC1E61-743A-4CD6-9BDD-68DCAF42FAEB}" dt="2026-06-17T09:40:54.520" v="285" actId="1076"/>
          <ac:spMkLst>
            <pc:docMk/>
            <pc:sldMk cId="2032908252" sldId="2147483559"/>
            <ac:spMk id="36" creationId="{6792B2CD-EFCE-E15C-5886-2278004AE366}"/>
          </ac:spMkLst>
        </pc:spChg>
        <pc:picChg chg="mod">
          <ac:chgData name="hirao kazuaki/0465811/平尾　一陽" userId="9e66de65-d0a9-4f8a-bbab-8b21a05aa8f1" providerId="ADAL" clId="{A9EC1E61-743A-4CD6-9BDD-68DCAF42FAEB}" dt="2026-06-17T09:00:36.994" v="153" actId="1076"/>
          <ac:picMkLst>
            <pc:docMk/>
            <pc:sldMk cId="2032908252" sldId="2147483559"/>
            <ac:picMk id="7" creationId="{DC82FD0B-1EA6-0650-D72D-1FA21B163863}"/>
          </ac:picMkLst>
        </pc:picChg>
        <pc:picChg chg="mod">
          <ac:chgData name="hirao kazuaki/0465811/平尾　一陽" userId="9e66de65-d0a9-4f8a-bbab-8b21a05aa8f1" providerId="ADAL" clId="{A9EC1E61-743A-4CD6-9BDD-68DCAF42FAEB}" dt="2026-06-17T09:01:01.496" v="160" actId="1076"/>
          <ac:picMkLst>
            <pc:docMk/>
            <pc:sldMk cId="2032908252" sldId="2147483559"/>
            <ac:picMk id="22" creationId="{EB74C424-A937-A9B5-C294-AE7275A05958}"/>
          </ac:picMkLst>
        </pc:picChg>
      </pc:sldChg>
      <pc:sldChg chg="addSp modSp mod">
        <pc:chgData name="hirao kazuaki/0465811/平尾　一陽" userId="9e66de65-d0a9-4f8a-bbab-8b21a05aa8f1" providerId="ADAL" clId="{A9EC1E61-743A-4CD6-9BDD-68DCAF42FAEB}" dt="2026-06-17T10:05:08.496" v="564" actId="20577"/>
        <pc:sldMkLst>
          <pc:docMk/>
          <pc:sldMk cId="2391073697" sldId="2147483560"/>
        </pc:sldMkLst>
        <pc:spChg chg="mod">
          <ac:chgData name="hirao kazuaki/0465811/平尾　一陽" userId="9e66de65-d0a9-4f8a-bbab-8b21a05aa8f1" providerId="ADAL" clId="{A9EC1E61-743A-4CD6-9BDD-68DCAF42FAEB}" dt="2026-06-17T10:05:08.496" v="564" actId="20577"/>
          <ac:spMkLst>
            <pc:docMk/>
            <pc:sldMk cId="2391073697" sldId="2147483560"/>
            <ac:spMk id="4" creationId="{D38946D5-8F11-0F5C-1095-D1CC8059E3FB}"/>
          </ac:spMkLst>
        </pc:spChg>
        <pc:spChg chg="add mod">
          <ac:chgData name="hirao kazuaki/0465811/平尾　一陽" userId="9e66de65-d0a9-4f8a-bbab-8b21a05aa8f1" providerId="ADAL" clId="{A9EC1E61-743A-4CD6-9BDD-68DCAF42FAEB}" dt="2026-06-17T08:48:57.826" v="96" actId="115"/>
          <ac:spMkLst>
            <pc:docMk/>
            <pc:sldMk cId="2391073697" sldId="2147483560"/>
            <ac:spMk id="5" creationId="{AB8B3B5F-A7BE-C0BE-4114-EB75D1068684}"/>
          </ac:spMkLst>
        </pc:spChg>
        <pc:graphicFrameChg chg="modGraphic">
          <ac:chgData name="hirao kazuaki/0465811/平尾　一陽" userId="9e66de65-d0a9-4f8a-bbab-8b21a05aa8f1" providerId="ADAL" clId="{A9EC1E61-743A-4CD6-9BDD-68DCAF42FAEB}" dt="2026-06-17T08:59:08.549" v="132" actId="115"/>
          <ac:graphicFrameMkLst>
            <pc:docMk/>
            <pc:sldMk cId="2391073697" sldId="2147483560"/>
            <ac:graphicFrameMk id="6" creationId="{B2FBF0C3-6175-D9F1-DE58-C0E4C12431B8}"/>
          </ac:graphicFrameMkLst>
        </pc:graphicFrameChg>
      </pc:sldChg>
      <pc:sldChg chg="modSp mod">
        <pc:chgData name="hirao kazuaki/0465811/平尾　一陽" userId="9e66de65-d0a9-4f8a-bbab-8b21a05aa8f1" providerId="ADAL" clId="{A9EC1E61-743A-4CD6-9BDD-68DCAF42FAEB}" dt="2026-06-17T09:35:46.558" v="237" actId="207"/>
        <pc:sldMkLst>
          <pc:docMk/>
          <pc:sldMk cId="1278396755" sldId="2147483561"/>
        </pc:sldMkLst>
        <pc:graphicFrameChg chg="modGraphic">
          <ac:chgData name="hirao kazuaki/0465811/平尾　一陽" userId="9e66de65-d0a9-4f8a-bbab-8b21a05aa8f1" providerId="ADAL" clId="{A9EC1E61-743A-4CD6-9BDD-68DCAF42FAEB}" dt="2026-06-17T09:35:46.558" v="237" actId="207"/>
          <ac:graphicFrameMkLst>
            <pc:docMk/>
            <pc:sldMk cId="1278396755" sldId="2147483561"/>
            <ac:graphicFrameMk id="7" creationId="{08F6E271-9870-F71F-4892-F87F6899B0DE}"/>
          </ac:graphicFrameMkLst>
        </pc:graphicFrameChg>
      </pc:sldChg>
      <pc:sldChg chg="modSp mod">
        <pc:chgData name="hirao kazuaki/0465811/平尾　一陽" userId="9e66de65-d0a9-4f8a-bbab-8b21a05aa8f1" providerId="ADAL" clId="{A9EC1E61-743A-4CD6-9BDD-68DCAF42FAEB}" dt="2026-06-17T09:51:13.532" v="410"/>
        <pc:sldMkLst>
          <pc:docMk/>
          <pc:sldMk cId="1161198265" sldId="2147483562"/>
        </pc:sldMkLst>
        <pc:graphicFrameChg chg="mod modGraphic">
          <ac:chgData name="hirao kazuaki/0465811/平尾　一陽" userId="9e66de65-d0a9-4f8a-bbab-8b21a05aa8f1" providerId="ADAL" clId="{A9EC1E61-743A-4CD6-9BDD-68DCAF42FAEB}" dt="2026-06-17T09:51:13.532" v="410"/>
          <ac:graphicFrameMkLst>
            <pc:docMk/>
            <pc:sldMk cId="1161198265" sldId="2147483562"/>
            <ac:graphicFrameMk id="3" creationId="{D5FDAF93-FFDB-0A8D-C9CF-44D69F6F0873}"/>
          </ac:graphicFrameMkLst>
        </pc:graphicFrameChg>
      </pc:sldChg>
      <pc:sldChg chg="modSp mod">
        <pc:chgData name="hirao kazuaki/0465811/平尾　一陽" userId="9e66de65-d0a9-4f8a-bbab-8b21a05aa8f1" providerId="ADAL" clId="{A9EC1E61-743A-4CD6-9BDD-68DCAF42FAEB}" dt="2026-06-17T10:05:20.685" v="589" actId="20577"/>
        <pc:sldMkLst>
          <pc:docMk/>
          <pc:sldMk cId="1026278820" sldId="2147483563"/>
        </pc:sldMkLst>
        <pc:spChg chg="mod">
          <ac:chgData name="hirao kazuaki/0465811/平尾　一陽" userId="9e66de65-d0a9-4f8a-bbab-8b21a05aa8f1" providerId="ADAL" clId="{A9EC1E61-743A-4CD6-9BDD-68DCAF42FAEB}" dt="2026-06-17T10:05:20.685" v="589" actId="20577"/>
          <ac:spMkLst>
            <pc:docMk/>
            <pc:sldMk cId="1026278820" sldId="2147483563"/>
            <ac:spMk id="8" creationId="{DED4F063-243C-F662-50C2-2B741456A2D1}"/>
          </ac:spMkLst>
        </pc:spChg>
        <pc:graphicFrameChg chg="modGraphic">
          <ac:chgData name="hirao kazuaki/0465811/平尾　一陽" userId="9e66de65-d0a9-4f8a-bbab-8b21a05aa8f1" providerId="ADAL" clId="{A9EC1E61-743A-4CD6-9BDD-68DCAF42FAEB}" dt="2026-06-17T08:57:24.970" v="108" actId="207"/>
          <ac:graphicFrameMkLst>
            <pc:docMk/>
            <pc:sldMk cId="1026278820" sldId="2147483563"/>
            <ac:graphicFrameMk id="7" creationId="{260ADA5A-954B-3263-ADC6-CAA1C1AE8B14}"/>
          </ac:graphicFrameMkLst>
        </pc:graphicFrameChg>
      </pc:sldChg>
      <pc:sldChg chg="addSp delSp modSp mod">
        <pc:chgData name="hirao kazuaki/0465811/平尾　一陽" userId="9e66de65-d0a9-4f8a-bbab-8b21a05aa8f1" providerId="ADAL" clId="{A9EC1E61-743A-4CD6-9BDD-68DCAF42FAEB}" dt="2026-06-17T11:06:04.837" v="597" actId="1076"/>
        <pc:sldMkLst>
          <pc:docMk/>
          <pc:sldMk cId="1321792111" sldId="2147483564"/>
        </pc:sldMkLst>
        <pc:spChg chg="mod">
          <ac:chgData name="hirao kazuaki/0465811/平尾　一陽" userId="9e66de65-d0a9-4f8a-bbab-8b21a05aa8f1" providerId="ADAL" clId="{A9EC1E61-743A-4CD6-9BDD-68DCAF42FAEB}" dt="2026-06-17T09:59:26.288" v="518" actId="14100"/>
          <ac:spMkLst>
            <pc:docMk/>
            <pc:sldMk cId="1321792111" sldId="2147483564"/>
            <ac:spMk id="3" creationId="{C220891E-B3A2-86E1-E847-099CA0B76352}"/>
          </ac:spMkLst>
        </pc:spChg>
        <pc:spChg chg="del">
          <ac:chgData name="hirao kazuaki/0465811/平尾　一陽" userId="9e66de65-d0a9-4f8a-bbab-8b21a05aa8f1" providerId="ADAL" clId="{A9EC1E61-743A-4CD6-9BDD-68DCAF42FAEB}" dt="2026-06-17T08:31:33.549" v="17" actId="478"/>
          <ac:spMkLst>
            <pc:docMk/>
            <pc:sldMk cId="1321792111" sldId="2147483564"/>
            <ac:spMk id="4" creationId="{45BC06AC-4C7A-6E0B-D684-262ABB3F63BE}"/>
          </ac:spMkLst>
        </pc:spChg>
        <pc:spChg chg="add del mod">
          <ac:chgData name="hirao kazuaki/0465811/平尾　一陽" userId="9e66de65-d0a9-4f8a-bbab-8b21a05aa8f1" providerId="ADAL" clId="{A9EC1E61-743A-4CD6-9BDD-68DCAF42FAEB}" dt="2026-06-17T08:30:15.514" v="16" actId="478"/>
          <ac:spMkLst>
            <pc:docMk/>
            <pc:sldMk cId="1321792111" sldId="2147483564"/>
            <ac:spMk id="6" creationId="{578D78E1-63EA-5D9C-5240-F2D58C984814}"/>
          </ac:spMkLst>
        </pc:spChg>
        <pc:spChg chg="add mod">
          <ac:chgData name="hirao kazuaki/0465811/平尾　一陽" userId="9e66de65-d0a9-4f8a-bbab-8b21a05aa8f1" providerId="ADAL" clId="{A9EC1E61-743A-4CD6-9BDD-68DCAF42FAEB}" dt="2026-06-17T09:39:43.262" v="274"/>
          <ac:spMkLst>
            <pc:docMk/>
            <pc:sldMk cId="1321792111" sldId="2147483564"/>
            <ac:spMk id="7" creationId="{C3A1571D-D9E3-6854-6D72-A37725DABE39}"/>
          </ac:spMkLst>
        </pc:spChg>
        <pc:picChg chg="add mod modCrop">
          <ac:chgData name="hirao kazuaki/0465811/平尾　一陽" userId="9e66de65-d0a9-4f8a-bbab-8b21a05aa8f1" providerId="ADAL" clId="{A9EC1E61-743A-4CD6-9BDD-68DCAF42FAEB}" dt="2026-06-17T11:06:04.837" v="597" actId="1076"/>
          <ac:picMkLst>
            <pc:docMk/>
            <pc:sldMk cId="1321792111" sldId="2147483564"/>
            <ac:picMk id="9" creationId="{271D4E0C-87AE-EB5D-62D0-50C80D3FCC24}"/>
          </ac:picMkLst>
        </pc:picChg>
      </pc:sldChg>
      <pc:sldChg chg="addSp delSp modSp mod">
        <pc:chgData name="hirao kazuaki/0465811/平尾　一陽" userId="9e66de65-d0a9-4f8a-bbab-8b21a05aa8f1" providerId="ADAL" clId="{A9EC1E61-743A-4CD6-9BDD-68DCAF42FAEB}" dt="2026-06-17T09:58:22.372" v="514" actId="478"/>
        <pc:sldMkLst>
          <pc:docMk/>
          <pc:sldMk cId="598967656" sldId="2147483565"/>
        </pc:sldMkLst>
        <pc:spChg chg="del">
          <ac:chgData name="hirao kazuaki/0465811/平尾　一陽" userId="9e66de65-d0a9-4f8a-bbab-8b21a05aa8f1" providerId="ADAL" clId="{A9EC1E61-743A-4CD6-9BDD-68DCAF42FAEB}" dt="2026-06-17T09:58:22.372" v="514" actId="478"/>
          <ac:spMkLst>
            <pc:docMk/>
            <pc:sldMk cId="598967656" sldId="2147483565"/>
            <ac:spMk id="4" creationId="{F513BFA9-763D-A190-7CF9-643CE43D59E8}"/>
          </ac:spMkLst>
        </pc:spChg>
        <pc:spChg chg="add del mod">
          <ac:chgData name="hirao kazuaki/0465811/平尾　一陽" userId="9e66de65-d0a9-4f8a-bbab-8b21a05aa8f1" providerId="ADAL" clId="{A9EC1E61-743A-4CD6-9BDD-68DCAF42FAEB}" dt="2026-06-17T09:48:12.995" v="408" actId="478"/>
          <ac:spMkLst>
            <pc:docMk/>
            <pc:sldMk cId="598967656" sldId="2147483565"/>
            <ac:spMk id="7" creationId="{93E4D283-76F4-0E21-89B3-C7F6CB18AFBB}"/>
          </ac:spMkLst>
        </pc:spChg>
        <pc:graphicFrameChg chg="mod modGraphic">
          <ac:chgData name="hirao kazuaki/0465811/平尾　一陽" userId="9e66de65-d0a9-4f8a-bbab-8b21a05aa8f1" providerId="ADAL" clId="{A9EC1E61-743A-4CD6-9BDD-68DCAF42FAEB}" dt="2026-06-17T09:58:12.619" v="513" actId="404"/>
          <ac:graphicFrameMkLst>
            <pc:docMk/>
            <pc:sldMk cId="598967656" sldId="2147483565"/>
            <ac:graphicFrameMk id="3" creationId="{AE93B446-EF06-AA4E-3E7A-C1DE3EA1AC21}"/>
          </ac:graphicFrameMkLst>
        </pc:graphicFrameChg>
        <pc:graphicFrameChg chg="modGraphic">
          <ac:chgData name="hirao kazuaki/0465811/平尾　一陽" userId="9e66de65-d0a9-4f8a-bbab-8b21a05aa8f1" providerId="ADAL" clId="{A9EC1E61-743A-4CD6-9BDD-68DCAF42FAEB}" dt="2026-06-17T08:36:39.854" v="19" actId="5793"/>
          <ac:graphicFrameMkLst>
            <pc:docMk/>
            <pc:sldMk cId="598967656" sldId="2147483565"/>
            <ac:graphicFrameMk id="6" creationId="{78BF5BA4-6459-1AC3-226F-C0768EA22018}"/>
          </ac:graphicFrameMkLst>
        </pc:graphicFrameChg>
      </pc:sldChg>
    </pc:docChg>
  </pc:docChgLst>
  <pc:docChgLst>
    <pc:chgData name="sano kazuki/2118944/佐野　一樹" userId="S::2118944@mchcgr.com::a9cd0562-d456-4fb5-9e4e-fdb51a455c05" providerId="AD" clId="Web-{CE9F7A7A-DFC6-9164-59C8-AAB1A10267D4}"/>
    <pc:docChg chg="addSld modSld modSection">
      <pc:chgData name="sano kazuki/2118944/佐野　一樹" userId="S::2118944@mchcgr.com::a9cd0562-d456-4fb5-9e4e-fdb51a455c05" providerId="AD" clId="Web-{CE9F7A7A-DFC6-9164-59C8-AAB1A10267D4}" dt="2026-06-17T09:43:13.530" v="3" actId="20577"/>
      <pc:docMkLst>
        <pc:docMk/>
      </pc:docMkLst>
      <pc:sldChg chg="modSp new">
        <pc:chgData name="sano kazuki/2118944/佐野　一樹" userId="S::2118944@mchcgr.com::a9cd0562-d456-4fb5-9e4e-fdb51a455c05" providerId="AD" clId="Web-{CE9F7A7A-DFC6-9164-59C8-AAB1A10267D4}" dt="2026-06-17T09:43:13.530" v="3" actId="20577"/>
        <pc:sldMkLst>
          <pc:docMk/>
          <pc:sldMk cId="3672752607" sldId="2147483566"/>
        </pc:sldMkLst>
        <pc:spChg chg="mod">
          <ac:chgData name="sano kazuki/2118944/佐野　一樹" userId="S::2118944@mchcgr.com::a9cd0562-d456-4fb5-9e4e-fdb51a455c05" providerId="AD" clId="Web-{CE9F7A7A-DFC6-9164-59C8-AAB1A10267D4}" dt="2026-06-17T09:43:13.530" v="3" actId="20577"/>
          <ac:spMkLst>
            <pc:docMk/>
            <pc:sldMk cId="3672752607" sldId="2147483566"/>
            <ac:spMk id="2" creationId="{FE9810AE-4918-0074-F203-16048C2696CE}"/>
          </ac:spMkLst>
        </pc:spChg>
      </pc:sldChg>
    </pc:docChg>
  </pc:docChgLst>
  <pc:docChgLst>
    <pc:chgData name="sano kazuki/2118944/佐野　一樹" userId="a9cd0562-d456-4fb5-9e4e-fdb51a455c05" providerId="ADAL" clId="{B20A3F9A-AEEB-4A5E-BC90-72DBFE264B76}"/>
    <pc:docChg chg="undo custSel addSld delSld modSld modSection">
      <pc:chgData name="sano kazuki/2118944/佐野　一樹" userId="a9cd0562-d456-4fb5-9e4e-fdb51a455c05" providerId="ADAL" clId="{B20A3F9A-AEEB-4A5E-BC90-72DBFE264B76}" dt="2026-06-17T07:48:35.403" v="5055" actId="1076"/>
      <pc:docMkLst>
        <pc:docMk/>
      </pc:docMkLst>
      <pc:sldChg chg="del">
        <pc:chgData name="sano kazuki/2118944/佐野　一樹" userId="a9cd0562-d456-4fb5-9e4e-fdb51a455c05" providerId="ADAL" clId="{B20A3F9A-AEEB-4A5E-BC90-72DBFE264B76}" dt="2026-06-16T11:15:30.138" v="198" actId="47"/>
        <pc:sldMkLst>
          <pc:docMk/>
          <pc:sldMk cId="1638448340" sldId="256"/>
        </pc:sldMkLst>
      </pc:sldChg>
      <pc:sldChg chg="add del">
        <pc:chgData name="sano kazuki/2118944/佐野　一樹" userId="a9cd0562-d456-4fb5-9e4e-fdb51a455c05" providerId="ADAL" clId="{B20A3F9A-AEEB-4A5E-BC90-72DBFE264B76}" dt="2026-06-17T05:43:42.898" v="4047" actId="47"/>
        <pc:sldMkLst>
          <pc:docMk/>
          <pc:sldMk cId="473284953" sldId="259"/>
        </pc:sldMkLst>
      </pc:sldChg>
      <pc:sldChg chg="del">
        <pc:chgData name="sano kazuki/2118944/佐野　一樹" userId="a9cd0562-d456-4fb5-9e4e-fdb51a455c05" providerId="ADAL" clId="{B20A3F9A-AEEB-4A5E-BC90-72DBFE264B76}" dt="2026-06-16T11:15:39.499" v="218" actId="47"/>
        <pc:sldMkLst>
          <pc:docMk/>
          <pc:sldMk cId="3962789386" sldId="259"/>
        </pc:sldMkLst>
      </pc:sldChg>
      <pc:sldChg chg="del">
        <pc:chgData name="sano kazuki/2118944/佐野　一樹" userId="a9cd0562-d456-4fb5-9e4e-fdb51a455c05" providerId="ADAL" clId="{B20A3F9A-AEEB-4A5E-BC90-72DBFE264B76}" dt="2026-06-16T11:15:32.715" v="202" actId="47"/>
        <pc:sldMkLst>
          <pc:docMk/>
          <pc:sldMk cId="733500379" sldId="2147475626"/>
        </pc:sldMkLst>
      </pc:sldChg>
      <pc:sldChg chg="del">
        <pc:chgData name="sano kazuki/2118944/佐野　一樹" userId="a9cd0562-d456-4fb5-9e4e-fdb51a455c05" providerId="ADAL" clId="{B20A3F9A-AEEB-4A5E-BC90-72DBFE264B76}" dt="2026-06-16T11:15:31.779" v="200" actId="47"/>
        <pc:sldMkLst>
          <pc:docMk/>
          <pc:sldMk cId="1478996696" sldId="2147475627"/>
        </pc:sldMkLst>
      </pc:sldChg>
      <pc:sldChg chg="del">
        <pc:chgData name="sano kazuki/2118944/佐野　一樹" userId="a9cd0562-d456-4fb5-9e4e-fdb51a455c05" providerId="ADAL" clId="{B20A3F9A-AEEB-4A5E-BC90-72DBFE264B76}" dt="2026-06-16T11:15:40.748" v="221" actId="47"/>
        <pc:sldMkLst>
          <pc:docMk/>
          <pc:sldMk cId="942985073" sldId="2147475647"/>
        </pc:sldMkLst>
      </pc:sldChg>
      <pc:sldChg chg="del">
        <pc:chgData name="sano kazuki/2118944/佐野　一樹" userId="a9cd0562-d456-4fb5-9e4e-fdb51a455c05" providerId="ADAL" clId="{B20A3F9A-AEEB-4A5E-BC90-72DBFE264B76}" dt="2026-06-16T11:15:41.079" v="222" actId="47"/>
        <pc:sldMkLst>
          <pc:docMk/>
          <pc:sldMk cId="1678222766" sldId="2147475659"/>
        </pc:sldMkLst>
      </pc:sldChg>
      <pc:sldChg chg="del">
        <pc:chgData name="sano kazuki/2118944/佐野　一樹" userId="a9cd0562-d456-4fb5-9e4e-fdb51a455c05" providerId="ADAL" clId="{B20A3F9A-AEEB-4A5E-BC90-72DBFE264B76}" dt="2026-06-16T11:15:37.377" v="215" actId="47"/>
        <pc:sldMkLst>
          <pc:docMk/>
          <pc:sldMk cId="3018636980" sldId="2147475662"/>
        </pc:sldMkLst>
      </pc:sldChg>
      <pc:sldChg chg="del">
        <pc:chgData name="sano kazuki/2118944/佐野　一樹" userId="a9cd0562-d456-4fb5-9e4e-fdb51a455c05" providerId="ADAL" clId="{B20A3F9A-AEEB-4A5E-BC90-72DBFE264B76}" dt="2026-06-16T11:15:41.322" v="223" actId="47"/>
        <pc:sldMkLst>
          <pc:docMk/>
          <pc:sldMk cId="4094575868" sldId="2147475663"/>
        </pc:sldMkLst>
      </pc:sldChg>
      <pc:sldChg chg="del">
        <pc:chgData name="sano kazuki/2118944/佐野　一樹" userId="a9cd0562-d456-4fb5-9e4e-fdb51a455c05" providerId="ADAL" clId="{B20A3F9A-AEEB-4A5E-BC90-72DBFE264B76}" dt="2026-06-16T11:15:40.462" v="220" actId="47"/>
        <pc:sldMkLst>
          <pc:docMk/>
          <pc:sldMk cId="4149469424" sldId="2147477976"/>
        </pc:sldMkLst>
      </pc:sldChg>
      <pc:sldChg chg="del">
        <pc:chgData name="sano kazuki/2118944/佐野　一樹" userId="a9cd0562-d456-4fb5-9e4e-fdb51a455c05" providerId="ADAL" clId="{B20A3F9A-AEEB-4A5E-BC90-72DBFE264B76}" dt="2026-06-16T11:15:39.955" v="219" actId="47"/>
        <pc:sldMkLst>
          <pc:docMk/>
          <pc:sldMk cId="509925485" sldId="2147477981"/>
        </pc:sldMkLst>
      </pc:sldChg>
      <pc:sldChg chg="del">
        <pc:chgData name="sano kazuki/2118944/佐野　一樹" userId="a9cd0562-d456-4fb5-9e4e-fdb51a455c05" providerId="ADAL" clId="{B20A3F9A-AEEB-4A5E-BC90-72DBFE264B76}" dt="2026-06-16T11:15:30.862" v="199" actId="47"/>
        <pc:sldMkLst>
          <pc:docMk/>
          <pc:sldMk cId="190398405" sldId="2147477982"/>
        </pc:sldMkLst>
      </pc:sldChg>
      <pc:sldChg chg="del">
        <pc:chgData name="sano kazuki/2118944/佐野　一樹" userId="a9cd0562-d456-4fb5-9e4e-fdb51a455c05" providerId="ADAL" clId="{B20A3F9A-AEEB-4A5E-BC90-72DBFE264B76}" dt="2026-06-16T11:15:36.166" v="210" actId="47"/>
        <pc:sldMkLst>
          <pc:docMk/>
          <pc:sldMk cId="1598253203" sldId="2147477988"/>
        </pc:sldMkLst>
      </pc:sldChg>
      <pc:sldChg chg="del">
        <pc:chgData name="sano kazuki/2118944/佐野　一樹" userId="a9cd0562-d456-4fb5-9e4e-fdb51a455c05" providerId="ADAL" clId="{B20A3F9A-AEEB-4A5E-BC90-72DBFE264B76}" dt="2026-06-16T11:15:38.866" v="217" actId="47"/>
        <pc:sldMkLst>
          <pc:docMk/>
          <pc:sldMk cId="4227064545" sldId="2147477989"/>
        </pc:sldMkLst>
      </pc:sldChg>
      <pc:sldChg chg="del">
        <pc:chgData name="sano kazuki/2118944/佐野　一樹" userId="a9cd0562-d456-4fb5-9e4e-fdb51a455c05" providerId="ADAL" clId="{B20A3F9A-AEEB-4A5E-BC90-72DBFE264B76}" dt="2026-06-16T11:15:37.745" v="216" actId="47"/>
        <pc:sldMkLst>
          <pc:docMk/>
          <pc:sldMk cId="943073327" sldId="2147477990"/>
        </pc:sldMkLst>
      </pc:sldChg>
      <pc:sldChg chg="del">
        <pc:chgData name="sano kazuki/2118944/佐野　一樹" userId="a9cd0562-d456-4fb5-9e4e-fdb51a455c05" providerId="ADAL" clId="{B20A3F9A-AEEB-4A5E-BC90-72DBFE264B76}" dt="2026-06-16T11:15:36.874" v="213" actId="47"/>
        <pc:sldMkLst>
          <pc:docMk/>
          <pc:sldMk cId="780212101" sldId="2147477992"/>
        </pc:sldMkLst>
      </pc:sldChg>
      <pc:sldChg chg="del">
        <pc:chgData name="sano kazuki/2118944/佐野　一樹" userId="a9cd0562-d456-4fb5-9e4e-fdb51a455c05" providerId="ADAL" clId="{B20A3F9A-AEEB-4A5E-BC90-72DBFE264B76}" dt="2026-06-16T11:15:34.583" v="204" actId="47"/>
        <pc:sldMkLst>
          <pc:docMk/>
          <pc:sldMk cId="76505000" sldId="2147477993"/>
        </pc:sldMkLst>
      </pc:sldChg>
      <pc:sldChg chg="del">
        <pc:chgData name="sano kazuki/2118944/佐野　一樹" userId="a9cd0562-d456-4fb5-9e4e-fdb51a455c05" providerId="ADAL" clId="{B20A3F9A-AEEB-4A5E-BC90-72DBFE264B76}" dt="2026-06-16T11:15:36.617" v="212" actId="47"/>
        <pc:sldMkLst>
          <pc:docMk/>
          <pc:sldMk cId="1501301873" sldId="2147477994"/>
        </pc:sldMkLst>
      </pc:sldChg>
      <pc:sldChg chg="del">
        <pc:chgData name="sano kazuki/2118944/佐野　一樹" userId="a9cd0562-d456-4fb5-9e4e-fdb51a455c05" providerId="ADAL" clId="{B20A3F9A-AEEB-4A5E-BC90-72DBFE264B76}" dt="2026-06-16T11:15:41.842" v="224" actId="47"/>
        <pc:sldMkLst>
          <pc:docMk/>
          <pc:sldMk cId="2235656871" sldId="2147477997"/>
        </pc:sldMkLst>
      </pc:sldChg>
      <pc:sldChg chg="del">
        <pc:chgData name="sano kazuki/2118944/佐野　一樹" userId="a9cd0562-d456-4fb5-9e4e-fdb51a455c05" providerId="ADAL" clId="{B20A3F9A-AEEB-4A5E-BC90-72DBFE264B76}" dt="2026-06-16T11:15:37.133" v="214" actId="47"/>
        <pc:sldMkLst>
          <pc:docMk/>
          <pc:sldMk cId="529835970" sldId="2147477999"/>
        </pc:sldMkLst>
      </pc:sldChg>
      <pc:sldChg chg="del">
        <pc:chgData name="sano kazuki/2118944/佐野　一樹" userId="a9cd0562-d456-4fb5-9e4e-fdb51a455c05" providerId="ADAL" clId="{B20A3F9A-AEEB-4A5E-BC90-72DBFE264B76}" dt="2026-06-16T11:15:34.533" v="203" actId="47"/>
        <pc:sldMkLst>
          <pc:docMk/>
          <pc:sldMk cId="3965714178" sldId="2147478000"/>
        </pc:sldMkLst>
      </pc:sldChg>
      <pc:sldChg chg="del">
        <pc:chgData name="sano kazuki/2118944/佐野　一樹" userId="a9cd0562-d456-4fb5-9e4e-fdb51a455c05" providerId="ADAL" clId="{B20A3F9A-AEEB-4A5E-BC90-72DBFE264B76}" dt="2026-06-16T11:15:32.130" v="201" actId="47"/>
        <pc:sldMkLst>
          <pc:docMk/>
          <pc:sldMk cId="370514901" sldId="2147478001"/>
        </pc:sldMkLst>
      </pc:sldChg>
      <pc:sldChg chg="del">
        <pc:chgData name="sano kazuki/2118944/佐野　一樹" userId="a9cd0562-d456-4fb5-9e4e-fdb51a455c05" providerId="ADAL" clId="{B20A3F9A-AEEB-4A5E-BC90-72DBFE264B76}" dt="2026-06-16T11:15:36.401" v="211" actId="47"/>
        <pc:sldMkLst>
          <pc:docMk/>
          <pc:sldMk cId="4131392519" sldId="2147478002"/>
        </pc:sldMkLst>
      </pc:sldChg>
      <pc:sldChg chg="del">
        <pc:chgData name="sano kazuki/2118944/佐野　一樹" userId="a9cd0562-d456-4fb5-9e4e-fdb51a455c05" providerId="ADAL" clId="{B20A3F9A-AEEB-4A5E-BC90-72DBFE264B76}" dt="2026-06-16T11:15:34.616" v="205" actId="47"/>
        <pc:sldMkLst>
          <pc:docMk/>
          <pc:sldMk cId="3200171920" sldId="2147478003"/>
        </pc:sldMkLst>
      </pc:sldChg>
      <pc:sldChg chg="del">
        <pc:chgData name="sano kazuki/2118944/佐野　一樹" userId="a9cd0562-d456-4fb5-9e4e-fdb51a455c05" providerId="ADAL" clId="{B20A3F9A-AEEB-4A5E-BC90-72DBFE264B76}" dt="2026-06-16T11:15:34.754" v="206" actId="47"/>
        <pc:sldMkLst>
          <pc:docMk/>
          <pc:sldMk cId="2873570679" sldId="2147478004"/>
        </pc:sldMkLst>
      </pc:sldChg>
      <pc:sldChg chg="del">
        <pc:chgData name="sano kazuki/2118944/佐野　一樹" userId="a9cd0562-d456-4fb5-9e4e-fdb51a455c05" providerId="ADAL" clId="{B20A3F9A-AEEB-4A5E-BC90-72DBFE264B76}" dt="2026-06-16T11:15:35.626" v="208" actId="47"/>
        <pc:sldMkLst>
          <pc:docMk/>
          <pc:sldMk cId="2019168288" sldId="2147483555"/>
        </pc:sldMkLst>
      </pc:sldChg>
      <pc:sldChg chg="del">
        <pc:chgData name="sano kazuki/2118944/佐野　一樹" userId="a9cd0562-d456-4fb5-9e4e-fdb51a455c05" providerId="ADAL" clId="{B20A3F9A-AEEB-4A5E-BC90-72DBFE264B76}" dt="2026-06-16T11:15:35.917" v="209" actId="47"/>
        <pc:sldMkLst>
          <pc:docMk/>
          <pc:sldMk cId="2254430666" sldId="2147483556"/>
        </pc:sldMkLst>
      </pc:sldChg>
      <pc:sldChg chg="del">
        <pc:chgData name="sano kazuki/2118944/佐野　一樹" userId="a9cd0562-d456-4fb5-9e4e-fdb51a455c05" providerId="ADAL" clId="{B20A3F9A-AEEB-4A5E-BC90-72DBFE264B76}" dt="2026-06-16T11:15:35.341" v="207" actId="47"/>
        <pc:sldMkLst>
          <pc:docMk/>
          <pc:sldMk cId="807011413" sldId="2147483557"/>
        </pc:sldMkLst>
      </pc:sldChg>
      <pc:sldChg chg="del">
        <pc:chgData name="sano kazuki/2118944/佐野　一樹" userId="a9cd0562-d456-4fb5-9e4e-fdb51a455c05" providerId="ADAL" clId="{B20A3F9A-AEEB-4A5E-BC90-72DBFE264B76}" dt="2026-06-16T11:15:29.179" v="197" actId="47"/>
        <pc:sldMkLst>
          <pc:docMk/>
          <pc:sldMk cId="677572079" sldId="2147483558"/>
        </pc:sldMkLst>
      </pc:sldChg>
      <pc:sldChg chg="addSp delSp modSp new mod">
        <pc:chgData name="sano kazuki/2118944/佐野　一樹" userId="a9cd0562-d456-4fb5-9e4e-fdb51a455c05" providerId="ADAL" clId="{B20A3F9A-AEEB-4A5E-BC90-72DBFE264B76}" dt="2026-06-17T05:43:50.185" v="4049" actId="20577"/>
        <pc:sldMkLst>
          <pc:docMk/>
          <pc:sldMk cId="2032908252" sldId="2147483559"/>
        </pc:sldMkLst>
        <pc:spChg chg="mod">
          <ac:chgData name="sano kazuki/2118944/佐野　一樹" userId="a9cd0562-d456-4fb5-9e4e-fdb51a455c05" providerId="ADAL" clId="{B20A3F9A-AEEB-4A5E-BC90-72DBFE264B76}" dt="2026-06-17T05:43:50.185" v="4049" actId="20577"/>
          <ac:spMkLst>
            <pc:docMk/>
            <pc:sldMk cId="2032908252" sldId="2147483559"/>
            <ac:spMk id="4" creationId="{70A18BF3-4997-4EC8-AEAF-934DA3690759}"/>
          </ac:spMkLst>
        </pc:spChg>
        <pc:spChg chg="del mod">
          <ac:chgData name="sano kazuki/2118944/佐野　一樹" userId="a9cd0562-d456-4fb5-9e4e-fdb51a455c05" providerId="ADAL" clId="{B20A3F9A-AEEB-4A5E-BC90-72DBFE264B76}" dt="2026-06-16T10:18:41.104" v="56" actId="478"/>
          <ac:spMkLst>
            <pc:docMk/>
            <pc:sldMk cId="2032908252" sldId="2147483559"/>
            <ac:spMk id="5" creationId="{A176DB1B-7E63-47FF-7516-1558E67895CC}"/>
          </ac:spMkLst>
        </pc:spChg>
        <pc:spChg chg="add del mod">
          <ac:chgData name="sano kazuki/2118944/佐野　一樹" userId="a9cd0562-d456-4fb5-9e4e-fdb51a455c05" providerId="ADAL" clId="{B20A3F9A-AEEB-4A5E-BC90-72DBFE264B76}" dt="2026-06-17T01:14:06.400" v="2642" actId="478"/>
          <ac:spMkLst>
            <pc:docMk/>
            <pc:sldMk cId="2032908252" sldId="2147483559"/>
            <ac:spMk id="5" creationId="{D8D387D5-A624-E096-EBE1-3ED23FCF7013}"/>
          </ac:spMkLst>
        </pc:spChg>
        <pc:spChg chg="add del mod">
          <ac:chgData name="sano kazuki/2118944/佐野　一樹" userId="a9cd0562-d456-4fb5-9e4e-fdb51a455c05" providerId="ADAL" clId="{B20A3F9A-AEEB-4A5E-BC90-72DBFE264B76}" dt="2026-06-17T01:14:08.502" v="2643" actId="478"/>
          <ac:spMkLst>
            <pc:docMk/>
            <pc:sldMk cId="2032908252" sldId="2147483559"/>
            <ac:spMk id="6" creationId="{9A962E01-D068-9422-70CA-01D5CD4FE0CF}"/>
          </ac:spMkLst>
        </pc:spChg>
        <pc:spChg chg="add del mod">
          <ac:chgData name="sano kazuki/2118944/佐野　一樹" userId="a9cd0562-d456-4fb5-9e4e-fdb51a455c05" providerId="ADAL" clId="{B20A3F9A-AEEB-4A5E-BC90-72DBFE264B76}" dt="2026-06-16T11:12:34.604" v="181" actId="478"/>
          <ac:spMkLst>
            <pc:docMk/>
            <pc:sldMk cId="2032908252" sldId="2147483559"/>
            <ac:spMk id="8" creationId="{6B6BBFA0-CFB3-5E41-4E03-7EA41AE26707}"/>
          </ac:spMkLst>
        </pc:spChg>
        <pc:spChg chg="add del mod">
          <ac:chgData name="sano kazuki/2118944/佐野　一樹" userId="a9cd0562-d456-4fb5-9e4e-fdb51a455c05" providerId="ADAL" clId="{B20A3F9A-AEEB-4A5E-BC90-72DBFE264B76}" dt="2026-06-17T01:14:09.754" v="2644" actId="478"/>
          <ac:spMkLst>
            <pc:docMk/>
            <pc:sldMk cId="2032908252" sldId="2147483559"/>
            <ac:spMk id="8" creationId="{C3890724-C555-92A8-2FC4-2044AF55EA2A}"/>
          </ac:spMkLst>
        </pc:spChg>
        <pc:spChg chg="add del mod">
          <ac:chgData name="sano kazuki/2118944/佐野　一樹" userId="a9cd0562-d456-4fb5-9e4e-fdb51a455c05" providerId="ADAL" clId="{B20A3F9A-AEEB-4A5E-BC90-72DBFE264B76}" dt="2026-06-17T01:14:11.064" v="2645" actId="478"/>
          <ac:spMkLst>
            <pc:docMk/>
            <pc:sldMk cId="2032908252" sldId="2147483559"/>
            <ac:spMk id="9" creationId="{5F9D479F-80FD-0F48-469B-9C628BA030A7}"/>
          </ac:spMkLst>
        </pc:spChg>
        <pc:spChg chg="add del mod">
          <ac:chgData name="sano kazuki/2118944/佐野　一樹" userId="a9cd0562-d456-4fb5-9e4e-fdb51a455c05" providerId="ADAL" clId="{B20A3F9A-AEEB-4A5E-BC90-72DBFE264B76}" dt="2026-06-17T01:14:13.411" v="2646" actId="478"/>
          <ac:spMkLst>
            <pc:docMk/>
            <pc:sldMk cId="2032908252" sldId="2147483559"/>
            <ac:spMk id="10" creationId="{DB78AFC8-259E-2D81-051E-72A3FD855C11}"/>
          </ac:spMkLst>
        </pc:spChg>
        <pc:spChg chg="add mod">
          <ac:chgData name="sano kazuki/2118944/佐野　一樹" userId="a9cd0562-d456-4fb5-9e4e-fdb51a455c05" providerId="ADAL" clId="{B20A3F9A-AEEB-4A5E-BC90-72DBFE264B76}" dt="2026-06-16T11:25:59.321" v="231" actId="1076"/>
          <ac:spMkLst>
            <pc:docMk/>
            <pc:sldMk cId="2032908252" sldId="2147483559"/>
            <ac:spMk id="11" creationId="{069FD0B1-CF7B-FFF0-F7B9-34F4AF18BFC4}"/>
          </ac:spMkLst>
        </pc:spChg>
        <pc:spChg chg="add mod">
          <ac:chgData name="sano kazuki/2118944/佐野　一樹" userId="a9cd0562-d456-4fb5-9e4e-fdb51a455c05" providerId="ADAL" clId="{B20A3F9A-AEEB-4A5E-BC90-72DBFE264B76}" dt="2026-06-16T23:14:48.448" v="308" actId="14100"/>
          <ac:spMkLst>
            <pc:docMk/>
            <pc:sldMk cId="2032908252" sldId="2147483559"/>
            <ac:spMk id="12" creationId="{A3688449-1891-8DDD-2E62-D834BB110016}"/>
          </ac:spMkLst>
        </pc:spChg>
        <pc:spChg chg="add mod">
          <ac:chgData name="sano kazuki/2118944/佐野　一樹" userId="a9cd0562-d456-4fb5-9e4e-fdb51a455c05" providerId="ADAL" clId="{B20A3F9A-AEEB-4A5E-BC90-72DBFE264B76}" dt="2026-06-16T23:14:50.580" v="309" actId="14100"/>
          <ac:spMkLst>
            <pc:docMk/>
            <pc:sldMk cId="2032908252" sldId="2147483559"/>
            <ac:spMk id="13" creationId="{11F0E3C7-9306-396E-7BD7-16197C3F3ABA}"/>
          </ac:spMkLst>
        </pc:spChg>
        <pc:spChg chg="add del mod">
          <ac:chgData name="sano kazuki/2118944/佐野　一樹" userId="a9cd0562-d456-4fb5-9e4e-fdb51a455c05" providerId="ADAL" clId="{B20A3F9A-AEEB-4A5E-BC90-72DBFE264B76}" dt="2026-06-17T01:14:15.053" v="2647" actId="478"/>
          <ac:spMkLst>
            <pc:docMk/>
            <pc:sldMk cId="2032908252" sldId="2147483559"/>
            <ac:spMk id="14" creationId="{0BD0E24A-B3B3-E0D4-1B37-315B11E40B2B}"/>
          </ac:spMkLst>
        </pc:spChg>
        <pc:spChg chg="add del mod">
          <ac:chgData name="sano kazuki/2118944/佐野　一樹" userId="a9cd0562-d456-4fb5-9e4e-fdb51a455c05" providerId="ADAL" clId="{B20A3F9A-AEEB-4A5E-BC90-72DBFE264B76}" dt="2026-06-16T11:10:39.887" v="176" actId="478"/>
          <ac:spMkLst>
            <pc:docMk/>
            <pc:sldMk cId="2032908252" sldId="2147483559"/>
            <ac:spMk id="14" creationId="{146A7925-F182-2D07-023F-B90EF12AC29E}"/>
          </ac:spMkLst>
        </pc:spChg>
        <pc:spChg chg="add mod">
          <ac:chgData name="sano kazuki/2118944/佐野　一樹" userId="a9cd0562-d456-4fb5-9e4e-fdb51a455c05" providerId="ADAL" clId="{B20A3F9A-AEEB-4A5E-BC90-72DBFE264B76}" dt="2026-06-16T11:25:59.321" v="231" actId="1076"/>
          <ac:spMkLst>
            <pc:docMk/>
            <pc:sldMk cId="2032908252" sldId="2147483559"/>
            <ac:spMk id="15" creationId="{1224EA37-830B-E6A2-97DD-1AE6CF3B7B81}"/>
          </ac:spMkLst>
        </pc:spChg>
        <pc:spChg chg="add del mod">
          <ac:chgData name="sano kazuki/2118944/佐野　一樹" userId="a9cd0562-d456-4fb5-9e4e-fdb51a455c05" providerId="ADAL" clId="{B20A3F9A-AEEB-4A5E-BC90-72DBFE264B76}" dt="2026-06-17T01:14:16.138" v="2648" actId="478"/>
          <ac:spMkLst>
            <pc:docMk/>
            <pc:sldMk cId="2032908252" sldId="2147483559"/>
            <ac:spMk id="16" creationId="{7DCC71CF-5783-ED7C-3F6F-F2D4FD88C6A6}"/>
          </ac:spMkLst>
        </pc:spChg>
        <pc:spChg chg="add mod">
          <ac:chgData name="sano kazuki/2118944/佐野　一樹" userId="a9cd0562-d456-4fb5-9e4e-fdb51a455c05" providerId="ADAL" clId="{B20A3F9A-AEEB-4A5E-BC90-72DBFE264B76}" dt="2026-06-16T11:25:59.321" v="231" actId="1076"/>
          <ac:spMkLst>
            <pc:docMk/>
            <pc:sldMk cId="2032908252" sldId="2147483559"/>
            <ac:spMk id="17" creationId="{F9B36291-715C-2058-0EB7-7F204E46B59B}"/>
          </ac:spMkLst>
        </pc:spChg>
        <pc:spChg chg="add mod">
          <ac:chgData name="sano kazuki/2118944/佐野　一樹" userId="a9cd0562-d456-4fb5-9e4e-fdb51a455c05" providerId="ADAL" clId="{B20A3F9A-AEEB-4A5E-BC90-72DBFE264B76}" dt="2026-06-16T11:25:59.321" v="231" actId="1076"/>
          <ac:spMkLst>
            <pc:docMk/>
            <pc:sldMk cId="2032908252" sldId="2147483559"/>
            <ac:spMk id="18" creationId="{8F642EA3-A3A7-1135-8A1C-950B912B7C24}"/>
          </ac:spMkLst>
        </pc:spChg>
        <pc:spChg chg="add mod">
          <ac:chgData name="sano kazuki/2118944/佐野　一樹" userId="a9cd0562-d456-4fb5-9e4e-fdb51a455c05" providerId="ADAL" clId="{B20A3F9A-AEEB-4A5E-BC90-72DBFE264B76}" dt="2026-06-16T11:25:59.321" v="231" actId="1076"/>
          <ac:spMkLst>
            <pc:docMk/>
            <pc:sldMk cId="2032908252" sldId="2147483559"/>
            <ac:spMk id="19" creationId="{639B34C9-B9E5-6801-25A2-AE82F1A45546}"/>
          </ac:spMkLst>
        </pc:spChg>
        <pc:spChg chg="add mod">
          <ac:chgData name="sano kazuki/2118944/佐野　一樹" userId="a9cd0562-d456-4fb5-9e4e-fdb51a455c05" providerId="ADAL" clId="{B20A3F9A-AEEB-4A5E-BC90-72DBFE264B76}" dt="2026-06-16T11:25:59.321" v="231" actId="1076"/>
          <ac:spMkLst>
            <pc:docMk/>
            <pc:sldMk cId="2032908252" sldId="2147483559"/>
            <ac:spMk id="20" creationId="{E5428F67-64BE-3485-1201-BAF1A355A503}"/>
          </ac:spMkLst>
        </pc:spChg>
        <pc:spChg chg="add mod">
          <ac:chgData name="sano kazuki/2118944/佐野　一樹" userId="a9cd0562-d456-4fb5-9e4e-fdb51a455c05" providerId="ADAL" clId="{B20A3F9A-AEEB-4A5E-BC90-72DBFE264B76}" dt="2026-06-16T11:25:59.321" v="231" actId="1076"/>
          <ac:spMkLst>
            <pc:docMk/>
            <pc:sldMk cId="2032908252" sldId="2147483559"/>
            <ac:spMk id="21" creationId="{F7AFC487-ADE9-473F-DD28-9EC4DDF142A3}"/>
          </ac:spMkLst>
        </pc:spChg>
        <pc:spChg chg="add mod">
          <ac:chgData name="sano kazuki/2118944/佐野　一樹" userId="a9cd0562-d456-4fb5-9e4e-fdb51a455c05" providerId="ADAL" clId="{B20A3F9A-AEEB-4A5E-BC90-72DBFE264B76}" dt="2026-06-16T11:26:35.630" v="250" actId="14100"/>
          <ac:spMkLst>
            <pc:docMk/>
            <pc:sldMk cId="2032908252" sldId="2147483559"/>
            <ac:spMk id="23" creationId="{D5ED23A2-8CE0-7F67-4CA0-655189803DB6}"/>
          </ac:spMkLst>
        </pc:spChg>
        <pc:spChg chg="add mod">
          <ac:chgData name="sano kazuki/2118944/佐野　一樹" userId="a9cd0562-d456-4fb5-9e4e-fdb51a455c05" providerId="ADAL" clId="{B20A3F9A-AEEB-4A5E-BC90-72DBFE264B76}" dt="2026-06-17T04:26:24.863" v="3357" actId="1076"/>
          <ac:spMkLst>
            <pc:docMk/>
            <pc:sldMk cId="2032908252" sldId="2147483559"/>
            <ac:spMk id="24" creationId="{A018C5DD-1DB2-8964-AB56-7DEBF93CC33A}"/>
          </ac:spMkLst>
        </pc:spChg>
        <pc:spChg chg="add del mod">
          <ac:chgData name="sano kazuki/2118944/佐野　一樹" userId="a9cd0562-d456-4fb5-9e4e-fdb51a455c05" providerId="ADAL" clId="{B20A3F9A-AEEB-4A5E-BC90-72DBFE264B76}" dt="2026-06-16T11:27:54.116" v="262" actId="478"/>
          <ac:spMkLst>
            <pc:docMk/>
            <pc:sldMk cId="2032908252" sldId="2147483559"/>
            <ac:spMk id="25" creationId="{1CCAA3B1-7CBB-03F9-3D38-43BFAEF5A40A}"/>
          </ac:spMkLst>
        </pc:spChg>
        <pc:spChg chg="add mod">
          <ac:chgData name="sano kazuki/2118944/佐野　一樹" userId="a9cd0562-d456-4fb5-9e4e-fdb51a455c05" providerId="ADAL" clId="{B20A3F9A-AEEB-4A5E-BC90-72DBFE264B76}" dt="2026-06-16T11:28:12.339" v="267" actId="14100"/>
          <ac:spMkLst>
            <pc:docMk/>
            <pc:sldMk cId="2032908252" sldId="2147483559"/>
            <ac:spMk id="26" creationId="{A9744025-6CC5-2493-A032-A419396D8ABB}"/>
          </ac:spMkLst>
        </pc:spChg>
        <pc:spChg chg="add mod">
          <ac:chgData name="sano kazuki/2118944/佐野　一樹" userId="a9cd0562-d456-4fb5-9e4e-fdb51a455c05" providerId="ADAL" clId="{B20A3F9A-AEEB-4A5E-BC90-72DBFE264B76}" dt="2026-06-16T11:28:59.297" v="272" actId="1037"/>
          <ac:spMkLst>
            <pc:docMk/>
            <pc:sldMk cId="2032908252" sldId="2147483559"/>
            <ac:spMk id="27" creationId="{81BC43F9-AACF-695B-1424-C307DB6A53FB}"/>
          </ac:spMkLst>
        </pc:spChg>
        <pc:spChg chg="add mod">
          <ac:chgData name="sano kazuki/2118944/佐野　一樹" userId="a9cd0562-d456-4fb5-9e4e-fdb51a455c05" providerId="ADAL" clId="{B20A3F9A-AEEB-4A5E-BC90-72DBFE264B76}" dt="2026-06-16T11:29:21.979" v="275" actId="1076"/>
          <ac:spMkLst>
            <pc:docMk/>
            <pc:sldMk cId="2032908252" sldId="2147483559"/>
            <ac:spMk id="28" creationId="{B8BC7E68-4395-4B40-079B-D319C890ED73}"/>
          </ac:spMkLst>
        </pc:spChg>
        <pc:picChg chg="add mod">
          <ac:chgData name="sano kazuki/2118944/佐野　一樹" userId="a9cd0562-d456-4fb5-9e4e-fdb51a455c05" providerId="ADAL" clId="{B20A3F9A-AEEB-4A5E-BC90-72DBFE264B76}" dt="2026-06-16T11:25:55.950" v="230" actId="1076"/>
          <ac:picMkLst>
            <pc:docMk/>
            <pc:sldMk cId="2032908252" sldId="2147483559"/>
            <ac:picMk id="7" creationId="{DC82FD0B-1EA6-0650-D72D-1FA21B163863}"/>
          </ac:picMkLst>
        </pc:picChg>
        <pc:picChg chg="add mod">
          <ac:chgData name="sano kazuki/2118944/佐野　一樹" userId="a9cd0562-d456-4fb5-9e4e-fdb51a455c05" providerId="ADAL" clId="{B20A3F9A-AEEB-4A5E-BC90-72DBFE264B76}" dt="2026-06-16T11:26:20.271" v="244" actId="692"/>
          <ac:picMkLst>
            <pc:docMk/>
            <pc:sldMk cId="2032908252" sldId="2147483559"/>
            <ac:picMk id="22" creationId="{EB74C424-A937-A9B5-C294-AE7275A05958}"/>
          </ac:picMkLst>
        </pc:picChg>
        <pc:cxnChg chg="add del mod">
          <ac:chgData name="sano kazuki/2118944/佐野　一樹" userId="a9cd0562-d456-4fb5-9e4e-fdb51a455c05" providerId="ADAL" clId="{B20A3F9A-AEEB-4A5E-BC90-72DBFE264B76}" dt="2026-06-16T11:28:01.939" v="263" actId="478"/>
          <ac:cxnSpMkLst>
            <pc:docMk/>
            <pc:sldMk cId="2032908252" sldId="2147483559"/>
            <ac:cxnSpMk id="10" creationId="{BC0183A2-F452-3937-E47D-4DFA16DFDFA7}"/>
          </ac:cxnSpMkLst>
        </pc:cxnChg>
      </pc:sldChg>
      <pc:sldChg chg="addSp delSp modSp new mod">
        <pc:chgData name="sano kazuki/2118944/佐野　一樹" userId="a9cd0562-d456-4fb5-9e4e-fdb51a455c05" providerId="ADAL" clId="{B20A3F9A-AEEB-4A5E-BC90-72DBFE264B76}" dt="2026-06-17T05:38:56.058" v="3784" actId="20577"/>
        <pc:sldMkLst>
          <pc:docMk/>
          <pc:sldMk cId="2391073697" sldId="2147483560"/>
        </pc:sldMkLst>
        <pc:spChg chg="mod">
          <ac:chgData name="sano kazuki/2118944/佐野　一樹" userId="a9cd0562-d456-4fb5-9e4e-fdb51a455c05" providerId="ADAL" clId="{B20A3F9A-AEEB-4A5E-BC90-72DBFE264B76}" dt="2026-06-17T02:36:28.526" v="2862" actId="1076"/>
          <ac:spMkLst>
            <pc:docMk/>
            <pc:sldMk cId="2391073697" sldId="2147483560"/>
            <ac:spMk id="4" creationId="{D38946D5-8F11-0F5C-1095-D1CC8059E3FB}"/>
          </ac:spMkLst>
        </pc:spChg>
        <pc:spChg chg="del">
          <ac:chgData name="sano kazuki/2118944/佐野　一樹" userId="a9cd0562-d456-4fb5-9e4e-fdb51a455c05" providerId="ADAL" clId="{B20A3F9A-AEEB-4A5E-BC90-72DBFE264B76}" dt="2026-06-16T23:15:29.192" v="323" actId="478"/>
          <ac:spMkLst>
            <pc:docMk/>
            <pc:sldMk cId="2391073697" sldId="2147483560"/>
            <ac:spMk id="5" creationId="{E23EAE10-763D-AE49-0CDB-214224A7BB70}"/>
          </ac:spMkLst>
        </pc:spChg>
        <pc:graphicFrameChg chg="add mod modGraphic">
          <ac:chgData name="sano kazuki/2118944/佐野　一樹" userId="a9cd0562-d456-4fb5-9e4e-fdb51a455c05" providerId="ADAL" clId="{B20A3F9A-AEEB-4A5E-BC90-72DBFE264B76}" dt="2026-06-17T05:38:56.058" v="3784" actId="20577"/>
          <ac:graphicFrameMkLst>
            <pc:docMk/>
            <pc:sldMk cId="2391073697" sldId="2147483560"/>
            <ac:graphicFrameMk id="6" creationId="{B2FBF0C3-6175-D9F1-DE58-C0E4C12431B8}"/>
          </ac:graphicFrameMkLst>
        </pc:graphicFrameChg>
      </pc:sldChg>
      <pc:sldChg chg="addSp delSp modSp new mod">
        <pc:chgData name="sano kazuki/2118944/佐野　一樹" userId="a9cd0562-d456-4fb5-9e4e-fdb51a455c05" providerId="ADAL" clId="{B20A3F9A-AEEB-4A5E-BC90-72DBFE264B76}" dt="2026-06-17T05:43:32.619" v="4046" actId="20577"/>
        <pc:sldMkLst>
          <pc:docMk/>
          <pc:sldMk cId="1278396755" sldId="2147483561"/>
        </pc:sldMkLst>
        <pc:spChg chg="del">
          <ac:chgData name="sano kazuki/2118944/佐野　一樹" userId="a9cd0562-d456-4fb5-9e4e-fdb51a455c05" providerId="ADAL" clId="{B20A3F9A-AEEB-4A5E-BC90-72DBFE264B76}" dt="2026-06-17T02:35:38.304" v="2800"/>
          <ac:spMkLst>
            <pc:docMk/>
            <pc:sldMk cId="1278396755" sldId="2147483561"/>
            <ac:spMk id="4" creationId="{3A99D041-1650-8AB5-AB8E-616A2EAFA740}"/>
          </ac:spMkLst>
        </pc:spChg>
        <pc:spChg chg="del">
          <ac:chgData name="sano kazuki/2118944/佐野　一樹" userId="a9cd0562-d456-4fb5-9e4e-fdb51a455c05" providerId="ADAL" clId="{B20A3F9A-AEEB-4A5E-BC90-72DBFE264B76}" dt="2026-06-17T02:35:47.683" v="2801" actId="478"/>
          <ac:spMkLst>
            <pc:docMk/>
            <pc:sldMk cId="1278396755" sldId="2147483561"/>
            <ac:spMk id="5" creationId="{6007D992-3CEB-0167-B334-3BB4B59240B9}"/>
          </ac:spMkLst>
        </pc:spChg>
        <pc:spChg chg="add mod">
          <ac:chgData name="sano kazuki/2118944/佐野　一樹" userId="a9cd0562-d456-4fb5-9e4e-fdb51a455c05" providerId="ADAL" clId="{B20A3F9A-AEEB-4A5E-BC90-72DBFE264B76}" dt="2026-06-17T05:43:32.619" v="4046" actId="20577"/>
          <ac:spMkLst>
            <pc:docMk/>
            <pc:sldMk cId="1278396755" sldId="2147483561"/>
            <ac:spMk id="6" creationId="{CF1D0FC2-CC79-69E6-B10C-688419B3F68C}"/>
          </ac:spMkLst>
        </pc:spChg>
        <pc:graphicFrameChg chg="add mod modGraphic">
          <ac:chgData name="sano kazuki/2118944/佐野　一樹" userId="a9cd0562-d456-4fb5-9e4e-fdb51a455c05" providerId="ADAL" clId="{B20A3F9A-AEEB-4A5E-BC90-72DBFE264B76}" dt="2026-06-17T03:06:39.403" v="3339" actId="1076"/>
          <ac:graphicFrameMkLst>
            <pc:docMk/>
            <pc:sldMk cId="1278396755" sldId="2147483561"/>
            <ac:graphicFrameMk id="7" creationId="{08F6E271-9870-F71F-4892-F87F6899B0DE}"/>
          </ac:graphicFrameMkLst>
        </pc:graphicFrameChg>
      </pc:sldChg>
      <pc:sldChg chg="addSp delSp modSp new mod">
        <pc:chgData name="sano kazuki/2118944/佐野　一樹" userId="a9cd0562-d456-4fb5-9e4e-fdb51a455c05" providerId="ADAL" clId="{B20A3F9A-AEEB-4A5E-BC90-72DBFE264B76}" dt="2026-06-17T06:06:19.291" v="4580" actId="20577"/>
        <pc:sldMkLst>
          <pc:docMk/>
          <pc:sldMk cId="1161198265" sldId="2147483562"/>
        </pc:sldMkLst>
        <pc:spChg chg="mod">
          <ac:chgData name="sano kazuki/2118944/佐野　一樹" userId="a9cd0562-d456-4fb5-9e4e-fdb51a455c05" providerId="ADAL" clId="{B20A3F9A-AEEB-4A5E-BC90-72DBFE264B76}" dt="2026-06-17T05:45:56.469" v="4055" actId="20577"/>
          <ac:spMkLst>
            <pc:docMk/>
            <pc:sldMk cId="1161198265" sldId="2147483562"/>
            <ac:spMk id="2" creationId="{40875B0C-238A-4B74-9BB8-63C9C0770213}"/>
          </ac:spMkLst>
        </pc:spChg>
        <pc:spChg chg="del mod">
          <ac:chgData name="sano kazuki/2118944/佐野　一樹" userId="a9cd0562-d456-4fb5-9e4e-fdb51a455c05" providerId="ADAL" clId="{B20A3F9A-AEEB-4A5E-BC90-72DBFE264B76}" dt="2026-06-17T04:43:24.876" v="3396" actId="478"/>
          <ac:spMkLst>
            <pc:docMk/>
            <pc:sldMk cId="1161198265" sldId="2147483562"/>
            <ac:spMk id="3" creationId="{A317F03E-8661-048F-AF53-120F9200AE11}"/>
          </ac:spMkLst>
        </pc:spChg>
        <pc:graphicFrameChg chg="add mod modGraphic">
          <ac:chgData name="sano kazuki/2118944/佐野　一樹" userId="a9cd0562-d456-4fb5-9e4e-fdb51a455c05" providerId="ADAL" clId="{B20A3F9A-AEEB-4A5E-BC90-72DBFE264B76}" dt="2026-06-17T06:06:19.291" v="4580" actId="20577"/>
          <ac:graphicFrameMkLst>
            <pc:docMk/>
            <pc:sldMk cId="1161198265" sldId="2147483562"/>
            <ac:graphicFrameMk id="3" creationId="{D5FDAF93-FFDB-0A8D-C9CF-44D69F6F0873}"/>
          </ac:graphicFrameMkLst>
        </pc:graphicFrameChg>
      </pc:sldChg>
      <pc:sldChg chg="addSp delSp modSp new mod">
        <pc:chgData name="sano kazuki/2118944/佐野　一樹" userId="a9cd0562-d456-4fb5-9e4e-fdb51a455c05" providerId="ADAL" clId="{B20A3F9A-AEEB-4A5E-BC90-72DBFE264B76}" dt="2026-06-17T05:43:20.020" v="4003"/>
        <pc:sldMkLst>
          <pc:docMk/>
          <pc:sldMk cId="1026278820" sldId="2147483563"/>
        </pc:sldMkLst>
        <pc:spChg chg="del mod">
          <ac:chgData name="sano kazuki/2118944/佐野　一樹" userId="a9cd0562-d456-4fb5-9e4e-fdb51a455c05" providerId="ADAL" clId="{B20A3F9A-AEEB-4A5E-BC90-72DBFE264B76}" dt="2026-06-17T04:44:04.586" v="3410"/>
          <ac:spMkLst>
            <pc:docMk/>
            <pc:sldMk cId="1026278820" sldId="2147483563"/>
            <ac:spMk id="4" creationId="{FFD7F543-961C-C743-962F-59ABFBB2CE4A}"/>
          </ac:spMkLst>
        </pc:spChg>
        <pc:spChg chg="del">
          <ac:chgData name="sano kazuki/2118944/佐野　一樹" userId="a9cd0562-d456-4fb5-9e4e-fdb51a455c05" providerId="ADAL" clId="{B20A3F9A-AEEB-4A5E-BC90-72DBFE264B76}" dt="2026-06-17T04:43:45.785" v="3399"/>
          <ac:spMkLst>
            <pc:docMk/>
            <pc:sldMk cId="1026278820" sldId="2147483563"/>
            <ac:spMk id="5" creationId="{B3FEFAAF-6690-345B-7BCE-48A7F17F7CC6}"/>
          </ac:spMkLst>
        </pc:spChg>
        <pc:spChg chg="add mod">
          <ac:chgData name="sano kazuki/2118944/佐野　一樹" userId="a9cd0562-d456-4fb5-9e4e-fdb51a455c05" providerId="ADAL" clId="{B20A3F9A-AEEB-4A5E-BC90-72DBFE264B76}" dt="2026-06-17T04:44:04.586" v="3410"/>
          <ac:spMkLst>
            <pc:docMk/>
            <pc:sldMk cId="1026278820" sldId="2147483563"/>
            <ac:spMk id="8" creationId="{DED4F063-243C-F662-50C2-2B741456A2D1}"/>
          </ac:spMkLst>
        </pc:spChg>
        <pc:spChg chg="add del mod">
          <ac:chgData name="sano kazuki/2118944/佐野　一樹" userId="a9cd0562-d456-4fb5-9e4e-fdb51a455c05" providerId="ADAL" clId="{B20A3F9A-AEEB-4A5E-BC90-72DBFE264B76}" dt="2026-06-17T05:29:02.891" v="3426" actId="478"/>
          <ac:spMkLst>
            <pc:docMk/>
            <pc:sldMk cId="1026278820" sldId="2147483563"/>
            <ac:spMk id="10" creationId="{43B3F5E9-F638-88A7-40FC-AB2D8056D991}"/>
          </ac:spMkLst>
        </pc:spChg>
        <pc:graphicFrameChg chg="add del mod">
          <ac:chgData name="sano kazuki/2118944/佐野　一樹" userId="a9cd0562-d456-4fb5-9e4e-fdb51a455c05" providerId="ADAL" clId="{B20A3F9A-AEEB-4A5E-BC90-72DBFE264B76}" dt="2026-06-17T05:29:00.906" v="3425" actId="478"/>
          <ac:graphicFrameMkLst>
            <pc:docMk/>
            <pc:sldMk cId="1026278820" sldId="2147483563"/>
            <ac:graphicFrameMk id="6" creationId="{F07F5994-DFDD-13D8-2A21-6C4C57EFAF63}"/>
          </ac:graphicFrameMkLst>
        </pc:graphicFrameChg>
        <pc:graphicFrameChg chg="add mod modGraphic">
          <ac:chgData name="sano kazuki/2118944/佐野　一樹" userId="a9cd0562-d456-4fb5-9e4e-fdb51a455c05" providerId="ADAL" clId="{B20A3F9A-AEEB-4A5E-BC90-72DBFE264B76}" dt="2026-06-17T05:43:20.020" v="4003"/>
          <ac:graphicFrameMkLst>
            <pc:docMk/>
            <pc:sldMk cId="1026278820" sldId="2147483563"/>
            <ac:graphicFrameMk id="7" creationId="{260ADA5A-954B-3263-ADC6-CAA1C1AE8B14}"/>
          </ac:graphicFrameMkLst>
        </pc:graphicFrameChg>
      </pc:sldChg>
      <pc:sldChg chg="addSp modSp mod">
        <pc:chgData name="sano kazuki/2118944/佐野　一樹" userId="a9cd0562-d456-4fb5-9e4e-fdb51a455c05" providerId="ADAL" clId="{B20A3F9A-AEEB-4A5E-BC90-72DBFE264B76}" dt="2026-06-17T07:48:35.403" v="5055" actId="1076"/>
        <pc:sldMkLst>
          <pc:docMk/>
          <pc:sldMk cId="598967656" sldId="2147483565"/>
        </pc:sldMkLst>
        <pc:graphicFrameChg chg="add mod modGraphic">
          <ac:chgData name="sano kazuki/2118944/佐野　一樹" userId="a9cd0562-d456-4fb5-9e4e-fdb51a455c05" providerId="ADAL" clId="{B20A3F9A-AEEB-4A5E-BC90-72DBFE264B76}" dt="2026-06-17T07:48:35.403" v="5055" actId="1076"/>
          <ac:graphicFrameMkLst>
            <pc:docMk/>
            <pc:sldMk cId="598967656" sldId="2147483565"/>
            <ac:graphicFrameMk id="3" creationId="{AE93B446-EF06-AA4E-3E7A-C1DE3EA1AC21}"/>
          </ac:graphicFrameMkLst>
        </pc:graphicFrameChg>
        <pc:graphicFrameChg chg="mod modGraphic">
          <ac:chgData name="sano kazuki/2118944/佐野　一樹" userId="a9cd0562-d456-4fb5-9e4e-fdb51a455c05" providerId="ADAL" clId="{B20A3F9A-AEEB-4A5E-BC90-72DBFE264B76}" dt="2026-06-17T07:48:20.406" v="5051" actId="20577"/>
          <ac:graphicFrameMkLst>
            <pc:docMk/>
            <pc:sldMk cId="598967656" sldId="2147483565"/>
            <ac:graphicFrameMk id="6" creationId="{78BF5BA4-6459-1AC3-226F-C0768EA22018}"/>
          </ac:graphicFrameMkLst>
        </pc:graphicFrameChg>
      </pc:sldChg>
      <pc:sldMasterChg chg="delSldLayout">
        <pc:chgData name="sano kazuki/2118944/佐野　一樹" userId="a9cd0562-d456-4fb5-9e4e-fdb51a455c05" providerId="ADAL" clId="{B20A3F9A-AEEB-4A5E-BC90-72DBFE264B76}" dt="2026-06-16T11:15:41.842" v="224" actId="47"/>
        <pc:sldMasterMkLst>
          <pc:docMk/>
          <pc:sldMasterMk cId="1696390841" sldId="2147483820"/>
        </pc:sldMasterMkLst>
        <pc:sldLayoutChg chg="del">
          <pc:chgData name="sano kazuki/2118944/佐野　一樹" userId="a9cd0562-d456-4fb5-9e4e-fdb51a455c05" providerId="ADAL" clId="{B20A3F9A-AEEB-4A5E-BC90-72DBFE264B76}" dt="2026-06-16T11:15:41.842" v="224" actId="47"/>
          <pc:sldLayoutMkLst>
            <pc:docMk/>
            <pc:sldMasterMk cId="1696390841" sldId="2147483820"/>
            <pc:sldLayoutMk cId="173739361" sldId="2147484058"/>
          </pc:sldLayoutMkLst>
        </pc:sldLayoutChg>
        <pc:sldLayoutChg chg="del">
          <pc:chgData name="sano kazuki/2118944/佐野　一樹" userId="a9cd0562-d456-4fb5-9e4e-fdb51a455c05" providerId="ADAL" clId="{B20A3F9A-AEEB-4A5E-BC90-72DBFE264B76}" dt="2026-06-16T11:15:39.499" v="218" actId="47"/>
          <pc:sldLayoutMkLst>
            <pc:docMk/>
            <pc:sldMasterMk cId="1696390841" sldId="2147483820"/>
            <pc:sldLayoutMk cId="3783461818" sldId="2147484059"/>
          </pc:sldLayoutMkLst>
        </pc:sldLayoutChg>
        <pc:sldLayoutChg chg="del">
          <pc:chgData name="sano kazuki/2118944/佐野　一樹" userId="a9cd0562-d456-4fb5-9e4e-fdb51a455c05" providerId="ADAL" clId="{B20A3F9A-AEEB-4A5E-BC90-72DBFE264B76}" dt="2026-06-16T11:15:41.322" v="223" actId="47"/>
          <pc:sldLayoutMkLst>
            <pc:docMk/>
            <pc:sldMasterMk cId="1696390841" sldId="2147483820"/>
            <pc:sldLayoutMk cId="4285825205" sldId="2147484060"/>
          </pc:sldLayoutMkLst>
        </pc:sldLayoutChg>
        <pc:sldLayoutChg chg="del">
          <pc:chgData name="sano kazuki/2118944/佐野　一樹" userId="a9cd0562-d456-4fb5-9e4e-fdb51a455c05" providerId="ADAL" clId="{B20A3F9A-AEEB-4A5E-BC90-72DBFE264B76}" dt="2026-06-16T11:15:35.917" v="209" actId="47"/>
          <pc:sldLayoutMkLst>
            <pc:docMk/>
            <pc:sldMasterMk cId="1696390841" sldId="2147483820"/>
            <pc:sldLayoutMk cId="608871463" sldId="2147484061"/>
          </pc:sldLayoutMkLst>
        </pc:sldLayoutChg>
      </pc:sldMasterChg>
    </pc:docChg>
  </pc:docChgLst>
  <pc:docChgLst>
    <pc:chgData name="sano kazuki/2118944/佐野　一樹" userId="S::2118944@mchcgr.com::a9cd0562-d456-4fb5-9e4e-fdb51a455c05" providerId="AD" clId="Web-{201A2447-3EAC-E9B5-44BF-A70DC1C02550}"/>
    <pc:docChg chg="addSld modSld modSection">
      <pc:chgData name="sano kazuki/2118944/佐野　一樹" userId="S::2118944@mchcgr.com::a9cd0562-d456-4fb5-9e4e-fdb51a455c05" providerId="AD" clId="Web-{201A2447-3EAC-E9B5-44BF-A70DC1C02550}" dt="2026-06-17T06:41:51.103" v="127" actId="1076"/>
      <pc:docMkLst>
        <pc:docMk/>
      </pc:docMkLst>
      <pc:sldChg chg="modSp new">
        <pc:chgData name="sano kazuki/2118944/佐野　一樹" userId="S::2118944@mchcgr.com::a9cd0562-d456-4fb5-9e4e-fdb51a455c05" providerId="AD" clId="Web-{201A2447-3EAC-E9B5-44BF-A70DC1C02550}" dt="2026-06-17T06:41:51.103" v="127" actId="1076"/>
        <pc:sldMkLst>
          <pc:docMk/>
          <pc:sldMk cId="1321792111" sldId="2147483564"/>
        </pc:sldMkLst>
        <pc:spChg chg="mod">
          <ac:chgData name="sano kazuki/2118944/佐野　一樹" userId="S::2118944@mchcgr.com::a9cd0562-d456-4fb5-9e4e-fdb51a455c05" providerId="AD" clId="Web-{201A2447-3EAC-E9B5-44BF-A70DC1C02550}" dt="2026-06-17T06:41:48.056" v="126" actId="1076"/>
          <ac:spMkLst>
            <pc:docMk/>
            <pc:sldMk cId="1321792111" sldId="2147483564"/>
            <ac:spMk id="2" creationId="{A1F55204-03B2-7BA8-B7EB-C27855597917}"/>
          </ac:spMkLst>
        </pc:spChg>
        <pc:spChg chg="mod">
          <ac:chgData name="sano kazuki/2118944/佐野　一樹" userId="S::2118944@mchcgr.com::a9cd0562-d456-4fb5-9e4e-fdb51a455c05" providerId="AD" clId="Web-{201A2447-3EAC-E9B5-44BF-A70DC1C02550}" dt="2026-06-17T06:41:51.103" v="127" actId="1076"/>
          <ac:spMkLst>
            <pc:docMk/>
            <pc:sldMk cId="1321792111" sldId="2147483564"/>
            <ac:spMk id="3" creationId="{C220891E-B3A2-86E1-E847-099CA0B76352}"/>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a:extLst>
              <a:ext uri="{FF2B5EF4-FFF2-40B4-BE49-F238E27FC236}">
                <a16:creationId xmlns:a16="http://schemas.microsoft.com/office/drawing/2014/main" id="{62707A5F-A7D6-C641-8208-3E6DFDB2F48C}"/>
              </a:ext>
            </a:extLst>
          </p:cNvPr>
          <p:cNvSpPr>
            <a:spLocks noGrp="1"/>
          </p:cNvSpPr>
          <p:nvPr>
            <p:ph type="hdr" sz="quarter"/>
          </p:nvPr>
        </p:nvSpPr>
        <p:spPr>
          <a:xfrm>
            <a:off x="0" y="0"/>
            <a:ext cx="2949787" cy="498693"/>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a:extLst>
              <a:ext uri="{FF2B5EF4-FFF2-40B4-BE49-F238E27FC236}">
                <a16:creationId xmlns:a16="http://schemas.microsoft.com/office/drawing/2014/main" id="{70554B22-9586-484A-A766-0C4435114699}"/>
              </a:ext>
            </a:extLst>
          </p:cNvPr>
          <p:cNvSpPr>
            <a:spLocks noGrp="1"/>
          </p:cNvSpPr>
          <p:nvPr>
            <p:ph type="dt" sz="quarter" idx="1"/>
          </p:nvPr>
        </p:nvSpPr>
        <p:spPr>
          <a:xfrm>
            <a:off x="3855838" y="0"/>
            <a:ext cx="2949787" cy="498693"/>
          </a:xfrm>
          <a:prstGeom prst="rect">
            <a:avLst/>
          </a:prstGeom>
        </p:spPr>
        <p:txBody>
          <a:bodyPr vert="horz" lIns="91440" tIns="45720" rIns="91440" bIns="45720" rtlCol="0"/>
          <a:lstStyle>
            <a:lvl1pPr algn="r">
              <a:defRPr sz="1200"/>
            </a:lvl1pPr>
          </a:lstStyle>
          <a:p>
            <a:fld id="{4F02A3B7-46B2-E94A-9EF8-D8D874E780F7}" type="datetimeFigureOut">
              <a:rPr kumimoji="1" lang="ja-JP" altLang="en-US" smtClean="0"/>
              <a:t>2026/6/17</a:t>
            </a:fld>
            <a:endParaRPr kumimoji="1" lang="ja-JP" altLang="en-US"/>
          </a:p>
        </p:txBody>
      </p:sp>
      <p:sp>
        <p:nvSpPr>
          <p:cNvPr id="4" name="フッター プレースホルダー 3">
            <a:extLst>
              <a:ext uri="{FF2B5EF4-FFF2-40B4-BE49-F238E27FC236}">
                <a16:creationId xmlns:a16="http://schemas.microsoft.com/office/drawing/2014/main" id="{ED85D71E-D7E7-1E4D-A100-20172004F57A}"/>
              </a:ext>
            </a:extLst>
          </p:cNvPr>
          <p:cNvSpPr>
            <a:spLocks noGrp="1"/>
          </p:cNvSpPr>
          <p:nvPr>
            <p:ph type="ftr" sz="quarter" idx="2"/>
          </p:nvPr>
        </p:nvSpPr>
        <p:spPr>
          <a:xfrm>
            <a:off x="0" y="9440647"/>
            <a:ext cx="2949787" cy="498692"/>
          </a:xfrm>
          <a:prstGeom prst="rect">
            <a:avLst/>
          </a:prstGeom>
        </p:spPr>
        <p:txBody>
          <a:bodyPr vert="horz" lIns="91440" tIns="45720" rIns="91440" bIns="45720" rtlCol="0" anchor="b"/>
          <a:lstStyle>
            <a:lvl1pPr algn="l">
              <a:defRPr sz="1200"/>
            </a:lvl1pPr>
          </a:lstStyle>
          <a:p>
            <a:endParaRPr kumimoji="1" lang="ja-JP" altLang="en-US"/>
          </a:p>
        </p:txBody>
      </p:sp>
      <p:sp>
        <p:nvSpPr>
          <p:cNvPr id="5" name="スライド番号プレースホルダー 4">
            <a:extLst>
              <a:ext uri="{FF2B5EF4-FFF2-40B4-BE49-F238E27FC236}">
                <a16:creationId xmlns:a16="http://schemas.microsoft.com/office/drawing/2014/main" id="{51F7FD02-B9AC-5040-9426-86C1B469DF66}"/>
              </a:ext>
            </a:extLst>
          </p:cNvPr>
          <p:cNvSpPr>
            <a:spLocks noGrp="1"/>
          </p:cNvSpPr>
          <p:nvPr>
            <p:ph type="sldNum" sz="quarter" idx="3"/>
          </p:nvPr>
        </p:nvSpPr>
        <p:spPr>
          <a:xfrm>
            <a:off x="3855838" y="9440647"/>
            <a:ext cx="2949787" cy="498692"/>
          </a:xfrm>
          <a:prstGeom prst="rect">
            <a:avLst/>
          </a:prstGeom>
        </p:spPr>
        <p:txBody>
          <a:bodyPr vert="horz" lIns="91440" tIns="45720" rIns="91440" bIns="45720" rtlCol="0" anchor="b"/>
          <a:lstStyle>
            <a:lvl1pPr algn="r">
              <a:defRPr sz="1200"/>
            </a:lvl1pPr>
          </a:lstStyle>
          <a:p>
            <a:fld id="{6A6C1043-B07B-A34C-A6AD-E266C03B38C1}" type="slidenum">
              <a:rPr kumimoji="1" lang="ja-JP" altLang="en-US" smtClean="0"/>
              <a:t>‹#›</a:t>
            </a:fld>
            <a:endParaRPr kumimoji="1" lang="ja-JP" altLang="en-US"/>
          </a:p>
        </p:txBody>
      </p:sp>
    </p:spTree>
    <p:extLst>
      <p:ext uri="{BB962C8B-B14F-4D97-AF65-F5344CB8AC3E}">
        <p14:creationId xmlns:p14="http://schemas.microsoft.com/office/powerpoint/2010/main" val="2420209310"/>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49787" cy="498693"/>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55838" y="0"/>
            <a:ext cx="2949787" cy="498693"/>
          </a:xfrm>
          <a:prstGeom prst="rect">
            <a:avLst/>
          </a:prstGeom>
        </p:spPr>
        <p:txBody>
          <a:bodyPr vert="horz" lIns="91440" tIns="45720" rIns="91440" bIns="45720" rtlCol="0"/>
          <a:lstStyle>
            <a:lvl1pPr algn="r">
              <a:defRPr sz="1200"/>
            </a:lvl1pPr>
          </a:lstStyle>
          <a:p>
            <a:fld id="{862F1F98-6922-D549-90B4-4FEE2DCA453F}" type="datetimeFigureOut">
              <a:rPr kumimoji="1" lang="ja-JP" altLang="en-US" smtClean="0"/>
              <a:t>2026/6/17</a:t>
            </a:fld>
            <a:endParaRPr kumimoji="1" lang="ja-JP" altLang="en-US"/>
          </a:p>
        </p:txBody>
      </p:sp>
      <p:sp>
        <p:nvSpPr>
          <p:cNvPr id="4" name="スライド イメージ プレースホルダー 3"/>
          <p:cNvSpPr>
            <a:spLocks noGrp="1" noRot="1" noChangeAspect="1"/>
          </p:cNvSpPr>
          <p:nvPr>
            <p:ph type="sldImg" idx="2"/>
          </p:nvPr>
        </p:nvSpPr>
        <p:spPr>
          <a:xfrm>
            <a:off x="422275" y="1243013"/>
            <a:ext cx="5962650" cy="3354387"/>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0720" y="4783307"/>
            <a:ext cx="5445760" cy="3913614"/>
          </a:xfrm>
          <a:prstGeom prst="rect">
            <a:avLst/>
          </a:prstGeom>
        </p:spPr>
        <p:txBody>
          <a:bodyPr vert="horz" lIns="91440" tIns="45720" rIns="91440" bIns="45720" rtlCol="0"/>
          <a:lstStyle/>
          <a:p>
            <a:r>
              <a:rPr kumimoji="1" lang="ja-JP" altLang="en-US"/>
              <a:t>マスター テキストの書式設定
第 </a:t>
            </a:r>
            <a:r>
              <a:rPr kumimoji="1" lang="en-US" altLang="ja-JP"/>
              <a:t>2 </a:t>
            </a:r>
            <a:r>
              <a:rPr kumimoji="1" lang="ja-JP" altLang="en-US"/>
              <a:t>レベル
第 </a:t>
            </a:r>
            <a:r>
              <a:rPr kumimoji="1" lang="en-US" altLang="ja-JP"/>
              <a:t>3 </a:t>
            </a:r>
            <a:r>
              <a:rPr kumimoji="1" lang="ja-JP" altLang="en-US"/>
              <a:t>レベル
第 </a:t>
            </a:r>
            <a:r>
              <a:rPr kumimoji="1" lang="en-US" altLang="ja-JP"/>
              <a:t>4 </a:t>
            </a:r>
            <a:r>
              <a:rPr kumimoji="1" lang="ja-JP" altLang="en-US"/>
              <a:t>レベル
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9440647"/>
            <a:ext cx="2949787" cy="498692"/>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55838" y="9440647"/>
            <a:ext cx="2949787" cy="498692"/>
          </a:xfrm>
          <a:prstGeom prst="rect">
            <a:avLst/>
          </a:prstGeom>
        </p:spPr>
        <p:txBody>
          <a:bodyPr vert="horz" lIns="91440" tIns="45720" rIns="91440" bIns="45720" rtlCol="0" anchor="b"/>
          <a:lstStyle>
            <a:lvl1pPr algn="r">
              <a:defRPr sz="1200"/>
            </a:lvl1pPr>
          </a:lstStyle>
          <a:p>
            <a:fld id="{C3E9B8F7-F11D-7247-854D-760B01224C6A}" type="slidenum">
              <a:rPr kumimoji="1" lang="ja-JP" altLang="en-US" smtClean="0"/>
              <a:t>‹#›</a:t>
            </a:fld>
            <a:endParaRPr kumimoji="1" lang="ja-JP" altLang="en-US"/>
          </a:p>
        </p:txBody>
      </p:sp>
    </p:spTree>
    <p:extLst>
      <p:ext uri="{BB962C8B-B14F-4D97-AF65-F5344CB8AC3E}">
        <p14:creationId xmlns:p14="http://schemas.microsoft.com/office/powerpoint/2010/main" val="1253867853"/>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jpe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1.jpe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2.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1.jpe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jpe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2.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3.png"/><Relationship Id="rId4" Type="http://schemas.openxmlformats.org/officeDocument/2006/relationships/image" Target="../media/image1.jpe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4.png"/><Relationship Id="rId4" Type="http://schemas.openxmlformats.org/officeDocument/2006/relationships/image" Target="../media/image1.jpe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6.png"/><Relationship Id="rId4" Type="http://schemas.openxmlformats.org/officeDocument/2006/relationships/image" Target="../media/image1.jpe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7.png"/><Relationship Id="rId4" Type="http://schemas.openxmlformats.org/officeDocument/2006/relationships/image" Target="../media/image1.jpe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image" Target="../media/image1.jpe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11.png"/><Relationship Id="rId4" Type="http://schemas.openxmlformats.org/officeDocument/2006/relationships/image" Target="../media/image1.jpe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_basic_cover">
    <p:bg>
      <p:bgPr>
        <a:solidFill>
          <a:schemeClr val="bg1"/>
        </a:solidFill>
        <a:effectLst/>
      </p:bgPr>
    </p:bg>
    <p:spTree>
      <p:nvGrpSpPr>
        <p:cNvPr id="1" name=""/>
        <p:cNvGrpSpPr/>
        <p:nvPr/>
      </p:nvGrpSpPr>
      <p:grpSpPr>
        <a:xfrm>
          <a:off x="0" y="0"/>
          <a:ext cx="0" cy="0"/>
          <a:chOff x="0" y="0"/>
          <a:chExt cx="0" cy="0"/>
        </a:xfrm>
      </p:grpSpPr>
      <p:sp>
        <p:nvSpPr>
          <p:cNvPr id="56" name="正方形/長方形 55">
            <a:extLst>
              <a:ext uri="{FF2B5EF4-FFF2-40B4-BE49-F238E27FC236}">
                <a16:creationId xmlns:a16="http://schemas.microsoft.com/office/drawing/2014/main" id="{8145FA22-8B15-8165-6374-D653E8B173C9}"/>
              </a:ext>
            </a:extLst>
          </p:cNvPr>
          <p:cNvSpPr/>
          <p:nvPr userDrawn="1"/>
        </p:nvSpPr>
        <p:spPr>
          <a:xfrm>
            <a:off x="119063" y="728663"/>
            <a:ext cx="11953875" cy="6012000"/>
          </a:xfrm>
          <a:prstGeom prst="rect">
            <a:avLst/>
          </a:prstGeom>
          <a:solidFill>
            <a:srgbClr val="ECF1F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タイトル 66"/>
          <p:cNvSpPr>
            <a:spLocks noGrp="1"/>
          </p:cNvSpPr>
          <p:nvPr>
            <p:ph type="title" hasCustomPrompt="1"/>
          </p:nvPr>
        </p:nvSpPr>
        <p:spPr>
          <a:xfrm>
            <a:off x="750626" y="2520666"/>
            <a:ext cx="10925374" cy="1842043"/>
          </a:xfrm>
          <a:prstGeom prst="rect">
            <a:avLst/>
          </a:prstGeom>
          <a:noFill/>
        </p:spPr>
        <p:txBody>
          <a:bodyPr wrap="square" lIns="0" tIns="0" rIns="0" bIns="0" anchor="t">
            <a:noAutofit/>
          </a:bodyPr>
          <a:lstStyle>
            <a:lvl1pPr>
              <a:lnSpc>
                <a:spcPct val="95000"/>
              </a:lnSpc>
              <a:defRPr sz="4200" b="1" spc="-100" baseline="0">
                <a:latin typeface="+mj-lt"/>
                <a:ea typeface="+mj-ea"/>
              </a:defRPr>
            </a:lvl1pPr>
          </a:lstStyle>
          <a:p>
            <a:r>
              <a:rPr kumimoji="1" lang="ja-JP" altLang="en-US"/>
              <a:t>プレゼンテーション</a:t>
            </a:r>
            <a:r>
              <a:rPr kumimoji="1" lang="en-US" altLang="ja-JP"/>
              <a:t> </a:t>
            </a:r>
            <a:r>
              <a:rPr kumimoji="1" lang="ja-JP" altLang="en-US"/>
              <a:t>タイトル</a:t>
            </a:r>
            <a:br>
              <a:rPr kumimoji="1" lang="en-US" altLang="ja-JP"/>
            </a:br>
            <a:r>
              <a:rPr kumimoji="1" lang="ja-JP" altLang="en-US"/>
              <a:t>游ゴシック</a:t>
            </a:r>
            <a:r>
              <a:rPr kumimoji="1" lang="en-US" altLang="ja-JP"/>
              <a:t> Bold 42pt </a:t>
            </a:r>
            <a:br>
              <a:rPr kumimoji="1" lang="en-US" altLang="ja-JP"/>
            </a:br>
            <a:r>
              <a:rPr kumimoji="1" lang="ja-JP" altLang="en-US"/>
              <a:t>行間</a:t>
            </a:r>
            <a:r>
              <a:rPr kumimoji="1" lang="en-US" altLang="ja-JP"/>
              <a:t>0.95</a:t>
            </a:r>
            <a:endParaRPr kumimoji="1" lang="ja-JP" altLang="en-US"/>
          </a:p>
        </p:txBody>
      </p:sp>
      <p:sp>
        <p:nvSpPr>
          <p:cNvPr id="16" name="テキスト プレースホルダー 28"/>
          <p:cNvSpPr>
            <a:spLocks noGrp="1"/>
          </p:cNvSpPr>
          <p:nvPr>
            <p:ph type="body" sz="quarter" idx="11" hasCustomPrompt="1"/>
          </p:nvPr>
        </p:nvSpPr>
        <p:spPr>
          <a:xfrm>
            <a:off x="750626" y="4704321"/>
            <a:ext cx="10925374" cy="553998"/>
          </a:xfrm>
          <a:prstGeom prst="rect">
            <a:avLst/>
          </a:prstGeom>
          <a:noFill/>
        </p:spPr>
        <p:txBody>
          <a:bodyPr wrap="square" lIns="0" tIns="0" rIns="0" bIns="0" anchor="t" anchorCtr="0">
            <a:noAutofit/>
          </a:bodyPr>
          <a:lstStyle>
            <a:lvl1pPr marL="0" indent="0" defTabSz="158400">
              <a:lnSpc>
                <a:spcPct val="100000"/>
              </a:lnSpc>
              <a:spcBef>
                <a:spcPts val="0"/>
              </a:spcBef>
              <a:buNone/>
              <a:defRPr sz="1800" b="0" spc="-30" baseline="0">
                <a:latin typeface="+mj-lt"/>
                <a:ea typeface="+mj-ea"/>
              </a:defRPr>
            </a:lvl1pPr>
            <a:lvl2pPr marL="0" indent="0" defTabSz="158400">
              <a:buNone/>
              <a:defRPr sz="1400" b="1"/>
            </a:lvl2pPr>
            <a:lvl3pPr marL="0" indent="0" defTabSz="158400">
              <a:buNone/>
              <a:defRPr b="1"/>
            </a:lvl3pPr>
            <a:lvl4pPr marL="1371600" indent="0">
              <a:buNone/>
              <a:defRPr/>
            </a:lvl4pPr>
            <a:lvl5pPr marL="1828800" indent="0">
              <a:buNone/>
              <a:defRPr/>
            </a:lvl5pPr>
          </a:lstStyle>
          <a:p>
            <a:pPr lvl="0"/>
            <a:r>
              <a:rPr kumimoji="1" lang="ja-JP" altLang="en-US"/>
              <a:t>サブタイトル</a:t>
            </a:r>
            <a:r>
              <a:rPr kumimoji="1" lang="en-US" altLang="ja-JP"/>
              <a:t> </a:t>
            </a:r>
            <a:r>
              <a:rPr kumimoji="1" lang="ja-JP" altLang="en-US"/>
              <a:t>游ゴシック </a:t>
            </a:r>
            <a:r>
              <a:rPr kumimoji="1" lang="en-US" altLang="ja-JP"/>
              <a:t>Medium 18pt / </a:t>
            </a:r>
            <a:r>
              <a:rPr kumimoji="1" lang="ja-JP" altLang="en-US"/>
              <a:t>行間</a:t>
            </a:r>
            <a:r>
              <a:rPr kumimoji="1" lang="en-US" altLang="ja-JP"/>
              <a:t>1</a:t>
            </a:r>
            <a:br>
              <a:rPr kumimoji="1" lang="en-US" altLang="ja-JP"/>
            </a:br>
            <a:r>
              <a:rPr kumimoji="1" lang="ja-JP" altLang="en-US"/>
              <a:t>日付　　＊社外向け資料には、サブタイトル内に自社名を必ず記入してください。</a:t>
            </a:r>
            <a:endParaRPr kumimoji="1" lang="en-US" altLang="ja-JP"/>
          </a:p>
        </p:txBody>
      </p:sp>
      <p:sp>
        <p:nvSpPr>
          <p:cNvPr id="14" name="テキスト プレースホルダー 4"/>
          <p:cNvSpPr>
            <a:spLocks noGrp="1"/>
          </p:cNvSpPr>
          <p:nvPr>
            <p:ph type="body" sz="quarter" idx="17" hasCustomPrompt="1"/>
          </p:nvPr>
        </p:nvSpPr>
        <p:spPr>
          <a:xfrm>
            <a:off x="750627" y="1653463"/>
            <a:ext cx="10925373" cy="369332"/>
          </a:xfrm>
          <a:prstGeom prst="rect">
            <a:avLst/>
          </a:prstGeom>
        </p:spPr>
        <p:txBody>
          <a:bodyPr lIns="0" tIns="0" rIns="0" bIns="0" anchor="ctr">
            <a:noAutofit/>
          </a:bodyPr>
          <a:lstStyle>
            <a:lvl1pPr marL="0" indent="0">
              <a:spcBef>
                <a:spcPts val="0"/>
              </a:spcBef>
              <a:buNone/>
              <a:defRPr sz="2400" b="0" spc="-30" baseline="0">
                <a:solidFill>
                  <a:schemeClr val="tx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kumimoji="1" lang="ja-JP" altLang="en-US"/>
              <a:t>タイトル</a:t>
            </a:r>
            <a:r>
              <a:rPr kumimoji="1" lang="en-US" altLang="ja-JP"/>
              <a:t> </a:t>
            </a:r>
            <a:r>
              <a:rPr kumimoji="1" lang="ja-JP" altLang="en-US"/>
              <a:t>游ゴシック </a:t>
            </a:r>
            <a:r>
              <a:rPr kumimoji="1" lang="en-US" altLang="ja-JP"/>
              <a:t>Medium 24pt</a:t>
            </a:r>
            <a:endParaRPr kumimoji="1" lang="ja-JP" altLang="en-US"/>
          </a:p>
        </p:txBody>
      </p:sp>
      <p:sp>
        <p:nvSpPr>
          <p:cNvPr id="13" name="テキスト ボックス 12">
            <a:extLst>
              <a:ext uri="{FF2B5EF4-FFF2-40B4-BE49-F238E27FC236}">
                <a16:creationId xmlns:a16="http://schemas.microsoft.com/office/drawing/2014/main" id="{3D317733-1BDA-7840-87EC-1AB6D30D915E}"/>
              </a:ext>
            </a:extLst>
          </p:cNvPr>
          <p:cNvSpPr txBox="1"/>
          <p:nvPr userDrawn="1"/>
        </p:nvSpPr>
        <p:spPr>
          <a:xfrm>
            <a:off x="10768120" y="6397228"/>
            <a:ext cx="1188000" cy="241980"/>
          </a:xfrm>
          <a:prstGeom prst="rect">
            <a:avLst/>
          </a:prstGeom>
          <a:noFill/>
          <a:ln>
            <a:solidFill>
              <a:srgbClr val="FF0000"/>
            </a:solidFill>
          </a:ln>
        </p:spPr>
        <p:txBody>
          <a:bodyPr wrap="square" lIns="36000" tIns="36000" rIns="36000" bIns="36000" rtlCol="0" anchor="ctr">
            <a:spAutoFit/>
          </a:bodyPr>
          <a:lstStyle/>
          <a:p>
            <a:pPr algn="ctr"/>
            <a:r>
              <a:rPr kumimoji="1" lang="en-US" altLang="ja-JP" sz="1100" b="0" i="0">
                <a:solidFill>
                  <a:srgbClr val="FF0000"/>
                </a:solidFill>
                <a:latin typeface="+mj-lt"/>
                <a:ea typeface="MS Gothic" panose="020B0609070205080204" pitchFamily="49" charset="-128"/>
              </a:rPr>
              <a:t>CONFIDENTIAL</a:t>
            </a:r>
            <a:endParaRPr kumimoji="1" lang="ja-JP" altLang="en-US" sz="1100" b="0" i="0">
              <a:solidFill>
                <a:srgbClr val="FF0000"/>
              </a:solidFill>
              <a:latin typeface="+mj-lt"/>
              <a:ea typeface="MS Gothic" panose="020B0609070205080204" pitchFamily="49" charset="-128"/>
            </a:endParaRPr>
          </a:p>
        </p:txBody>
      </p:sp>
      <p:pic>
        <p:nvPicPr>
          <p:cNvPr id="3" name="図 2" descr="テキスト&#10;&#10;中程度の精度で自動的に生成された説明">
            <a:extLst>
              <a:ext uri="{FF2B5EF4-FFF2-40B4-BE49-F238E27FC236}">
                <a16:creationId xmlns:a16="http://schemas.microsoft.com/office/drawing/2014/main" id="{64AB173A-EA3B-7645-9D0D-8E3868B4053B}"/>
              </a:ext>
            </a:extLst>
          </p:cNvPr>
          <p:cNvPicPr>
            <a:picLocks noChangeAspect="1"/>
          </p:cNvPicPr>
          <p:nvPr userDrawn="1"/>
        </p:nvPicPr>
        <p:blipFill>
          <a:blip r:embed="rId2"/>
          <a:stretch>
            <a:fillRect/>
          </a:stretch>
        </p:blipFill>
        <p:spPr>
          <a:xfrm>
            <a:off x="9930034" y="66263"/>
            <a:ext cx="2182024" cy="662400"/>
          </a:xfrm>
          <a:prstGeom prst="rect">
            <a:avLst/>
          </a:prstGeom>
        </p:spPr>
      </p:pic>
    </p:spTree>
    <p:extLst>
      <p:ext uri="{BB962C8B-B14F-4D97-AF65-F5344CB8AC3E}">
        <p14:creationId xmlns:p14="http://schemas.microsoft.com/office/powerpoint/2010/main" val="336557218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1_basic_section cover">
    <p:bg>
      <p:bgPr>
        <a:solidFill>
          <a:schemeClr val="bg1"/>
        </a:solidFill>
        <a:effectLst/>
      </p:bgPr>
    </p:bg>
    <p:spTree>
      <p:nvGrpSpPr>
        <p:cNvPr id="1" name=""/>
        <p:cNvGrpSpPr/>
        <p:nvPr/>
      </p:nvGrpSpPr>
      <p:grpSpPr>
        <a:xfrm>
          <a:off x="0" y="0"/>
          <a:ext cx="0" cy="0"/>
          <a:chOff x="0" y="0"/>
          <a:chExt cx="0" cy="0"/>
        </a:xfrm>
      </p:grpSpPr>
      <p:sp>
        <p:nvSpPr>
          <p:cNvPr id="9" name="正方形/長方形 8">
            <a:extLst>
              <a:ext uri="{FF2B5EF4-FFF2-40B4-BE49-F238E27FC236}">
                <a16:creationId xmlns:a16="http://schemas.microsoft.com/office/drawing/2014/main" id="{1A1BC9BC-7E85-1F07-EBFA-39A9BB38A2B7}"/>
              </a:ext>
            </a:extLst>
          </p:cNvPr>
          <p:cNvSpPr/>
          <p:nvPr userDrawn="1"/>
        </p:nvSpPr>
        <p:spPr>
          <a:xfrm>
            <a:off x="119063" y="728663"/>
            <a:ext cx="11953875" cy="6012000"/>
          </a:xfrm>
          <a:prstGeom prst="rect">
            <a:avLst/>
          </a:prstGeom>
          <a:solidFill>
            <a:srgbClr val="ECF1F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テキスト プレースホルダー 28">
            <a:extLst>
              <a:ext uri="{FF2B5EF4-FFF2-40B4-BE49-F238E27FC236}">
                <a16:creationId xmlns:a16="http://schemas.microsoft.com/office/drawing/2014/main" id="{AA5ACE5D-BCC4-7FAF-258F-580CB021B585}"/>
              </a:ext>
            </a:extLst>
          </p:cNvPr>
          <p:cNvSpPr>
            <a:spLocks noGrp="1"/>
          </p:cNvSpPr>
          <p:nvPr>
            <p:ph type="body" sz="quarter" idx="11" hasCustomPrompt="1"/>
          </p:nvPr>
        </p:nvSpPr>
        <p:spPr>
          <a:xfrm>
            <a:off x="750626" y="4235913"/>
            <a:ext cx="10925374" cy="276999"/>
          </a:xfrm>
          <a:prstGeom prst="rect">
            <a:avLst/>
          </a:prstGeom>
          <a:noFill/>
        </p:spPr>
        <p:txBody>
          <a:bodyPr wrap="square" lIns="0" tIns="0" rIns="0" bIns="0" anchor="t" anchorCtr="0">
            <a:noAutofit/>
          </a:bodyPr>
          <a:lstStyle>
            <a:lvl1pPr marL="0" indent="0" defTabSz="158400">
              <a:lnSpc>
                <a:spcPct val="100000"/>
              </a:lnSpc>
              <a:spcBef>
                <a:spcPts val="500"/>
              </a:spcBef>
              <a:buNone/>
              <a:defRPr sz="1800" b="0" spc="-30" baseline="0">
                <a:latin typeface="+mj-lt"/>
                <a:ea typeface="+mj-ea"/>
              </a:defRPr>
            </a:lvl1pPr>
            <a:lvl2pPr marL="0" indent="0" defTabSz="158400">
              <a:buNone/>
              <a:defRPr sz="1400" b="1"/>
            </a:lvl2pPr>
            <a:lvl3pPr marL="0" indent="0" defTabSz="158400">
              <a:buNone/>
              <a:defRPr b="1"/>
            </a:lvl3pPr>
            <a:lvl4pPr marL="1371600" indent="0">
              <a:buNone/>
              <a:defRPr/>
            </a:lvl4pPr>
            <a:lvl5pPr marL="1828800" indent="0">
              <a:buNone/>
              <a:defRPr/>
            </a:lvl5pPr>
          </a:lstStyle>
          <a:p>
            <a:pPr lvl="0"/>
            <a:r>
              <a:rPr kumimoji="1" lang="ja-JP" altLang="en-US"/>
              <a:t>サブタイトル</a:t>
            </a:r>
            <a:r>
              <a:rPr kumimoji="1" lang="en-US" altLang="ja-JP"/>
              <a:t> </a:t>
            </a:r>
            <a:r>
              <a:rPr kumimoji="1" lang="ja-JP" altLang="en-US"/>
              <a:t>游ゴシック </a:t>
            </a:r>
            <a:r>
              <a:rPr kumimoji="1" lang="en-US" altLang="ja-JP"/>
              <a:t>Medium 18pt</a:t>
            </a:r>
          </a:p>
        </p:txBody>
      </p:sp>
      <p:sp>
        <p:nvSpPr>
          <p:cNvPr id="23" name="タイトル 22">
            <a:extLst>
              <a:ext uri="{FF2B5EF4-FFF2-40B4-BE49-F238E27FC236}">
                <a16:creationId xmlns:a16="http://schemas.microsoft.com/office/drawing/2014/main" id="{3A40C814-17D5-4A7E-7A78-30BC828E8294}"/>
              </a:ext>
            </a:extLst>
          </p:cNvPr>
          <p:cNvSpPr>
            <a:spLocks noGrp="1"/>
          </p:cNvSpPr>
          <p:nvPr>
            <p:ph type="title" hasCustomPrompt="1"/>
          </p:nvPr>
        </p:nvSpPr>
        <p:spPr>
          <a:xfrm>
            <a:off x="750626" y="2867723"/>
            <a:ext cx="10925374" cy="1231106"/>
          </a:xfrm>
          <a:prstGeom prst="rect">
            <a:avLst/>
          </a:prstGeom>
        </p:spPr>
        <p:txBody>
          <a:bodyPr lIns="0" tIns="0" rIns="0" bIns="0" anchor="ctr">
            <a:noAutofit/>
          </a:bodyPr>
          <a:lstStyle>
            <a:lvl1pPr>
              <a:defRPr sz="4000"/>
            </a:lvl1pPr>
          </a:lstStyle>
          <a:p>
            <a:r>
              <a:rPr lang="ja-JP" altLang="en-US" sz="4000"/>
              <a:t>セクションタイトル</a:t>
            </a:r>
            <a:br>
              <a:rPr lang="en-US" altLang="ja-JP" sz="4000"/>
            </a:br>
            <a:r>
              <a:rPr lang="ja-JP" altLang="en-US" sz="4000"/>
              <a:t>游ゴシック</a:t>
            </a:r>
            <a:r>
              <a:rPr lang="en-US" altLang="ja-JP" sz="4000"/>
              <a:t> Bold 40pt / </a:t>
            </a:r>
            <a:r>
              <a:rPr lang="ja-JP" altLang="en-US" sz="4000"/>
              <a:t>行間</a:t>
            </a:r>
            <a:r>
              <a:rPr lang="en-US" altLang="ja-JP" sz="4000"/>
              <a:t>1</a:t>
            </a:r>
            <a:endParaRPr kumimoji="1" lang="ja-JP" altLang="en-US"/>
          </a:p>
        </p:txBody>
      </p:sp>
      <p:sp>
        <p:nvSpPr>
          <p:cNvPr id="13" name="スライド番号プレースホルダー 3">
            <a:extLst>
              <a:ext uri="{FF2B5EF4-FFF2-40B4-BE49-F238E27FC236}">
                <a16:creationId xmlns:a16="http://schemas.microsoft.com/office/drawing/2014/main" id="{DE1F0C62-7BF4-1436-B1EA-28526CF3CF40}"/>
              </a:ext>
            </a:extLst>
          </p:cNvPr>
          <p:cNvSpPr>
            <a:spLocks noGrp="1"/>
          </p:cNvSpPr>
          <p:nvPr>
            <p:ph type="sldNum" sz="quarter" idx="4"/>
          </p:nvPr>
        </p:nvSpPr>
        <p:spPr>
          <a:xfrm>
            <a:off x="242501" y="6474646"/>
            <a:ext cx="343672" cy="239418"/>
          </a:xfrm>
          <a:prstGeom prst="rect">
            <a:avLst/>
          </a:prstGeom>
        </p:spPr>
        <p:txBody>
          <a:bodyPr vert="horz" lIns="0" tIns="45720" rIns="91440" bIns="45720" rtlCol="0" anchor="t" anchorCtr="0"/>
          <a:lstStyle>
            <a:lvl1pPr algn="l">
              <a:defRPr sz="1130">
                <a:solidFill>
                  <a:schemeClr val="tx1"/>
                </a:solidFill>
                <a:latin typeface="+mj-lt"/>
              </a:defRPr>
            </a:lvl1pPr>
          </a:lstStyle>
          <a:p>
            <a:fld id="{48394356-8693-4048-8EAF-2BF05B04AA80}" type="slidenum">
              <a:rPr lang="ja-JP" altLang="en-US" smtClean="0"/>
              <a:pPr/>
              <a:t>‹#›</a:t>
            </a:fld>
            <a:endParaRPr lang="ja-JP" altLang="en-US"/>
          </a:p>
        </p:txBody>
      </p:sp>
      <p:sp>
        <p:nvSpPr>
          <p:cNvPr id="17" name="フッター プレースホルダー 2">
            <a:extLst>
              <a:ext uri="{FF2B5EF4-FFF2-40B4-BE49-F238E27FC236}">
                <a16:creationId xmlns:a16="http://schemas.microsoft.com/office/drawing/2014/main" id="{52133237-772B-F3B9-F68E-FACF5B26B6E8}"/>
              </a:ext>
            </a:extLst>
          </p:cNvPr>
          <p:cNvSpPr>
            <a:spLocks noGrp="1"/>
          </p:cNvSpPr>
          <p:nvPr>
            <p:ph type="ftr" sz="quarter" idx="3"/>
          </p:nvPr>
        </p:nvSpPr>
        <p:spPr>
          <a:xfrm>
            <a:off x="638758" y="6474646"/>
            <a:ext cx="4456805" cy="239418"/>
          </a:xfrm>
          <a:prstGeom prst="rect">
            <a:avLst/>
          </a:prstGeom>
        </p:spPr>
        <p:txBody>
          <a:bodyPr/>
          <a:lstStyle>
            <a:lvl1pPr algn="l">
              <a:defRPr sz="1100">
                <a:solidFill>
                  <a:schemeClr val="tx1"/>
                </a:solidFill>
              </a:defRPr>
            </a:lvl1pPr>
          </a:lstStyle>
          <a:p>
            <a:r>
              <a:rPr lang="ja-JP" altLang="en-US"/>
              <a:t>三菱ケミカル株式会社</a:t>
            </a:r>
          </a:p>
        </p:txBody>
      </p:sp>
      <p:cxnSp>
        <p:nvCxnSpPr>
          <p:cNvPr id="18" name="直線コネクタ 17">
            <a:extLst>
              <a:ext uri="{FF2B5EF4-FFF2-40B4-BE49-F238E27FC236}">
                <a16:creationId xmlns:a16="http://schemas.microsoft.com/office/drawing/2014/main" id="{E3B8C749-7366-4048-9166-4A62872F8A82}"/>
              </a:ext>
            </a:extLst>
          </p:cNvPr>
          <p:cNvCxnSpPr>
            <a:cxnSpLocks/>
          </p:cNvCxnSpPr>
          <p:nvPr userDrawn="1"/>
        </p:nvCxnSpPr>
        <p:spPr>
          <a:xfrm>
            <a:off x="550714" y="6497492"/>
            <a:ext cx="0" cy="19800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2" name="テキスト ボックス 1">
            <a:extLst>
              <a:ext uri="{FF2B5EF4-FFF2-40B4-BE49-F238E27FC236}">
                <a16:creationId xmlns:a16="http://schemas.microsoft.com/office/drawing/2014/main" id="{530E25D7-0B34-F677-C09E-4185823DAB85}"/>
              </a:ext>
            </a:extLst>
          </p:cNvPr>
          <p:cNvSpPr txBox="1"/>
          <p:nvPr userDrawn="1"/>
        </p:nvSpPr>
        <p:spPr>
          <a:xfrm>
            <a:off x="10768120" y="6397228"/>
            <a:ext cx="1188000" cy="241980"/>
          </a:xfrm>
          <a:prstGeom prst="rect">
            <a:avLst/>
          </a:prstGeom>
          <a:noFill/>
          <a:ln>
            <a:solidFill>
              <a:srgbClr val="FF0000"/>
            </a:solidFill>
          </a:ln>
        </p:spPr>
        <p:txBody>
          <a:bodyPr wrap="square" lIns="36000" tIns="36000" rIns="36000" bIns="36000" rtlCol="0" anchor="ctr">
            <a:spAutoFit/>
          </a:bodyPr>
          <a:lstStyle/>
          <a:p>
            <a:pPr algn="ctr"/>
            <a:r>
              <a:rPr kumimoji="1" lang="en-US" altLang="ja-JP" sz="1100" b="0" i="0">
                <a:solidFill>
                  <a:srgbClr val="FF0000"/>
                </a:solidFill>
                <a:latin typeface="+mj-lt"/>
                <a:ea typeface="MS Gothic" panose="020B0609070205080204" pitchFamily="49" charset="-128"/>
              </a:rPr>
              <a:t>CONFIDENTIAL</a:t>
            </a:r>
            <a:endParaRPr kumimoji="1" lang="ja-JP" altLang="en-US" sz="1100" b="0" i="0">
              <a:solidFill>
                <a:srgbClr val="FF0000"/>
              </a:solidFill>
              <a:latin typeface="+mj-lt"/>
              <a:ea typeface="MS Gothic" panose="020B0609070205080204" pitchFamily="49" charset="-128"/>
            </a:endParaRPr>
          </a:p>
        </p:txBody>
      </p:sp>
      <p:pic>
        <p:nvPicPr>
          <p:cNvPr id="5" name="図 4" descr="テキスト&#10;&#10;中程度の精度で自動的に生成された説明">
            <a:extLst>
              <a:ext uri="{FF2B5EF4-FFF2-40B4-BE49-F238E27FC236}">
                <a16:creationId xmlns:a16="http://schemas.microsoft.com/office/drawing/2014/main" id="{59FEB064-9E10-7E77-2F7C-DF29C7A3F838}"/>
              </a:ext>
            </a:extLst>
          </p:cNvPr>
          <p:cNvPicPr>
            <a:picLocks noChangeAspect="1"/>
          </p:cNvPicPr>
          <p:nvPr userDrawn="1"/>
        </p:nvPicPr>
        <p:blipFill>
          <a:blip r:embed="rId2"/>
          <a:stretch>
            <a:fillRect/>
          </a:stretch>
        </p:blipFill>
        <p:spPr>
          <a:xfrm>
            <a:off x="9930034" y="66263"/>
            <a:ext cx="2182024" cy="662400"/>
          </a:xfrm>
          <a:prstGeom prst="rect">
            <a:avLst/>
          </a:prstGeom>
        </p:spPr>
      </p:pic>
    </p:spTree>
    <p:extLst>
      <p:ext uri="{BB962C8B-B14F-4D97-AF65-F5344CB8AC3E}">
        <p14:creationId xmlns:p14="http://schemas.microsoft.com/office/powerpoint/2010/main" val="391306537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1_basic_text">
    <p:spTree>
      <p:nvGrpSpPr>
        <p:cNvPr id="1" name=""/>
        <p:cNvGrpSpPr/>
        <p:nvPr/>
      </p:nvGrpSpPr>
      <p:grpSpPr>
        <a:xfrm>
          <a:off x="0" y="0"/>
          <a:ext cx="0" cy="0"/>
          <a:chOff x="0" y="0"/>
          <a:chExt cx="0" cy="0"/>
        </a:xfrm>
      </p:grpSpPr>
      <p:sp>
        <p:nvSpPr>
          <p:cNvPr id="7" name="正方形/長方形 6">
            <a:extLst>
              <a:ext uri="{FF2B5EF4-FFF2-40B4-BE49-F238E27FC236}">
                <a16:creationId xmlns:a16="http://schemas.microsoft.com/office/drawing/2014/main" id="{20405299-6541-E74D-957B-653534824101}"/>
              </a:ext>
            </a:extLst>
          </p:cNvPr>
          <p:cNvSpPr/>
          <p:nvPr userDrawn="1"/>
        </p:nvSpPr>
        <p:spPr>
          <a:xfrm>
            <a:off x="119063" y="6452663"/>
            <a:ext cx="11953875" cy="288000"/>
          </a:xfrm>
          <a:prstGeom prst="rect">
            <a:avLst/>
          </a:prstGeom>
          <a:solidFill>
            <a:srgbClr val="ECF1F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スライド番号プレースホルダー 3">
            <a:extLst>
              <a:ext uri="{FF2B5EF4-FFF2-40B4-BE49-F238E27FC236}">
                <a16:creationId xmlns:a16="http://schemas.microsoft.com/office/drawing/2014/main" id="{9154874E-585B-8A05-2CDC-1474B6AEEBC6}"/>
              </a:ext>
            </a:extLst>
          </p:cNvPr>
          <p:cNvSpPr>
            <a:spLocks noGrp="1"/>
          </p:cNvSpPr>
          <p:nvPr>
            <p:ph type="sldNum" sz="quarter" idx="4"/>
          </p:nvPr>
        </p:nvSpPr>
        <p:spPr>
          <a:xfrm>
            <a:off x="242501" y="6474646"/>
            <a:ext cx="343672" cy="239418"/>
          </a:xfrm>
          <a:prstGeom prst="rect">
            <a:avLst/>
          </a:prstGeom>
        </p:spPr>
        <p:txBody>
          <a:bodyPr vert="horz" lIns="0" tIns="45720" rIns="91440" bIns="45720" rtlCol="0" anchor="t" anchorCtr="0"/>
          <a:lstStyle>
            <a:lvl1pPr algn="l">
              <a:defRPr sz="1130">
                <a:solidFill>
                  <a:schemeClr val="tx1"/>
                </a:solidFill>
                <a:latin typeface="+mj-lt"/>
              </a:defRPr>
            </a:lvl1pPr>
          </a:lstStyle>
          <a:p>
            <a:fld id="{48394356-8693-4048-8EAF-2BF05B04AA80}" type="slidenum">
              <a:rPr lang="ja-JP" altLang="en-US" smtClean="0"/>
              <a:pPr/>
              <a:t>‹#›</a:t>
            </a:fld>
            <a:endParaRPr lang="ja-JP" altLang="en-US"/>
          </a:p>
        </p:txBody>
      </p:sp>
      <p:sp>
        <p:nvSpPr>
          <p:cNvPr id="11" name="フッター プレースホルダー 2">
            <a:extLst>
              <a:ext uri="{FF2B5EF4-FFF2-40B4-BE49-F238E27FC236}">
                <a16:creationId xmlns:a16="http://schemas.microsoft.com/office/drawing/2014/main" id="{BF1224ED-0F96-677B-6766-A667DE634105}"/>
              </a:ext>
            </a:extLst>
          </p:cNvPr>
          <p:cNvSpPr>
            <a:spLocks noGrp="1"/>
          </p:cNvSpPr>
          <p:nvPr>
            <p:ph type="ftr" sz="quarter" idx="3"/>
          </p:nvPr>
        </p:nvSpPr>
        <p:spPr>
          <a:xfrm>
            <a:off x="638758" y="6474646"/>
            <a:ext cx="4456805" cy="239418"/>
          </a:xfrm>
          <a:prstGeom prst="rect">
            <a:avLst/>
          </a:prstGeom>
        </p:spPr>
        <p:txBody>
          <a:bodyPr/>
          <a:lstStyle>
            <a:lvl1pPr algn="l">
              <a:defRPr sz="1100">
                <a:solidFill>
                  <a:schemeClr val="tx1"/>
                </a:solidFill>
              </a:defRPr>
            </a:lvl1pPr>
          </a:lstStyle>
          <a:p>
            <a:r>
              <a:rPr lang="ja-JP" altLang="en-US"/>
              <a:t>三菱ケミカル株式会社</a:t>
            </a:r>
          </a:p>
        </p:txBody>
      </p:sp>
      <p:sp>
        <p:nvSpPr>
          <p:cNvPr id="4" name="タイトル 3">
            <a:extLst>
              <a:ext uri="{FF2B5EF4-FFF2-40B4-BE49-F238E27FC236}">
                <a16:creationId xmlns:a16="http://schemas.microsoft.com/office/drawing/2014/main" id="{554A9AD2-A44F-6C4C-90A5-7E0F6615ABFB}"/>
              </a:ext>
            </a:extLst>
          </p:cNvPr>
          <p:cNvSpPr>
            <a:spLocks noGrp="1"/>
          </p:cNvSpPr>
          <p:nvPr>
            <p:ph type="title" hasCustomPrompt="1"/>
          </p:nvPr>
        </p:nvSpPr>
        <p:spPr>
          <a:xfrm>
            <a:off x="414336" y="255264"/>
            <a:ext cx="9327072" cy="369332"/>
          </a:xfrm>
        </p:spPr>
        <p:txBody>
          <a:bodyPr/>
          <a:lstStyle/>
          <a:p>
            <a:r>
              <a:rPr kumimoji="1" lang="ja-JP" altLang="en-US"/>
              <a:t>タイトル</a:t>
            </a:r>
            <a:r>
              <a:rPr kumimoji="1" lang="en-US" altLang="ja-JP"/>
              <a:t> </a:t>
            </a:r>
            <a:r>
              <a:rPr kumimoji="1" lang="ja-JP" altLang="en-US"/>
              <a:t>游ゴシック</a:t>
            </a:r>
            <a:r>
              <a:rPr kumimoji="1" lang="en-US" altLang="ja-JP"/>
              <a:t>Bold 24pt</a:t>
            </a:r>
            <a:endParaRPr kumimoji="1" lang="ja-JP" altLang="en-US"/>
          </a:p>
        </p:txBody>
      </p:sp>
      <p:sp>
        <p:nvSpPr>
          <p:cNvPr id="15" name="コンテンツ プレースホルダー 14">
            <a:extLst>
              <a:ext uri="{FF2B5EF4-FFF2-40B4-BE49-F238E27FC236}">
                <a16:creationId xmlns:a16="http://schemas.microsoft.com/office/drawing/2014/main" id="{F51E5A19-FBB7-6442-9D4F-1E3DFA3936D4}"/>
              </a:ext>
            </a:extLst>
          </p:cNvPr>
          <p:cNvSpPr>
            <a:spLocks noGrp="1"/>
          </p:cNvSpPr>
          <p:nvPr>
            <p:ph sz="quarter" idx="10" hasCustomPrompt="1"/>
          </p:nvPr>
        </p:nvSpPr>
        <p:spPr>
          <a:xfrm>
            <a:off x="414338" y="1187355"/>
            <a:ext cx="11550650" cy="5049933"/>
          </a:xfrm>
        </p:spPr>
        <p:txBody>
          <a:bodyPr/>
          <a:lstStyle>
            <a:lvl1pPr>
              <a:lnSpc>
                <a:spcPct val="150000"/>
              </a:lnSpc>
              <a:defRPr sz="1600"/>
            </a:lvl1pPr>
            <a:lvl2pPr>
              <a:lnSpc>
                <a:spcPct val="150000"/>
              </a:lnSpc>
              <a:defRPr/>
            </a:lvl2pPr>
            <a:lvl3pPr>
              <a:lnSpc>
                <a:spcPct val="150000"/>
              </a:lnSpc>
              <a:defRPr/>
            </a:lvl3pPr>
            <a:lvl4pPr>
              <a:lnSpc>
                <a:spcPct val="150000"/>
              </a:lnSpc>
              <a:defRPr/>
            </a:lvl4pPr>
            <a:lvl5pPr>
              <a:lnSpc>
                <a:spcPct val="150000"/>
              </a:lnSpc>
              <a:defRPr/>
            </a:lvl5pPr>
          </a:lstStyle>
          <a:p>
            <a:pPr lvl="0"/>
            <a:r>
              <a:rPr kumimoji="1" lang="ja-JP" altLang="en-US"/>
              <a:t>本文テキスト</a:t>
            </a:r>
            <a:r>
              <a:rPr kumimoji="1" lang="en-US" altLang="ja-JP"/>
              <a:t> </a:t>
            </a:r>
            <a:r>
              <a:rPr kumimoji="1" lang="ja-JP" altLang="en-US"/>
              <a:t>游ゴシック </a:t>
            </a:r>
            <a:r>
              <a:rPr kumimoji="1" lang="en-US" altLang="ja-JP"/>
              <a:t>Medium 16pt / </a:t>
            </a:r>
            <a:r>
              <a:rPr kumimoji="1" lang="ja-JP" altLang="en-US"/>
              <a:t>行間</a:t>
            </a:r>
            <a:r>
              <a:rPr kumimoji="1" lang="en-US" altLang="ja-JP"/>
              <a:t>1.5</a:t>
            </a:r>
            <a:br>
              <a:rPr kumimoji="1" lang="en-US" altLang="ja-JP"/>
            </a:br>
            <a:r>
              <a:rPr kumimoji="1" lang="ja-JP" altLang="en-US"/>
              <a:t>テーマカラー：</a:t>
            </a:r>
            <a:r>
              <a:rPr kumimoji="1" lang="en-US" altLang="ja-JP"/>
              <a:t>Blue and Cool gray </a:t>
            </a:r>
          </a:p>
        </p:txBody>
      </p:sp>
      <p:cxnSp>
        <p:nvCxnSpPr>
          <p:cNvPr id="9" name="直線コネクタ 8">
            <a:extLst>
              <a:ext uri="{FF2B5EF4-FFF2-40B4-BE49-F238E27FC236}">
                <a16:creationId xmlns:a16="http://schemas.microsoft.com/office/drawing/2014/main" id="{48411784-F115-E34D-82CF-2B9A4DC7E26D}"/>
              </a:ext>
            </a:extLst>
          </p:cNvPr>
          <p:cNvCxnSpPr>
            <a:cxnSpLocks/>
          </p:cNvCxnSpPr>
          <p:nvPr userDrawn="1"/>
        </p:nvCxnSpPr>
        <p:spPr>
          <a:xfrm>
            <a:off x="550714" y="6497492"/>
            <a:ext cx="0" cy="19800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2" name="テキスト ボックス 1">
            <a:extLst>
              <a:ext uri="{FF2B5EF4-FFF2-40B4-BE49-F238E27FC236}">
                <a16:creationId xmlns:a16="http://schemas.microsoft.com/office/drawing/2014/main" id="{DC3107EA-7CFE-7617-A3C2-BAD9B5937B09}"/>
              </a:ext>
            </a:extLst>
          </p:cNvPr>
          <p:cNvSpPr txBox="1"/>
          <p:nvPr userDrawn="1"/>
        </p:nvSpPr>
        <p:spPr>
          <a:xfrm>
            <a:off x="10905066" y="6490836"/>
            <a:ext cx="1051053" cy="211203"/>
          </a:xfrm>
          <a:prstGeom prst="rect">
            <a:avLst/>
          </a:prstGeom>
          <a:noFill/>
          <a:ln>
            <a:solidFill>
              <a:srgbClr val="323232"/>
            </a:solidFill>
          </a:ln>
        </p:spPr>
        <p:txBody>
          <a:bodyPr wrap="square" lIns="36000" tIns="36000" rIns="36000" bIns="36000" rtlCol="0" anchor="ctr">
            <a:spAutoFit/>
          </a:bodyPr>
          <a:lstStyle/>
          <a:p>
            <a:pPr algn="ctr"/>
            <a:r>
              <a:rPr kumimoji="1" lang="en-US" altLang="ja-JP" sz="900" b="0" i="0">
                <a:solidFill>
                  <a:srgbClr val="323232"/>
                </a:solidFill>
                <a:latin typeface="+mj-lt"/>
                <a:ea typeface="MS Gothic" panose="020B0609070205080204" pitchFamily="49" charset="-128"/>
              </a:rPr>
              <a:t>CONFIDENTIAL</a:t>
            </a:r>
            <a:endParaRPr kumimoji="1" lang="ja-JP" altLang="en-US" sz="900" b="0" i="0">
              <a:solidFill>
                <a:srgbClr val="323232"/>
              </a:solidFill>
              <a:latin typeface="+mj-lt"/>
              <a:ea typeface="MS Gothic" panose="020B0609070205080204" pitchFamily="49" charset="-128"/>
            </a:endParaRPr>
          </a:p>
        </p:txBody>
      </p:sp>
      <p:pic>
        <p:nvPicPr>
          <p:cNvPr id="3" name="図 2" descr="アイコン&#10;&#10;低い精度で自動的に生成された説明">
            <a:extLst>
              <a:ext uri="{FF2B5EF4-FFF2-40B4-BE49-F238E27FC236}">
                <a16:creationId xmlns:a16="http://schemas.microsoft.com/office/drawing/2014/main" id="{CE14A7BB-2994-99E1-3721-81C07CB69B14}"/>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89431" y="66162"/>
            <a:ext cx="1441424" cy="662901"/>
          </a:xfrm>
          <a:prstGeom prst="rect">
            <a:avLst/>
          </a:prstGeom>
        </p:spPr>
      </p:pic>
    </p:spTree>
    <p:extLst>
      <p:ext uri="{BB962C8B-B14F-4D97-AF65-F5344CB8AC3E}">
        <p14:creationId xmlns:p14="http://schemas.microsoft.com/office/powerpoint/2010/main" val="109313761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2_blue_circular_cover">
    <p:bg>
      <p:bgPr>
        <a:solidFill>
          <a:schemeClr val="bg1"/>
        </a:solidFill>
        <a:effectLst/>
      </p:bgPr>
    </p:bg>
    <p:spTree>
      <p:nvGrpSpPr>
        <p:cNvPr id="1" name=""/>
        <p:cNvGrpSpPr/>
        <p:nvPr/>
      </p:nvGrpSpPr>
      <p:grpSpPr>
        <a:xfrm>
          <a:off x="0" y="0"/>
          <a:ext cx="0" cy="0"/>
          <a:chOff x="0" y="0"/>
          <a:chExt cx="0" cy="0"/>
        </a:xfrm>
      </p:grpSpPr>
      <p:sp>
        <p:nvSpPr>
          <p:cNvPr id="56" name="正方形/長方形 55">
            <a:extLst>
              <a:ext uri="{FF2B5EF4-FFF2-40B4-BE49-F238E27FC236}">
                <a16:creationId xmlns:a16="http://schemas.microsoft.com/office/drawing/2014/main" id="{8145FA22-8B15-8165-6374-D653E8B173C9}"/>
              </a:ext>
            </a:extLst>
          </p:cNvPr>
          <p:cNvSpPr/>
          <p:nvPr userDrawn="1"/>
        </p:nvSpPr>
        <p:spPr>
          <a:xfrm>
            <a:off x="1" y="0"/>
            <a:ext cx="9390184" cy="6858000"/>
          </a:xfrm>
          <a:prstGeom prst="rect">
            <a:avLst/>
          </a:prstGeom>
          <a:solidFill>
            <a:srgbClr val="ECF1F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タイトル 66"/>
          <p:cNvSpPr>
            <a:spLocks noGrp="1"/>
          </p:cNvSpPr>
          <p:nvPr>
            <p:ph type="title" hasCustomPrompt="1"/>
          </p:nvPr>
        </p:nvSpPr>
        <p:spPr>
          <a:xfrm>
            <a:off x="750626" y="2520666"/>
            <a:ext cx="6361374" cy="1842043"/>
          </a:xfrm>
          <a:prstGeom prst="rect">
            <a:avLst/>
          </a:prstGeom>
          <a:noFill/>
        </p:spPr>
        <p:txBody>
          <a:bodyPr wrap="square" lIns="0" tIns="0" rIns="0" bIns="0" anchor="t">
            <a:noAutofit/>
          </a:bodyPr>
          <a:lstStyle>
            <a:lvl1pPr>
              <a:lnSpc>
                <a:spcPct val="95000"/>
              </a:lnSpc>
              <a:defRPr sz="4200" b="1" spc="-100" baseline="0">
                <a:latin typeface="+mj-lt"/>
                <a:ea typeface="+mj-ea"/>
              </a:defRPr>
            </a:lvl1pPr>
          </a:lstStyle>
          <a:p>
            <a:r>
              <a:rPr kumimoji="1" lang="ja-JP" altLang="en-US"/>
              <a:t>タイトル</a:t>
            </a:r>
            <a:r>
              <a:rPr kumimoji="1" lang="en-US" altLang="ja-JP"/>
              <a:t> </a:t>
            </a:r>
            <a:br>
              <a:rPr kumimoji="1" lang="en-US" altLang="ja-JP"/>
            </a:br>
            <a:r>
              <a:rPr kumimoji="1" lang="ja-JP" altLang="en-US"/>
              <a:t>游ゴシック </a:t>
            </a:r>
            <a:r>
              <a:rPr kumimoji="1" lang="en-US" altLang="ja-JP"/>
              <a:t>Bold 42pt </a:t>
            </a:r>
            <a:br>
              <a:rPr kumimoji="1" lang="en-US" altLang="ja-JP"/>
            </a:br>
            <a:r>
              <a:rPr kumimoji="1" lang="ja-JP" altLang="en-US"/>
              <a:t>行間</a:t>
            </a:r>
            <a:r>
              <a:rPr kumimoji="1" lang="en-US" altLang="ja-JP"/>
              <a:t>0.95</a:t>
            </a:r>
            <a:endParaRPr kumimoji="1" lang="ja-JP" altLang="en-US"/>
          </a:p>
        </p:txBody>
      </p:sp>
      <p:sp>
        <p:nvSpPr>
          <p:cNvPr id="16" name="テキスト プレースホルダー 28"/>
          <p:cNvSpPr>
            <a:spLocks noGrp="1"/>
          </p:cNvSpPr>
          <p:nvPr>
            <p:ph type="body" sz="quarter" idx="11" hasCustomPrompt="1"/>
          </p:nvPr>
        </p:nvSpPr>
        <p:spPr>
          <a:xfrm>
            <a:off x="750626" y="4704321"/>
            <a:ext cx="6361374" cy="859900"/>
          </a:xfrm>
          <a:prstGeom prst="rect">
            <a:avLst/>
          </a:prstGeom>
          <a:noFill/>
        </p:spPr>
        <p:txBody>
          <a:bodyPr wrap="square" lIns="0" tIns="0" rIns="0" bIns="0" anchor="t" anchorCtr="0">
            <a:noAutofit/>
          </a:bodyPr>
          <a:lstStyle>
            <a:lvl1pPr marL="0" indent="0" defTabSz="158400">
              <a:lnSpc>
                <a:spcPct val="100000"/>
              </a:lnSpc>
              <a:spcBef>
                <a:spcPts val="0"/>
              </a:spcBef>
              <a:buNone/>
              <a:defRPr sz="1800" b="0" spc="-30" baseline="0">
                <a:latin typeface="+mj-lt"/>
                <a:ea typeface="+mj-ea"/>
              </a:defRPr>
            </a:lvl1pPr>
            <a:lvl2pPr marL="0" indent="0" defTabSz="158400">
              <a:buNone/>
              <a:defRPr sz="1400" b="1"/>
            </a:lvl2pPr>
            <a:lvl3pPr marL="0" indent="0" defTabSz="158400">
              <a:buNone/>
              <a:defRPr b="1"/>
            </a:lvl3pPr>
            <a:lvl4pPr marL="1371600" indent="0">
              <a:buNone/>
              <a:defRPr/>
            </a:lvl4pPr>
            <a:lvl5pPr marL="1828800" indent="0">
              <a:buNone/>
              <a:defRPr/>
            </a:lvl5pPr>
          </a:lstStyle>
          <a:p>
            <a:pPr lvl="0"/>
            <a:r>
              <a:rPr kumimoji="1" lang="ja-JP" altLang="en-US"/>
              <a:t>サブタイトル</a:t>
            </a:r>
            <a:r>
              <a:rPr kumimoji="1" lang="en-US" altLang="ja-JP"/>
              <a:t> </a:t>
            </a:r>
            <a:r>
              <a:rPr kumimoji="1" lang="ja-JP" altLang="en-US"/>
              <a:t>游ゴシック </a:t>
            </a:r>
            <a:r>
              <a:rPr kumimoji="1" lang="en-US" altLang="ja-JP"/>
              <a:t>Medium 18pt / </a:t>
            </a:r>
            <a:r>
              <a:rPr kumimoji="1" lang="ja-JP" altLang="en-US"/>
              <a:t>行間</a:t>
            </a:r>
            <a:r>
              <a:rPr kumimoji="1" lang="en-US" altLang="ja-JP"/>
              <a:t>1</a:t>
            </a:r>
            <a:br>
              <a:rPr kumimoji="1" lang="en-US" altLang="ja-JP"/>
            </a:br>
            <a:r>
              <a:rPr kumimoji="1" lang="ja-JP" altLang="en-US"/>
              <a:t>日付　　＊社外向け資料には、サブタイトル内に自社名を必ず記入してください。</a:t>
            </a:r>
            <a:endParaRPr kumimoji="1" lang="en-US" altLang="ja-JP"/>
          </a:p>
        </p:txBody>
      </p:sp>
      <p:sp>
        <p:nvSpPr>
          <p:cNvPr id="14" name="テキスト プレースホルダー 4"/>
          <p:cNvSpPr>
            <a:spLocks noGrp="1"/>
          </p:cNvSpPr>
          <p:nvPr>
            <p:ph type="body" sz="quarter" idx="17" hasCustomPrompt="1"/>
          </p:nvPr>
        </p:nvSpPr>
        <p:spPr>
          <a:xfrm>
            <a:off x="750627" y="1653463"/>
            <a:ext cx="6361373" cy="369332"/>
          </a:xfrm>
          <a:prstGeom prst="rect">
            <a:avLst/>
          </a:prstGeom>
        </p:spPr>
        <p:txBody>
          <a:bodyPr lIns="0" tIns="0" rIns="0" bIns="0" anchor="ctr">
            <a:noAutofit/>
          </a:bodyPr>
          <a:lstStyle>
            <a:lvl1pPr marL="0" indent="0">
              <a:spcBef>
                <a:spcPts val="0"/>
              </a:spcBef>
              <a:buNone/>
              <a:defRPr sz="2400" b="0" spc="-30" baseline="0">
                <a:solidFill>
                  <a:schemeClr val="tx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kumimoji="1" lang="ja-JP" altLang="en-US"/>
              <a:t>タイトル</a:t>
            </a:r>
            <a:r>
              <a:rPr kumimoji="1" lang="en-US" altLang="ja-JP"/>
              <a:t> </a:t>
            </a:r>
            <a:r>
              <a:rPr kumimoji="1" lang="ja-JP" altLang="en-US"/>
              <a:t>游ゴシック </a:t>
            </a:r>
            <a:r>
              <a:rPr kumimoji="1" lang="en-US" altLang="ja-JP"/>
              <a:t>Medium 24pt</a:t>
            </a:r>
            <a:endParaRPr kumimoji="1" lang="ja-JP" altLang="en-US"/>
          </a:p>
        </p:txBody>
      </p:sp>
      <p:sp>
        <p:nvSpPr>
          <p:cNvPr id="2" name="テキスト ボックス 1">
            <a:extLst>
              <a:ext uri="{FF2B5EF4-FFF2-40B4-BE49-F238E27FC236}">
                <a16:creationId xmlns:a16="http://schemas.microsoft.com/office/drawing/2014/main" id="{8A04B06F-2D60-B985-8CB3-2D483601C4E1}"/>
              </a:ext>
            </a:extLst>
          </p:cNvPr>
          <p:cNvSpPr txBox="1"/>
          <p:nvPr userDrawn="1"/>
        </p:nvSpPr>
        <p:spPr>
          <a:xfrm>
            <a:off x="10768120" y="6397228"/>
            <a:ext cx="1188000" cy="241980"/>
          </a:xfrm>
          <a:prstGeom prst="rect">
            <a:avLst/>
          </a:prstGeom>
          <a:noFill/>
          <a:ln>
            <a:solidFill>
              <a:srgbClr val="FF0000"/>
            </a:solidFill>
          </a:ln>
        </p:spPr>
        <p:txBody>
          <a:bodyPr wrap="square" lIns="36000" tIns="36000" rIns="36000" bIns="36000" rtlCol="0" anchor="ctr">
            <a:spAutoFit/>
          </a:bodyPr>
          <a:lstStyle/>
          <a:p>
            <a:pPr algn="ctr"/>
            <a:r>
              <a:rPr kumimoji="1" lang="en-US" altLang="ja-JP" sz="1100" b="0" i="0">
                <a:solidFill>
                  <a:srgbClr val="FF0000"/>
                </a:solidFill>
                <a:latin typeface="+mj-lt"/>
                <a:ea typeface="MS Gothic" panose="020B0609070205080204" pitchFamily="49" charset="-128"/>
              </a:rPr>
              <a:t>CONFIDENTIAL</a:t>
            </a:r>
            <a:endParaRPr kumimoji="1" lang="ja-JP" altLang="en-US" sz="1100" b="0" i="0">
              <a:solidFill>
                <a:srgbClr val="FF0000"/>
              </a:solidFill>
              <a:latin typeface="+mj-lt"/>
              <a:ea typeface="MS Gothic" panose="020B0609070205080204" pitchFamily="49" charset="-128"/>
            </a:endParaRPr>
          </a:p>
        </p:txBody>
      </p:sp>
      <p:pic>
        <p:nvPicPr>
          <p:cNvPr id="9" name="図 8" descr="図形, 円&#10;&#10;自動的に生成された説明">
            <a:extLst>
              <a:ext uri="{FF2B5EF4-FFF2-40B4-BE49-F238E27FC236}">
                <a16:creationId xmlns:a16="http://schemas.microsoft.com/office/drawing/2014/main" id="{85967991-37E0-5319-6989-F2B24BB19B23}"/>
              </a:ext>
            </a:extLst>
          </p:cNvPr>
          <p:cNvPicPr>
            <a:picLocks noChangeAspect="1"/>
          </p:cNvPicPr>
          <p:nvPr userDrawn="1"/>
        </p:nvPicPr>
        <p:blipFill>
          <a:blip r:embed="rId2"/>
          <a:stretch>
            <a:fillRect/>
          </a:stretch>
        </p:blipFill>
        <p:spPr>
          <a:xfrm>
            <a:off x="6985001" y="2545321"/>
            <a:ext cx="5207000" cy="4318000"/>
          </a:xfrm>
          <a:prstGeom prst="rect">
            <a:avLst/>
          </a:prstGeom>
        </p:spPr>
      </p:pic>
      <p:pic>
        <p:nvPicPr>
          <p:cNvPr id="5" name="図 4" descr="テキスト&#10;&#10;中程度の精度で自動的に生成された説明">
            <a:extLst>
              <a:ext uri="{FF2B5EF4-FFF2-40B4-BE49-F238E27FC236}">
                <a16:creationId xmlns:a16="http://schemas.microsoft.com/office/drawing/2014/main" id="{8A86725F-A0D9-D467-03BC-7BD39E7BE052}"/>
              </a:ext>
            </a:extLst>
          </p:cNvPr>
          <p:cNvPicPr>
            <a:picLocks noChangeAspect="1"/>
          </p:cNvPicPr>
          <p:nvPr userDrawn="1"/>
        </p:nvPicPr>
        <p:blipFill>
          <a:blip r:embed="rId3"/>
          <a:stretch>
            <a:fillRect/>
          </a:stretch>
        </p:blipFill>
        <p:spPr>
          <a:xfrm>
            <a:off x="9930034" y="66263"/>
            <a:ext cx="2182024" cy="662400"/>
          </a:xfrm>
          <a:prstGeom prst="rect">
            <a:avLst/>
          </a:prstGeom>
        </p:spPr>
      </p:pic>
    </p:spTree>
    <p:extLst>
      <p:ext uri="{BB962C8B-B14F-4D97-AF65-F5344CB8AC3E}">
        <p14:creationId xmlns:p14="http://schemas.microsoft.com/office/powerpoint/2010/main" val="31559958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2_blue_circular_section">
    <p:bg>
      <p:bgPr>
        <a:solidFill>
          <a:schemeClr val="bg1"/>
        </a:solidFill>
        <a:effectLst/>
      </p:bgPr>
    </p:bg>
    <p:spTree>
      <p:nvGrpSpPr>
        <p:cNvPr id="1" name=""/>
        <p:cNvGrpSpPr/>
        <p:nvPr/>
      </p:nvGrpSpPr>
      <p:grpSpPr>
        <a:xfrm>
          <a:off x="0" y="0"/>
          <a:ext cx="0" cy="0"/>
          <a:chOff x="0" y="0"/>
          <a:chExt cx="0" cy="0"/>
        </a:xfrm>
      </p:grpSpPr>
      <p:sp>
        <p:nvSpPr>
          <p:cNvPr id="10" name="正方形/長方形 9">
            <a:extLst>
              <a:ext uri="{FF2B5EF4-FFF2-40B4-BE49-F238E27FC236}">
                <a16:creationId xmlns:a16="http://schemas.microsoft.com/office/drawing/2014/main" id="{A0C2DCC8-5345-2D48-AE06-2CFCAED3F5BB}"/>
              </a:ext>
            </a:extLst>
          </p:cNvPr>
          <p:cNvSpPr/>
          <p:nvPr userDrawn="1"/>
        </p:nvSpPr>
        <p:spPr>
          <a:xfrm>
            <a:off x="1" y="0"/>
            <a:ext cx="9390184" cy="6858000"/>
          </a:xfrm>
          <a:prstGeom prst="rect">
            <a:avLst/>
          </a:prstGeom>
          <a:solidFill>
            <a:srgbClr val="ECF1F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テキスト プレースホルダー 28">
            <a:extLst>
              <a:ext uri="{FF2B5EF4-FFF2-40B4-BE49-F238E27FC236}">
                <a16:creationId xmlns:a16="http://schemas.microsoft.com/office/drawing/2014/main" id="{AA5ACE5D-BCC4-7FAF-258F-580CB021B585}"/>
              </a:ext>
            </a:extLst>
          </p:cNvPr>
          <p:cNvSpPr>
            <a:spLocks noGrp="1"/>
          </p:cNvSpPr>
          <p:nvPr>
            <p:ph type="body" sz="quarter" idx="11" hasCustomPrompt="1"/>
          </p:nvPr>
        </p:nvSpPr>
        <p:spPr>
          <a:xfrm>
            <a:off x="750626" y="4235913"/>
            <a:ext cx="7119051" cy="276999"/>
          </a:xfrm>
          <a:prstGeom prst="rect">
            <a:avLst/>
          </a:prstGeom>
          <a:noFill/>
        </p:spPr>
        <p:txBody>
          <a:bodyPr wrap="square" lIns="0" tIns="0" rIns="0" bIns="0" anchor="t" anchorCtr="0">
            <a:noAutofit/>
          </a:bodyPr>
          <a:lstStyle>
            <a:lvl1pPr marL="0" indent="0" defTabSz="158400">
              <a:lnSpc>
                <a:spcPct val="100000"/>
              </a:lnSpc>
              <a:spcBef>
                <a:spcPts val="500"/>
              </a:spcBef>
              <a:buNone/>
              <a:defRPr sz="1800" b="0" spc="-30" baseline="0">
                <a:latin typeface="+mj-lt"/>
                <a:ea typeface="+mj-ea"/>
              </a:defRPr>
            </a:lvl1pPr>
            <a:lvl2pPr marL="0" indent="0" defTabSz="158400">
              <a:buNone/>
              <a:defRPr sz="1400" b="1"/>
            </a:lvl2pPr>
            <a:lvl3pPr marL="0" indent="0" defTabSz="158400">
              <a:buNone/>
              <a:defRPr b="1"/>
            </a:lvl3pPr>
            <a:lvl4pPr marL="1371600" indent="0">
              <a:buNone/>
              <a:defRPr/>
            </a:lvl4pPr>
            <a:lvl5pPr marL="1828800" indent="0">
              <a:buNone/>
              <a:defRPr/>
            </a:lvl5pPr>
          </a:lstStyle>
          <a:p>
            <a:pPr lvl="0"/>
            <a:r>
              <a:rPr kumimoji="1" lang="ja-JP" altLang="en-US"/>
              <a:t>サブタイトル</a:t>
            </a:r>
            <a:r>
              <a:rPr kumimoji="1" lang="en-US" altLang="ja-JP"/>
              <a:t> </a:t>
            </a:r>
            <a:r>
              <a:rPr kumimoji="1" lang="ja-JP" altLang="en-US"/>
              <a:t>游ゴシック </a:t>
            </a:r>
            <a:r>
              <a:rPr kumimoji="1" lang="en-US" altLang="ja-JP"/>
              <a:t>Medium 18pt</a:t>
            </a:r>
          </a:p>
        </p:txBody>
      </p:sp>
      <p:sp>
        <p:nvSpPr>
          <p:cNvPr id="23" name="タイトル 22">
            <a:extLst>
              <a:ext uri="{FF2B5EF4-FFF2-40B4-BE49-F238E27FC236}">
                <a16:creationId xmlns:a16="http://schemas.microsoft.com/office/drawing/2014/main" id="{3A40C814-17D5-4A7E-7A78-30BC828E8294}"/>
              </a:ext>
            </a:extLst>
          </p:cNvPr>
          <p:cNvSpPr>
            <a:spLocks noGrp="1"/>
          </p:cNvSpPr>
          <p:nvPr>
            <p:ph type="title" hasCustomPrompt="1"/>
          </p:nvPr>
        </p:nvSpPr>
        <p:spPr>
          <a:xfrm>
            <a:off x="750626" y="2867723"/>
            <a:ext cx="7119051" cy="1231106"/>
          </a:xfrm>
          <a:prstGeom prst="rect">
            <a:avLst/>
          </a:prstGeom>
        </p:spPr>
        <p:txBody>
          <a:bodyPr lIns="0" tIns="0" rIns="0" bIns="0" anchor="ctr">
            <a:noAutofit/>
          </a:bodyPr>
          <a:lstStyle>
            <a:lvl1pPr>
              <a:defRPr sz="4000"/>
            </a:lvl1pPr>
          </a:lstStyle>
          <a:p>
            <a:r>
              <a:rPr lang="ja-JP" altLang="en-US" sz="4000"/>
              <a:t>セクションタイトル</a:t>
            </a:r>
            <a:br>
              <a:rPr lang="en-US" altLang="ja-JP" sz="4000"/>
            </a:br>
            <a:r>
              <a:rPr lang="ja-JP" altLang="en-US" sz="4000"/>
              <a:t>游ゴシック </a:t>
            </a:r>
            <a:r>
              <a:rPr lang="en-US" altLang="ja-JP" sz="4000"/>
              <a:t>Bold 40pt / </a:t>
            </a:r>
            <a:r>
              <a:rPr lang="ja-JP" altLang="en-US" sz="4000"/>
              <a:t>行間</a:t>
            </a:r>
            <a:r>
              <a:rPr lang="en-US" altLang="ja-JP" sz="4000"/>
              <a:t>1</a:t>
            </a:r>
            <a:endParaRPr kumimoji="1" lang="ja-JP" altLang="en-US"/>
          </a:p>
        </p:txBody>
      </p:sp>
      <p:sp>
        <p:nvSpPr>
          <p:cNvPr id="13" name="スライド番号プレースホルダー 3">
            <a:extLst>
              <a:ext uri="{FF2B5EF4-FFF2-40B4-BE49-F238E27FC236}">
                <a16:creationId xmlns:a16="http://schemas.microsoft.com/office/drawing/2014/main" id="{DE1F0C62-7BF4-1436-B1EA-28526CF3CF40}"/>
              </a:ext>
            </a:extLst>
          </p:cNvPr>
          <p:cNvSpPr>
            <a:spLocks noGrp="1"/>
          </p:cNvSpPr>
          <p:nvPr>
            <p:ph type="sldNum" sz="quarter" idx="4"/>
          </p:nvPr>
        </p:nvSpPr>
        <p:spPr>
          <a:xfrm>
            <a:off x="242501" y="6474646"/>
            <a:ext cx="343672" cy="239418"/>
          </a:xfrm>
          <a:prstGeom prst="rect">
            <a:avLst/>
          </a:prstGeom>
        </p:spPr>
        <p:txBody>
          <a:bodyPr vert="horz" lIns="0" tIns="45720" rIns="91440" bIns="45720" rtlCol="0" anchor="t" anchorCtr="0"/>
          <a:lstStyle>
            <a:lvl1pPr algn="l">
              <a:defRPr sz="1130">
                <a:solidFill>
                  <a:schemeClr val="tx1"/>
                </a:solidFill>
                <a:latin typeface="+mj-lt"/>
              </a:defRPr>
            </a:lvl1pPr>
          </a:lstStyle>
          <a:p>
            <a:fld id="{48394356-8693-4048-8EAF-2BF05B04AA80}" type="slidenum">
              <a:rPr lang="ja-JP" altLang="en-US" smtClean="0"/>
              <a:pPr/>
              <a:t>‹#›</a:t>
            </a:fld>
            <a:endParaRPr lang="ja-JP" altLang="en-US"/>
          </a:p>
        </p:txBody>
      </p:sp>
      <p:sp>
        <p:nvSpPr>
          <p:cNvPr id="17" name="フッター プレースホルダー 2">
            <a:extLst>
              <a:ext uri="{FF2B5EF4-FFF2-40B4-BE49-F238E27FC236}">
                <a16:creationId xmlns:a16="http://schemas.microsoft.com/office/drawing/2014/main" id="{52133237-772B-F3B9-F68E-FACF5B26B6E8}"/>
              </a:ext>
            </a:extLst>
          </p:cNvPr>
          <p:cNvSpPr>
            <a:spLocks noGrp="1"/>
          </p:cNvSpPr>
          <p:nvPr>
            <p:ph type="ftr" sz="quarter" idx="3"/>
          </p:nvPr>
        </p:nvSpPr>
        <p:spPr>
          <a:xfrm>
            <a:off x="638758" y="6474646"/>
            <a:ext cx="4456805" cy="239418"/>
          </a:xfrm>
          <a:prstGeom prst="rect">
            <a:avLst/>
          </a:prstGeom>
        </p:spPr>
        <p:txBody>
          <a:bodyPr/>
          <a:lstStyle>
            <a:lvl1pPr algn="l">
              <a:defRPr sz="1100">
                <a:solidFill>
                  <a:schemeClr val="tx1"/>
                </a:solidFill>
              </a:defRPr>
            </a:lvl1pPr>
          </a:lstStyle>
          <a:p>
            <a:r>
              <a:rPr lang="ja-JP" altLang="en-US"/>
              <a:t>三菱ケミカル株式会社</a:t>
            </a:r>
          </a:p>
        </p:txBody>
      </p:sp>
      <p:cxnSp>
        <p:nvCxnSpPr>
          <p:cNvPr id="18" name="直線コネクタ 17">
            <a:extLst>
              <a:ext uri="{FF2B5EF4-FFF2-40B4-BE49-F238E27FC236}">
                <a16:creationId xmlns:a16="http://schemas.microsoft.com/office/drawing/2014/main" id="{E3B8C749-7366-4048-9166-4A62872F8A82}"/>
              </a:ext>
            </a:extLst>
          </p:cNvPr>
          <p:cNvCxnSpPr>
            <a:cxnSpLocks/>
          </p:cNvCxnSpPr>
          <p:nvPr userDrawn="1"/>
        </p:nvCxnSpPr>
        <p:spPr>
          <a:xfrm>
            <a:off x="550714" y="6497492"/>
            <a:ext cx="0" cy="19800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2" name="テキスト ボックス 1">
            <a:extLst>
              <a:ext uri="{FF2B5EF4-FFF2-40B4-BE49-F238E27FC236}">
                <a16:creationId xmlns:a16="http://schemas.microsoft.com/office/drawing/2014/main" id="{5F2FE3DE-4073-143D-7B94-825F75F4A513}"/>
              </a:ext>
            </a:extLst>
          </p:cNvPr>
          <p:cNvSpPr txBox="1"/>
          <p:nvPr userDrawn="1"/>
        </p:nvSpPr>
        <p:spPr>
          <a:xfrm>
            <a:off x="10768120" y="6397228"/>
            <a:ext cx="1188000" cy="241980"/>
          </a:xfrm>
          <a:prstGeom prst="rect">
            <a:avLst/>
          </a:prstGeom>
          <a:noFill/>
          <a:ln>
            <a:solidFill>
              <a:srgbClr val="FF0000"/>
            </a:solidFill>
          </a:ln>
        </p:spPr>
        <p:txBody>
          <a:bodyPr wrap="square" lIns="36000" tIns="36000" rIns="36000" bIns="36000" rtlCol="0" anchor="ctr">
            <a:spAutoFit/>
          </a:bodyPr>
          <a:lstStyle/>
          <a:p>
            <a:pPr algn="ctr"/>
            <a:r>
              <a:rPr kumimoji="1" lang="en-US" altLang="ja-JP" sz="1100" b="0" i="0">
                <a:solidFill>
                  <a:srgbClr val="FF0000"/>
                </a:solidFill>
                <a:latin typeface="+mj-lt"/>
                <a:ea typeface="MS Gothic" panose="020B0609070205080204" pitchFamily="49" charset="-128"/>
              </a:rPr>
              <a:t>CONFIDENTIAL</a:t>
            </a:r>
            <a:endParaRPr kumimoji="1" lang="ja-JP" altLang="en-US" sz="1100" b="0" i="0">
              <a:solidFill>
                <a:srgbClr val="FF0000"/>
              </a:solidFill>
              <a:latin typeface="+mj-lt"/>
              <a:ea typeface="MS Gothic" panose="020B0609070205080204" pitchFamily="49" charset="-128"/>
            </a:endParaRPr>
          </a:p>
        </p:txBody>
      </p:sp>
      <p:pic>
        <p:nvPicPr>
          <p:cNvPr id="8" name="図 7" descr="図形, 円&#10;&#10;自動的に生成された説明">
            <a:extLst>
              <a:ext uri="{FF2B5EF4-FFF2-40B4-BE49-F238E27FC236}">
                <a16:creationId xmlns:a16="http://schemas.microsoft.com/office/drawing/2014/main" id="{BAAA99CE-7539-35DC-129B-3103813D2787}"/>
              </a:ext>
            </a:extLst>
          </p:cNvPr>
          <p:cNvPicPr>
            <a:picLocks noChangeAspect="1"/>
          </p:cNvPicPr>
          <p:nvPr userDrawn="1"/>
        </p:nvPicPr>
        <p:blipFill>
          <a:blip r:embed="rId2"/>
          <a:stretch>
            <a:fillRect/>
          </a:stretch>
        </p:blipFill>
        <p:spPr>
          <a:xfrm>
            <a:off x="6984999" y="0"/>
            <a:ext cx="5207000" cy="4318000"/>
          </a:xfrm>
          <a:prstGeom prst="rect">
            <a:avLst/>
          </a:prstGeom>
        </p:spPr>
      </p:pic>
      <p:pic>
        <p:nvPicPr>
          <p:cNvPr id="5" name="図 4" descr="テキスト&#10;&#10;中程度の精度で自動的に生成された説明">
            <a:extLst>
              <a:ext uri="{FF2B5EF4-FFF2-40B4-BE49-F238E27FC236}">
                <a16:creationId xmlns:a16="http://schemas.microsoft.com/office/drawing/2014/main" id="{5F45C960-2865-9B70-11B9-987BD91727B3}"/>
              </a:ext>
            </a:extLst>
          </p:cNvPr>
          <p:cNvPicPr>
            <a:picLocks noChangeAspect="1"/>
          </p:cNvPicPr>
          <p:nvPr userDrawn="1"/>
        </p:nvPicPr>
        <p:blipFill>
          <a:blip r:embed="rId3"/>
          <a:stretch>
            <a:fillRect/>
          </a:stretch>
        </p:blipFill>
        <p:spPr>
          <a:xfrm>
            <a:off x="9930034" y="66263"/>
            <a:ext cx="2182024" cy="662400"/>
          </a:xfrm>
          <a:prstGeom prst="rect">
            <a:avLst/>
          </a:prstGeom>
        </p:spPr>
      </p:pic>
    </p:spTree>
    <p:extLst>
      <p:ext uri="{BB962C8B-B14F-4D97-AF65-F5344CB8AC3E}">
        <p14:creationId xmlns:p14="http://schemas.microsoft.com/office/powerpoint/2010/main" val="367784421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2_blue_circular_text">
    <p:spTree>
      <p:nvGrpSpPr>
        <p:cNvPr id="1" name=""/>
        <p:cNvGrpSpPr/>
        <p:nvPr/>
      </p:nvGrpSpPr>
      <p:grpSpPr>
        <a:xfrm>
          <a:off x="0" y="0"/>
          <a:ext cx="0" cy="0"/>
          <a:chOff x="0" y="0"/>
          <a:chExt cx="0" cy="0"/>
        </a:xfrm>
      </p:grpSpPr>
      <p:sp>
        <p:nvSpPr>
          <p:cNvPr id="7" name="正方形/長方形 6">
            <a:extLst>
              <a:ext uri="{FF2B5EF4-FFF2-40B4-BE49-F238E27FC236}">
                <a16:creationId xmlns:a16="http://schemas.microsoft.com/office/drawing/2014/main" id="{20405299-6541-E74D-957B-653534824101}"/>
              </a:ext>
            </a:extLst>
          </p:cNvPr>
          <p:cNvSpPr/>
          <p:nvPr userDrawn="1"/>
        </p:nvSpPr>
        <p:spPr>
          <a:xfrm>
            <a:off x="0" y="6414976"/>
            <a:ext cx="12191999" cy="443024"/>
          </a:xfrm>
          <a:prstGeom prst="rect">
            <a:avLst/>
          </a:prstGeom>
          <a:solidFill>
            <a:srgbClr val="ECF1F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スライド番号プレースホルダー 3">
            <a:extLst>
              <a:ext uri="{FF2B5EF4-FFF2-40B4-BE49-F238E27FC236}">
                <a16:creationId xmlns:a16="http://schemas.microsoft.com/office/drawing/2014/main" id="{9154874E-585B-8A05-2CDC-1474B6AEEBC6}"/>
              </a:ext>
            </a:extLst>
          </p:cNvPr>
          <p:cNvSpPr>
            <a:spLocks noGrp="1"/>
          </p:cNvSpPr>
          <p:nvPr>
            <p:ph type="sldNum" sz="quarter" idx="4"/>
          </p:nvPr>
        </p:nvSpPr>
        <p:spPr>
          <a:xfrm>
            <a:off x="242501" y="6474646"/>
            <a:ext cx="343672" cy="239418"/>
          </a:xfrm>
          <a:prstGeom prst="rect">
            <a:avLst/>
          </a:prstGeom>
        </p:spPr>
        <p:txBody>
          <a:bodyPr vert="horz" lIns="0" tIns="45720" rIns="91440" bIns="45720" rtlCol="0" anchor="t" anchorCtr="0"/>
          <a:lstStyle>
            <a:lvl1pPr algn="l">
              <a:defRPr sz="1130">
                <a:solidFill>
                  <a:schemeClr val="tx1"/>
                </a:solidFill>
                <a:latin typeface="+mj-lt"/>
              </a:defRPr>
            </a:lvl1pPr>
          </a:lstStyle>
          <a:p>
            <a:fld id="{48394356-8693-4048-8EAF-2BF05B04AA80}" type="slidenum">
              <a:rPr lang="ja-JP" altLang="en-US" smtClean="0"/>
              <a:pPr/>
              <a:t>‹#›</a:t>
            </a:fld>
            <a:endParaRPr lang="ja-JP" altLang="en-US"/>
          </a:p>
        </p:txBody>
      </p:sp>
      <p:sp>
        <p:nvSpPr>
          <p:cNvPr id="11" name="フッター プレースホルダー 2">
            <a:extLst>
              <a:ext uri="{FF2B5EF4-FFF2-40B4-BE49-F238E27FC236}">
                <a16:creationId xmlns:a16="http://schemas.microsoft.com/office/drawing/2014/main" id="{BF1224ED-0F96-677B-6766-A667DE634105}"/>
              </a:ext>
            </a:extLst>
          </p:cNvPr>
          <p:cNvSpPr>
            <a:spLocks noGrp="1"/>
          </p:cNvSpPr>
          <p:nvPr>
            <p:ph type="ftr" sz="quarter" idx="3"/>
          </p:nvPr>
        </p:nvSpPr>
        <p:spPr>
          <a:xfrm>
            <a:off x="638758" y="6474646"/>
            <a:ext cx="4456805" cy="239418"/>
          </a:xfrm>
          <a:prstGeom prst="rect">
            <a:avLst/>
          </a:prstGeom>
        </p:spPr>
        <p:txBody>
          <a:bodyPr/>
          <a:lstStyle>
            <a:lvl1pPr algn="l">
              <a:defRPr sz="1100">
                <a:solidFill>
                  <a:schemeClr val="tx1"/>
                </a:solidFill>
              </a:defRPr>
            </a:lvl1pPr>
          </a:lstStyle>
          <a:p>
            <a:r>
              <a:rPr lang="ja-JP" altLang="en-US"/>
              <a:t>三菱ケミカル株式会社</a:t>
            </a:r>
          </a:p>
        </p:txBody>
      </p:sp>
      <p:sp>
        <p:nvSpPr>
          <p:cNvPr id="4" name="タイトル 3">
            <a:extLst>
              <a:ext uri="{FF2B5EF4-FFF2-40B4-BE49-F238E27FC236}">
                <a16:creationId xmlns:a16="http://schemas.microsoft.com/office/drawing/2014/main" id="{554A9AD2-A44F-6C4C-90A5-7E0F6615ABFB}"/>
              </a:ext>
            </a:extLst>
          </p:cNvPr>
          <p:cNvSpPr>
            <a:spLocks noGrp="1"/>
          </p:cNvSpPr>
          <p:nvPr>
            <p:ph type="title" hasCustomPrompt="1"/>
          </p:nvPr>
        </p:nvSpPr>
        <p:spPr>
          <a:xfrm>
            <a:off x="414336" y="255264"/>
            <a:ext cx="9327072" cy="369332"/>
          </a:xfrm>
        </p:spPr>
        <p:txBody>
          <a:bodyPr/>
          <a:lstStyle/>
          <a:p>
            <a:r>
              <a:rPr kumimoji="1" lang="ja-JP" altLang="en-US"/>
              <a:t>タイトル</a:t>
            </a:r>
            <a:r>
              <a:rPr kumimoji="1" lang="en-US" altLang="ja-JP"/>
              <a:t> </a:t>
            </a:r>
            <a:r>
              <a:rPr kumimoji="1" lang="ja-JP" altLang="en-US"/>
              <a:t>游ゴシック</a:t>
            </a:r>
            <a:r>
              <a:rPr kumimoji="1" lang="en-US" altLang="ja-JP"/>
              <a:t>Bold 24pt</a:t>
            </a:r>
            <a:endParaRPr kumimoji="1" lang="ja-JP" altLang="en-US"/>
          </a:p>
        </p:txBody>
      </p:sp>
      <p:sp>
        <p:nvSpPr>
          <p:cNvPr id="15" name="コンテンツ プレースホルダー 14">
            <a:extLst>
              <a:ext uri="{FF2B5EF4-FFF2-40B4-BE49-F238E27FC236}">
                <a16:creationId xmlns:a16="http://schemas.microsoft.com/office/drawing/2014/main" id="{F51E5A19-FBB7-6442-9D4F-1E3DFA3936D4}"/>
              </a:ext>
            </a:extLst>
          </p:cNvPr>
          <p:cNvSpPr>
            <a:spLocks noGrp="1"/>
          </p:cNvSpPr>
          <p:nvPr>
            <p:ph sz="quarter" idx="10" hasCustomPrompt="1"/>
          </p:nvPr>
        </p:nvSpPr>
        <p:spPr>
          <a:xfrm>
            <a:off x="414338" y="1187355"/>
            <a:ext cx="11550650" cy="5049933"/>
          </a:xfrm>
        </p:spPr>
        <p:txBody>
          <a:bodyPr>
            <a:normAutofit/>
          </a:bodyPr>
          <a:lstStyle>
            <a:lvl1pPr>
              <a:lnSpc>
                <a:spcPct val="150000"/>
              </a:lnSpc>
              <a:defRPr sz="1600"/>
            </a:lvl1pPr>
            <a:lvl2pPr>
              <a:lnSpc>
                <a:spcPct val="150000"/>
              </a:lnSpc>
              <a:defRPr/>
            </a:lvl2pPr>
            <a:lvl3pPr>
              <a:lnSpc>
                <a:spcPct val="150000"/>
              </a:lnSpc>
              <a:defRPr/>
            </a:lvl3pPr>
            <a:lvl4pPr>
              <a:lnSpc>
                <a:spcPct val="150000"/>
              </a:lnSpc>
              <a:defRPr/>
            </a:lvl4pPr>
            <a:lvl5pPr>
              <a:lnSpc>
                <a:spcPct val="150000"/>
              </a:lnSpc>
              <a:defRPr/>
            </a:lvl5pPr>
          </a:lstStyle>
          <a:p>
            <a:pPr lvl="0"/>
            <a:r>
              <a:rPr kumimoji="1" lang="ja-JP" altLang="en-US"/>
              <a:t>本文テキスト</a:t>
            </a:r>
            <a:r>
              <a:rPr kumimoji="1" lang="en-US" altLang="ja-JP"/>
              <a:t> </a:t>
            </a:r>
            <a:r>
              <a:rPr kumimoji="1" lang="ja-JP" altLang="en-US"/>
              <a:t>游ゴシック </a:t>
            </a:r>
            <a:r>
              <a:rPr kumimoji="1" lang="en-US" altLang="ja-JP"/>
              <a:t>Medium 16pt / </a:t>
            </a:r>
            <a:r>
              <a:rPr kumimoji="1" lang="ja-JP" altLang="en-US"/>
              <a:t>行間</a:t>
            </a:r>
            <a:r>
              <a:rPr kumimoji="1" lang="en-US" altLang="ja-JP"/>
              <a:t>1.5</a:t>
            </a:r>
            <a:br>
              <a:rPr kumimoji="1" lang="en-US" altLang="ja-JP"/>
            </a:br>
            <a:r>
              <a:rPr kumimoji="1" lang="ja-JP" altLang="en-US"/>
              <a:t>テーマカラー：</a:t>
            </a:r>
            <a:r>
              <a:rPr kumimoji="1" lang="en-US" altLang="ja-JP"/>
              <a:t>Blue and Cool gray </a:t>
            </a:r>
          </a:p>
        </p:txBody>
      </p:sp>
      <p:cxnSp>
        <p:nvCxnSpPr>
          <p:cNvPr id="9" name="直線コネクタ 8">
            <a:extLst>
              <a:ext uri="{FF2B5EF4-FFF2-40B4-BE49-F238E27FC236}">
                <a16:creationId xmlns:a16="http://schemas.microsoft.com/office/drawing/2014/main" id="{48411784-F115-E34D-82CF-2B9A4DC7E26D}"/>
              </a:ext>
            </a:extLst>
          </p:cNvPr>
          <p:cNvCxnSpPr>
            <a:cxnSpLocks/>
          </p:cNvCxnSpPr>
          <p:nvPr userDrawn="1"/>
        </p:nvCxnSpPr>
        <p:spPr>
          <a:xfrm>
            <a:off x="550714" y="6497492"/>
            <a:ext cx="0" cy="19800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5" name="テキスト ボックス 4">
            <a:extLst>
              <a:ext uri="{FF2B5EF4-FFF2-40B4-BE49-F238E27FC236}">
                <a16:creationId xmlns:a16="http://schemas.microsoft.com/office/drawing/2014/main" id="{1F747CB9-187E-E6FA-CC5F-92DC06F1982B}"/>
              </a:ext>
            </a:extLst>
          </p:cNvPr>
          <p:cNvSpPr txBox="1"/>
          <p:nvPr userDrawn="1"/>
        </p:nvSpPr>
        <p:spPr>
          <a:xfrm>
            <a:off x="10905066" y="6490836"/>
            <a:ext cx="1051053" cy="211203"/>
          </a:xfrm>
          <a:prstGeom prst="rect">
            <a:avLst/>
          </a:prstGeom>
          <a:noFill/>
          <a:ln>
            <a:solidFill>
              <a:srgbClr val="323232"/>
            </a:solidFill>
          </a:ln>
        </p:spPr>
        <p:txBody>
          <a:bodyPr wrap="square" lIns="36000" tIns="36000" rIns="36000" bIns="36000" rtlCol="0" anchor="ctr">
            <a:spAutoFit/>
          </a:bodyPr>
          <a:lstStyle/>
          <a:p>
            <a:pPr algn="ctr"/>
            <a:r>
              <a:rPr kumimoji="1" lang="en-US" altLang="ja-JP" sz="900" b="0" i="0">
                <a:solidFill>
                  <a:srgbClr val="323232"/>
                </a:solidFill>
                <a:latin typeface="+mj-lt"/>
                <a:ea typeface="MS Gothic" panose="020B0609070205080204" pitchFamily="49" charset="-128"/>
              </a:rPr>
              <a:t>CONFIDENTIAL</a:t>
            </a:r>
            <a:endParaRPr kumimoji="1" lang="ja-JP" altLang="en-US" sz="900" b="0" i="0">
              <a:solidFill>
                <a:srgbClr val="323232"/>
              </a:solidFill>
              <a:latin typeface="+mj-lt"/>
              <a:ea typeface="MS Gothic" panose="020B0609070205080204" pitchFamily="49" charset="-128"/>
            </a:endParaRPr>
          </a:p>
        </p:txBody>
      </p:sp>
      <p:pic>
        <p:nvPicPr>
          <p:cNvPr id="10" name="図 9" descr="図形&#10;&#10;低い精度で自動的に生成された説明">
            <a:extLst>
              <a:ext uri="{FF2B5EF4-FFF2-40B4-BE49-F238E27FC236}">
                <a16:creationId xmlns:a16="http://schemas.microsoft.com/office/drawing/2014/main" id="{F458B451-556C-0A77-5C7B-A5094204D86B}"/>
              </a:ext>
            </a:extLst>
          </p:cNvPr>
          <p:cNvPicPr>
            <a:picLocks noChangeAspect="1"/>
          </p:cNvPicPr>
          <p:nvPr userDrawn="1"/>
        </p:nvPicPr>
        <p:blipFill>
          <a:blip r:embed="rId2"/>
          <a:stretch>
            <a:fillRect/>
          </a:stretch>
        </p:blipFill>
        <p:spPr>
          <a:xfrm>
            <a:off x="9017000" y="4064000"/>
            <a:ext cx="3175000" cy="2794000"/>
          </a:xfrm>
          <a:prstGeom prst="rect">
            <a:avLst/>
          </a:prstGeom>
        </p:spPr>
      </p:pic>
      <p:pic>
        <p:nvPicPr>
          <p:cNvPr id="2" name="図 1" descr="アイコン&#10;&#10;低い精度で自動的に生成された説明">
            <a:extLst>
              <a:ext uri="{FF2B5EF4-FFF2-40B4-BE49-F238E27FC236}">
                <a16:creationId xmlns:a16="http://schemas.microsoft.com/office/drawing/2014/main" id="{22166060-8B4F-1920-1513-4363D0A7B100}"/>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0689431" y="66162"/>
            <a:ext cx="1441424" cy="662901"/>
          </a:xfrm>
          <a:prstGeom prst="rect">
            <a:avLst/>
          </a:prstGeom>
        </p:spPr>
      </p:pic>
    </p:spTree>
    <p:extLst>
      <p:ext uri="{BB962C8B-B14F-4D97-AF65-F5344CB8AC3E}">
        <p14:creationId xmlns:p14="http://schemas.microsoft.com/office/powerpoint/2010/main" val="235192019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3_green_circular_cover">
    <p:bg>
      <p:bgPr>
        <a:solidFill>
          <a:schemeClr val="bg1"/>
        </a:solidFill>
        <a:effectLst/>
      </p:bgPr>
    </p:bg>
    <p:spTree>
      <p:nvGrpSpPr>
        <p:cNvPr id="1" name=""/>
        <p:cNvGrpSpPr/>
        <p:nvPr/>
      </p:nvGrpSpPr>
      <p:grpSpPr>
        <a:xfrm>
          <a:off x="0" y="0"/>
          <a:ext cx="0" cy="0"/>
          <a:chOff x="0" y="0"/>
          <a:chExt cx="0" cy="0"/>
        </a:xfrm>
      </p:grpSpPr>
      <p:sp>
        <p:nvSpPr>
          <p:cNvPr id="15" name="タイトル 66"/>
          <p:cNvSpPr>
            <a:spLocks noGrp="1"/>
          </p:cNvSpPr>
          <p:nvPr>
            <p:ph type="title" hasCustomPrompt="1"/>
          </p:nvPr>
        </p:nvSpPr>
        <p:spPr>
          <a:xfrm>
            <a:off x="750626" y="2520666"/>
            <a:ext cx="6361374" cy="1842043"/>
          </a:xfrm>
          <a:prstGeom prst="rect">
            <a:avLst/>
          </a:prstGeom>
          <a:noFill/>
        </p:spPr>
        <p:txBody>
          <a:bodyPr wrap="square" lIns="0" tIns="0" rIns="0" bIns="0" anchor="t">
            <a:noAutofit/>
          </a:bodyPr>
          <a:lstStyle>
            <a:lvl1pPr>
              <a:lnSpc>
                <a:spcPct val="95000"/>
              </a:lnSpc>
              <a:defRPr sz="4200" b="1" spc="-100" baseline="0">
                <a:latin typeface="+mj-lt"/>
                <a:ea typeface="+mj-ea"/>
              </a:defRPr>
            </a:lvl1pPr>
          </a:lstStyle>
          <a:p>
            <a:r>
              <a:rPr kumimoji="1" lang="ja-JP" altLang="en-US"/>
              <a:t>タイトル</a:t>
            </a:r>
            <a:r>
              <a:rPr kumimoji="1" lang="en-US" altLang="ja-JP"/>
              <a:t> </a:t>
            </a:r>
            <a:br>
              <a:rPr kumimoji="1" lang="en-US" altLang="ja-JP"/>
            </a:br>
            <a:r>
              <a:rPr kumimoji="1" lang="ja-JP" altLang="en-US"/>
              <a:t>游ゴシック </a:t>
            </a:r>
            <a:r>
              <a:rPr kumimoji="1" lang="en-US" altLang="ja-JP"/>
              <a:t>Bold 42pt </a:t>
            </a:r>
            <a:br>
              <a:rPr kumimoji="1" lang="en-US" altLang="ja-JP"/>
            </a:br>
            <a:r>
              <a:rPr kumimoji="1" lang="ja-JP" altLang="en-US"/>
              <a:t>行間</a:t>
            </a:r>
            <a:r>
              <a:rPr kumimoji="1" lang="en-US" altLang="ja-JP"/>
              <a:t>0.95</a:t>
            </a:r>
            <a:endParaRPr kumimoji="1" lang="ja-JP" altLang="en-US"/>
          </a:p>
        </p:txBody>
      </p:sp>
      <p:sp>
        <p:nvSpPr>
          <p:cNvPr id="16" name="テキスト プレースホルダー 28"/>
          <p:cNvSpPr>
            <a:spLocks noGrp="1"/>
          </p:cNvSpPr>
          <p:nvPr>
            <p:ph type="body" sz="quarter" idx="11" hasCustomPrompt="1"/>
          </p:nvPr>
        </p:nvSpPr>
        <p:spPr>
          <a:xfrm>
            <a:off x="750626" y="4704321"/>
            <a:ext cx="6361374" cy="859900"/>
          </a:xfrm>
          <a:prstGeom prst="rect">
            <a:avLst/>
          </a:prstGeom>
          <a:noFill/>
        </p:spPr>
        <p:txBody>
          <a:bodyPr wrap="square" lIns="0" tIns="0" rIns="0" bIns="0" anchor="t" anchorCtr="0">
            <a:noAutofit/>
          </a:bodyPr>
          <a:lstStyle>
            <a:lvl1pPr marL="0" indent="0" defTabSz="158400">
              <a:lnSpc>
                <a:spcPct val="100000"/>
              </a:lnSpc>
              <a:spcBef>
                <a:spcPts val="0"/>
              </a:spcBef>
              <a:buNone/>
              <a:defRPr sz="1800" b="0" spc="-30" baseline="0">
                <a:latin typeface="+mj-lt"/>
                <a:ea typeface="+mj-ea"/>
              </a:defRPr>
            </a:lvl1pPr>
            <a:lvl2pPr marL="0" indent="0" defTabSz="158400">
              <a:buNone/>
              <a:defRPr sz="1400" b="1"/>
            </a:lvl2pPr>
            <a:lvl3pPr marL="0" indent="0" defTabSz="158400">
              <a:buNone/>
              <a:defRPr b="1"/>
            </a:lvl3pPr>
            <a:lvl4pPr marL="1371600" indent="0">
              <a:buNone/>
              <a:defRPr/>
            </a:lvl4pPr>
            <a:lvl5pPr marL="1828800" indent="0">
              <a:buNone/>
              <a:defRPr/>
            </a:lvl5pPr>
          </a:lstStyle>
          <a:p>
            <a:pPr lvl="0"/>
            <a:r>
              <a:rPr kumimoji="1" lang="ja-JP" altLang="en-US"/>
              <a:t>サブタイトル</a:t>
            </a:r>
            <a:r>
              <a:rPr kumimoji="1" lang="en-US" altLang="ja-JP"/>
              <a:t> </a:t>
            </a:r>
            <a:r>
              <a:rPr kumimoji="1" lang="ja-JP" altLang="en-US"/>
              <a:t>游ゴシック </a:t>
            </a:r>
            <a:r>
              <a:rPr kumimoji="1" lang="en-US" altLang="ja-JP"/>
              <a:t>Medium 18pt / </a:t>
            </a:r>
            <a:r>
              <a:rPr kumimoji="1" lang="ja-JP" altLang="en-US"/>
              <a:t>行間</a:t>
            </a:r>
            <a:r>
              <a:rPr kumimoji="1" lang="en-US" altLang="ja-JP"/>
              <a:t>1</a:t>
            </a:r>
            <a:br>
              <a:rPr kumimoji="1" lang="en-US" altLang="ja-JP"/>
            </a:br>
            <a:r>
              <a:rPr kumimoji="1" lang="ja-JP" altLang="en-US"/>
              <a:t>日付　　＊社外向け資料には、サブタイトル内に自社名を必ず記入してください。</a:t>
            </a:r>
            <a:endParaRPr kumimoji="1" lang="en-US" altLang="ja-JP"/>
          </a:p>
        </p:txBody>
      </p:sp>
      <p:sp>
        <p:nvSpPr>
          <p:cNvPr id="14" name="テキスト プレースホルダー 4"/>
          <p:cNvSpPr>
            <a:spLocks noGrp="1"/>
          </p:cNvSpPr>
          <p:nvPr>
            <p:ph type="body" sz="quarter" idx="17" hasCustomPrompt="1"/>
          </p:nvPr>
        </p:nvSpPr>
        <p:spPr>
          <a:xfrm>
            <a:off x="750627" y="1653463"/>
            <a:ext cx="6361373" cy="369332"/>
          </a:xfrm>
          <a:prstGeom prst="rect">
            <a:avLst/>
          </a:prstGeom>
        </p:spPr>
        <p:txBody>
          <a:bodyPr lIns="0" tIns="0" rIns="0" bIns="0" anchor="ctr">
            <a:noAutofit/>
          </a:bodyPr>
          <a:lstStyle>
            <a:lvl1pPr marL="0" indent="0">
              <a:spcBef>
                <a:spcPts val="0"/>
              </a:spcBef>
              <a:buNone/>
              <a:defRPr sz="2400" b="0" spc="-30" baseline="0">
                <a:solidFill>
                  <a:schemeClr val="tx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kumimoji="1" lang="ja-JP" altLang="en-US"/>
              <a:t>タイトル</a:t>
            </a:r>
            <a:r>
              <a:rPr kumimoji="1" lang="en-US" altLang="ja-JP"/>
              <a:t> </a:t>
            </a:r>
            <a:r>
              <a:rPr kumimoji="1" lang="ja-JP" altLang="en-US"/>
              <a:t>游ゴシック </a:t>
            </a:r>
            <a:r>
              <a:rPr kumimoji="1" lang="en-US" altLang="ja-JP"/>
              <a:t>Medium 24pt</a:t>
            </a:r>
            <a:endParaRPr kumimoji="1" lang="ja-JP" altLang="en-US"/>
          </a:p>
        </p:txBody>
      </p:sp>
      <p:sp>
        <p:nvSpPr>
          <p:cNvPr id="2" name="テキスト ボックス 1">
            <a:extLst>
              <a:ext uri="{FF2B5EF4-FFF2-40B4-BE49-F238E27FC236}">
                <a16:creationId xmlns:a16="http://schemas.microsoft.com/office/drawing/2014/main" id="{0FD2AD1D-2D74-0BB5-DAB1-9346C04FBA6F}"/>
              </a:ext>
            </a:extLst>
          </p:cNvPr>
          <p:cNvSpPr txBox="1"/>
          <p:nvPr userDrawn="1"/>
        </p:nvSpPr>
        <p:spPr>
          <a:xfrm>
            <a:off x="10768120" y="6397228"/>
            <a:ext cx="1188000" cy="241980"/>
          </a:xfrm>
          <a:prstGeom prst="rect">
            <a:avLst/>
          </a:prstGeom>
          <a:noFill/>
          <a:ln>
            <a:solidFill>
              <a:srgbClr val="FF0000"/>
            </a:solidFill>
          </a:ln>
        </p:spPr>
        <p:txBody>
          <a:bodyPr wrap="square" lIns="36000" tIns="36000" rIns="36000" bIns="36000" rtlCol="0" anchor="ctr">
            <a:spAutoFit/>
          </a:bodyPr>
          <a:lstStyle/>
          <a:p>
            <a:pPr algn="ctr"/>
            <a:r>
              <a:rPr kumimoji="1" lang="en-US" altLang="ja-JP" sz="1100" b="0" i="0">
                <a:solidFill>
                  <a:srgbClr val="FF0000"/>
                </a:solidFill>
                <a:latin typeface="+mj-lt"/>
                <a:ea typeface="MS Gothic" panose="020B0609070205080204" pitchFamily="49" charset="-128"/>
              </a:rPr>
              <a:t>CONFIDENTIAL</a:t>
            </a:r>
            <a:endParaRPr kumimoji="1" lang="ja-JP" altLang="en-US" sz="1100" b="0" i="0">
              <a:solidFill>
                <a:srgbClr val="FF0000"/>
              </a:solidFill>
              <a:latin typeface="+mj-lt"/>
              <a:ea typeface="MS Gothic" panose="020B0609070205080204" pitchFamily="49" charset="-128"/>
            </a:endParaRPr>
          </a:p>
        </p:txBody>
      </p:sp>
      <p:pic>
        <p:nvPicPr>
          <p:cNvPr id="8" name="図 7" descr="ランプ, 光 が含まれている画像&#10;&#10;自動的に生成された説明">
            <a:extLst>
              <a:ext uri="{FF2B5EF4-FFF2-40B4-BE49-F238E27FC236}">
                <a16:creationId xmlns:a16="http://schemas.microsoft.com/office/drawing/2014/main" id="{A9C384B3-0095-28B9-FF8B-EEA7915A51A7}"/>
              </a:ext>
            </a:extLst>
          </p:cNvPr>
          <p:cNvPicPr>
            <a:picLocks noChangeAspect="1"/>
          </p:cNvPicPr>
          <p:nvPr userDrawn="1"/>
        </p:nvPicPr>
        <p:blipFill>
          <a:blip r:embed="rId2"/>
          <a:stretch>
            <a:fillRect/>
          </a:stretch>
        </p:blipFill>
        <p:spPr>
          <a:xfrm>
            <a:off x="6985000" y="2540000"/>
            <a:ext cx="5207000" cy="4318000"/>
          </a:xfrm>
          <a:prstGeom prst="rect">
            <a:avLst/>
          </a:prstGeom>
        </p:spPr>
      </p:pic>
      <p:pic>
        <p:nvPicPr>
          <p:cNvPr id="5" name="図 4" descr="テキスト&#10;&#10;中程度の精度で自動的に生成された説明">
            <a:extLst>
              <a:ext uri="{FF2B5EF4-FFF2-40B4-BE49-F238E27FC236}">
                <a16:creationId xmlns:a16="http://schemas.microsoft.com/office/drawing/2014/main" id="{D694D317-7B15-CC02-568D-38931AF913CC}"/>
              </a:ext>
            </a:extLst>
          </p:cNvPr>
          <p:cNvPicPr>
            <a:picLocks noChangeAspect="1"/>
          </p:cNvPicPr>
          <p:nvPr userDrawn="1"/>
        </p:nvPicPr>
        <p:blipFill>
          <a:blip r:embed="rId3"/>
          <a:stretch>
            <a:fillRect/>
          </a:stretch>
        </p:blipFill>
        <p:spPr>
          <a:xfrm>
            <a:off x="9930034" y="66263"/>
            <a:ext cx="2182024" cy="662400"/>
          </a:xfrm>
          <a:prstGeom prst="rect">
            <a:avLst/>
          </a:prstGeom>
        </p:spPr>
      </p:pic>
    </p:spTree>
    <p:extLst>
      <p:ext uri="{BB962C8B-B14F-4D97-AF65-F5344CB8AC3E}">
        <p14:creationId xmlns:p14="http://schemas.microsoft.com/office/powerpoint/2010/main" val="85136963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3_green_circular_section">
    <p:bg>
      <p:bgPr>
        <a:solidFill>
          <a:schemeClr val="bg1"/>
        </a:solidFill>
        <a:effectLst/>
      </p:bgPr>
    </p:bg>
    <p:spTree>
      <p:nvGrpSpPr>
        <p:cNvPr id="1" name=""/>
        <p:cNvGrpSpPr/>
        <p:nvPr/>
      </p:nvGrpSpPr>
      <p:grpSpPr>
        <a:xfrm>
          <a:off x="0" y="0"/>
          <a:ext cx="0" cy="0"/>
          <a:chOff x="0" y="0"/>
          <a:chExt cx="0" cy="0"/>
        </a:xfrm>
      </p:grpSpPr>
      <p:sp>
        <p:nvSpPr>
          <p:cNvPr id="16" name="テキスト プレースホルダー 28">
            <a:extLst>
              <a:ext uri="{FF2B5EF4-FFF2-40B4-BE49-F238E27FC236}">
                <a16:creationId xmlns:a16="http://schemas.microsoft.com/office/drawing/2014/main" id="{AA5ACE5D-BCC4-7FAF-258F-580CB021B585}"/>
              </a:ext>
            </a:extLst>
          </p:cNvPr>
          <p:cNvSpPr>
            <a:spLocks noGrp="1"/>
          </p:cNvSpPr>
          <p:nvPr>
            <p:ph type="body" sz="quarter" idx="11" hasCustomPrompt="1"/>
          </p:nvPr>
        </p:nvSpPr>
        <p:spPr>
          <a:xfrm>
            <a:off x="750626" y="4235913"/>
            <a:ext cx="6667703" cy="276999"/>
          </a:xfrm>
          <a:prstGeom prst="rect">
            <a:avLst/>
          </a:prstGeom>
          <a:noFill/>
        </p:spPr>
        <p:txBody>
          <a:bodyPr wrap="square" lIns="0" tIns="0" rIns="0" bIns="0" anchor="t" anchorCtr="0">
            <a:noAutofit/>
          </a:bodyPr>
          <a:lstStyle>
            <a:lvl1pPr marL="0" indent="0" defTabSz="158400">
              <a:lnSpc>
                <a:spcPct val="100000"/>
              </a:lnSpc>
              <a:spcBef>
                <a:spcPts val="500"/>
              </a:spcBef>
              <a:buNone/>
              <a:defRPr sz="1800" b="0" spc="-30" baseline="0">
                <a:latin typeface="+mj-lt"/>
                <a:ea typeface="+mj-ea"/>
              </a:defRPr>
            </a:lvl1pPr>
            <a:lvl2pPr marL="0" indent="0" defTabSz="158400">
              <a:buNone/>
              <a:defRPr sz="1400" b="1"/>
            </a:lvl2pPr>
            <a:lvl3pPr marL="0" indent="0" defTabSz="158400">
              <a:buNone/>
              <a:defRPr b="1"/>
            </a:lvl3pPr>
            <a:lvl4pPr marL="1371600" indent="0">
              <a:buNone/>
              <a:defRPr/>
            </a:lvl4pPr>
            <a:lvl5pPr marL="1828800" indent="0">
              <a:buNone/>
              <a:defRPr/>
            </a:lvl5pPr>
          </a:lstStyle>
          <a:p>
            <a:pPr lvl="0"/>
            <a:r>
              <a:rPr kumimoji="1" lang="ja-JP" altLang="en-US"/>
              <a:t>サブタイトル</a:t>
            </a:r>
            <a:r>
              <a:rPr kumimoji="1" lang="en-US" altLang="ja-JP"/>
              <a:t> </a:t>
            </a:r>
            <a:r>
              <a:rPr kumimoji="1" lang="ja-JP" altLang="en-US"/>
              <a:t>游ゴシック </a:t>
            </a:r>
            <a:r>
              <a:rPr kumimoji="1" lang="en-US" altLang="ja-JP"/>
              <a:t>Medium 18pt</a:t>
            </a:r>
          </a:p>
        </p:txBody>
      </p:sp>
      <p:sp>
        <p:nvSpPr>
          <p:cNvPr id="23" name="タイトル 22">
            <a:extLst>
              <a:ext uri="{FF2B5EF4-FFF2-40B4-BE49-F238E27FC236}">
                <a16:creationId xmlns:a16="http://schemas.microsoft.com/office/drawing/2014/main" id="{3A40C814-17D5-4A7E-7A78-30BC828E8294}"/>
              </a:ext>
            </a:extLst>
          </p:cNvPr>
          <p:cNvSpPr>
            <a:spLocks noGrp="1"/>
          </p:cNvSpPr>
          <p:nvPr>
            <p:ph type="title" hasCustomPrompt="1"/>
          </p:nvPr>
        </p:nvSpPr>
        <p:spPr>
          <a:xfrm>
            <a:off x="750627" y="2867723"/>
            <a:ext cx="6667702" cy="1231106"/>
          </a:xfrm>
          <a:prstGeom prst="rect">
            <a:avLst/>
          </a:prstGeom>
        </p:spPr>
        <p:txBody>
          <a:bodyPr lIns="0" tIns="0" rIns="0" bIns="0" anchor="ctr">
            <a:noAutofit/>
          </a:bodyPr>
          <a:lstStyle>
            <a:lvl1pPr>
              <a:defRPr sz="4000"/>
            </a:lvl1pPr>
          </a:lstStyle>
          <a:p>
            <a:r>
              <a:rPr lang="ja-JP" altLang="en-US" sz="4000"/>
              <a:t>セクションタイトル</a:t>
            </a:r>
            <a:br>
              <a:rPr lang="en-US" altLang="ja-JP" sz="4000"/>
            </a:br>
            <a:r>
              <a:rPr lang="ja-JP" altLang="en-US" sz="4000"/>
              <a:t>游ゴシック</a:t>
            </a:r>
            <a:r>
              <a:rPr lang="en-US" altLang="ja-JP" sz="4000"/>
              <a:t>Bold 40pt / </a:t>
            </a:r>
            <a:r>
              <a:rPr lang="ja-JP" altLang="en-US" sz="4000"/>
              <a:t>行間</a:t>
            </a:r>
            <a:r>
              <a:rPr lang="en-US" altLang="ja-JP" sz="4000"/>
              <a:t>1</a:t>
            </a:r>
            <a:endParaRPr kumimoji="1" lang="ja-JP" altLang="en-US"/>
          </a:p>
        </p:txBody>
      </p:sp>
      <p:sp>
        <p:nvSpPr>
          <p:cNvPr id="13" name="スライド番号プレースホルダー 3">
            <a:extLst>
              <a:ext uri="{FF2B5EF4-FFF2-40B4-BE49-F238E27FC236}">
                <a16:creationId xmlns:a16="http://schemas.microsoft.com/office/drawing/2014/main" id="{DE1F0C62-7BF4-1436-B1EA-28526CF3CF40}"/>
              </a:ext>
            </a:extLst>
          </p:cNvPr>
          <p:cNvSpPr>
            <a:spLocks noGrp="1"/>
          </p:cNvSpPr>
          <p:nvPr>
            <p:ph type="sldNum" sz="quarter" idx="4"/>
          </p:nvPr>
        </p:nvSpPr>
        <p:spPr>
          <a:xfrm>
            <a:off x="242501" y="6474646"/>
            <a:ext cx="343672" cy="239418"/>
          </a:xfrm>
          <a:prstGeom prst="rect">
            <a:avLst/>
          </a:prstGeom>
        </p:spPr>
        <p:txBody>
          <a:bodyPr vert="horz" lIns="0" tIns="45720" rIns="91440" bIns="45720" rtlCol="0" anchor="t" anchorCtr="0"/>
          <a:lstStyle>
            <a:lvl1pPr algn="l">
              <a:defRPr sz="1130">
                <a:solidFill>
                  <a:schemeClr val="tx1"/>
                </a:solidFill>
                <a:latin typeface="+mj-lt"/>
              </a:defRPr>
            </a:lvl1pPr>
          </a:lstStyle>
          <a:p>
            <a:fld id="{48394356-8693-4048-8EAF-2BF05B04AA80}" type="slidenum">
              <a:rPr lang="ja-JP" altLang="en-US" smtClean="0"/>
              <a:pPr/>
              <a:t>‹#›</a:t>
            </a:fld>
            <a:endParaRPr lang="ja-JP" altLang="en-US"/>
          </a:p>
        </p:txBody>
      </p:sp>
      <p:sp>
        <p:nvSpPr>
          <p:cNvPr id="17" name="フッター プレースホルダー 2">
            <a:extLst>
              <a:ext uri="{FF2B5EF4-FFF2-40B4-BE49-F238E27FC236}">
                <a16:creationId xmlns:a16="http://schemas.microsoft.com/office/drawing/2014/main" id="{52133237-772B-F3B9-F68E-FACF5B26B6E8}"/>
              </a:ext>
            </a:extLst>
          </p:cNvPr>
          <p:cNvSpPr>
            <a:spLocks noGrp="1"/>
          </p:cNvSpPr>
          <p:nvPr>
            <p:ph type="ftr" sz="quarter" idx="3"/>
          </p:nvPr>
        </p:nvSpPr>
        <p:spPr>
          <a:xfrm>
            <a:off x="638758" y="6474646"/>
            <a:ext cx="4456805" cy="239418"/>
          </a:xfrm>
          <a:prstGeom prst="rect">
            <a:avLst/>
          </a:prstGeom>
        </p:spPr>
        <p:txBody>
          <a:bodyPr/>
          <a:lstStyle>
            <a:lvl1pPr algn="l">
              <a:defRPr sz="1100">
                <a:solidFill>
                  <a:schemeClr val="tx1"/>
                </a:solidFill>
              </a:defRPr>
            </a:lvl1pPr>
          </a:lstStyle>
          <a:p>
            <a:r>
              <a:rPr lang="ja-JP" altLang="en-US"/>
              <a:t>三菱ケミカル株式会社</a:t>
            </a:r>
          </a:p>
        </p:txBody>
      </p:sp>
      <p:cxnSp>
        <p:nvCxnSpPr>
          <p:cNvPr id="18" name="直線コネクタ 17">
            <a:extLst>
              <a:ext uri="{FF2B5EF4-FFF2-40B4-BE49-F238E27FC236}">
                <a16:creationId xmlns:a16="http://schemas.microsoft.com/office/drawing/2014/main" id="{E3B8C749-7366-4048-9166-4A62872F8A82}"/>
              </a:ext>
            </a:extLst>
          </p:cNvPr>
          <p:cNvCxnSpPr>
            <a:cxnSpLocks/>
          </p:cNvCxnSpPr>
          <p:nvPr userDrawn="1"/>
        </p:nvCxnSpPr>
        <p:spPr>
          <a:xfrm>
            <a:off x="550714" y="6497492"/>
            <a:ext cx="0" cy="19800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2" name="テキスト ボックス 1">
            <a:extLst>
              <a:ext uri="{FF2B5EF4-FFF2-40B4-BE49-F238E27FC236}">
                <a16:creationId xmlns:a16="http://schemas.microsoft.com/office/drawing/2014/main" id="{23E43A41-1D75-BD23-DC7E-612BD213B64B}"/>
              </a:ext>
            </a:extLst>
          </p:cNvPr>
          <p:cNvSpPr txBox="1"/>
          <p:nvPr userDrawn="1"/>
        </p:nvSpPr>
        <p:spPr>
          <a:xfrm>
            <a:off x="10768120" y="6397228"/>
            <a:ext cx="1188000" cy="241980"/>
          </a:xfrm>
          <a:prstGeom prst="rect">
            <a:avLst/>
          </a:prstGeom>
          <a:noFill/>
          <a:ln>
            <a:solidFill>
              <a:srgbClr val="FF0000"/>
            </a:solidFill>
          </a:ln>
        </p:spPr>
        <p:txBody>
          <a:bodyPr wrap="square" lIns="36000" tIns="36000" rIns="36000" bIns="36000" rtlCol="0" anchor="ctr">
            <a:spAutoFit/>
          </a:bodyPr>
          <a:lstStyle/>
          <a:p>
            <a:pPr algn="ctr"/>
            <a:r>
              <a:rPr kumimoji="1" lang="en-US" altLang="ja-JP" sz="1100" b="0" i="0">
                <a:solidFill>
                  <a:srgbClr val="FF0000"/>
                </a:solidFill>
                <a:latin typeface="+mj-lt"/>
                <a:ea typeface="MS Gothic" panose="020B0609070205080204" pitchFamily="49" charset="-128"/>
              </a:rPr>
              <a:t>CONFIDENTIAL</a:t>
            </a:r>
            <a:endParaRPr kumimoji="1" lang="ja-JP" altLang="en-US" sz="1100" b="0" i="0">
              <a:solidFill>
                <a:srgbClr val="FF0000"/>
              </a:solidFill>
              <a:latin typeface="+mj-lt"/>
              <a:ea typeface="MS Gothic" panose="020B0609070205080204" pitchFamily="49" charset="-128"/>
            </a:endParaRPr>
          </a:p>
        </p:txBody>
      </p:sp>
      <p:pic>
        <p:nvPicPr>
          <p:cNvPr id="8" name="図 7" descr="図形, 円&#10;&#10;自動的に生成された説明">
            <a:extLst>
              <a:ext uri="{FF2B5EF4-FFF2-40B4-BE49-F238E27FC236}">
                <a16:creationId xmlns:a16="http://schemas.microsoft.com/office/drawing/2014/main" id="{0B353F5B-4C3E-D949-FFA1-11F959F66C20}"/>
              </a:ext>
            </a:extLst>
          </p:cNvPr>
          <p:cNvPicPr>
            <a:picLocks noChangeAspect="1"/>
          </p:cNvPicPr>
          <p:nvPr userDrawn="1"/>
        </p:nvPicPr>
        <p:blipFill>
          <a:blip r:embed="rId2"/>
          <a:stretch>
            <a:fillRect/>
          </a:stretch>
        </p:blipFill>
        <p:spPr>
          <a:xfrm>
            <a:off x="6985000" y="0"/>
            <a:ext cx="5207000" cy="4318000"/>
          </a:xfrm>
          <a:prstGeom prst="rect">
            <a:avLst/>
          </a:prstGeom>
        </p:spPr>
      </p:pic>
      <p:pic>
        <p:nvPicPr>
          <p:cNvPr id="5" name="図 4" descr="テキスト&#10;&#10;中程度の精度で自動的に生成された説明">
            <a:extLst>
              <a:ext uri="{FF2B5EF4-FFF2-40B4-BE49-F238E27FC236}">
                <a16:creationId xmlns:a16="http://schemas.microsoft.com/office/drawing/2014/main" id="{931474FF-EACA-45E7-2043-CE82C24343BA}"/>
              </a:ext>
            </a:extLst>
          </p:cNvPr>
          <p:cNvPicPr>
            <a:picLocks noChangeAspect="1"/>
          </p:cNvPicPr>
          <p:nvPr userDrawn="1"/>
        </p:nvPicPr>
        <p:blipFill>
          <a:blip r:embed="rId3"/>
          <a:stretch>
            <a:fillRect/>
          </a:stretch>
        </p:blipFill>
        <p:spPr>
          <a:xfrm>
            <a:off x="9930034" y="66263"/>
            <a:ext cx="2182024" cy="662400"/>
          </a:xfrm>
          <a:prstGeom prst="rect">
            <a:avLst/>
          </a:prstGeom>
        </p:spPr>
      </p:pic>
    </p:spTree>
    <p:extLst>
      <p:ext uri="{BB962C8B-B14F-4D97-AF65-F5344CB8AC3E}">
        <p14:creationId xmlns:p14="http://schemas.microsoft.com/office/powerpoint/2010/main" val="205460467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3_green_circular_text">
    <p:spTree>
      <p:nvGrpSpPr>
        <p:cNvPr id="1" name=""/>
        <p:cNvGrpSpPr/>
        <p:nvPr/>
      </p:nvGrpSpPr>
      <p:grpSpPr>
        <a:xfrm>
          <a:off x="0" y="0"/>
          <a:ext cx="0" cy="0"/>
          <a:chOff x="0" y="0"/>
          <a:chExt cx="0" cy="0"/>
        </a:xfrm>
      </p:grpSpPr>
      <p:sp>
        <p:nvSpPr>
          <p:cNvPr id="12" name="スライド番号プレースホルダー 3">
            <a:extLst>
              <a:ext uri="{FF2B5EF4-FFF2-40B4-BE49-F238E27FC236}">
                <a16:creationId xmlns:a16="http://schemas.microsoft.com/office/drawing/2014/main" id="{9154874E-585B-8A05-2CDC-1474B6AEEBC6}"/>
              </a:ext>
            </a:extLst>
          </p:cNvPr>
          <p:cNvSpPr>
            <a:spLocks noGrp="1"/>
          </p:cNvSpPr>
          <p:nvPr>
            <p:ph type="sldNum" sz="quarter" idx="4"/>
          </p:nvPr>
        </p:nvSpPr>
        <p:spPr>
          <a:xfrm>
            <a:off x="242501" y="6474646"/>
            <a:ext cx="343672" cy="239418"/>
          </a:xfrm>
          <a:prstGeom prst="rect">
            <a:avLst/>
          </a:prstGeom>
        </p:spPr>
        <p:txBody>
          <a:bodyPr vert="horz" lIns="0" tIns="45720" rIns="91440" bIns="45720" rtlCol="0" anchor="t" anchorCtr="0"/>
          <a:lstStyle>
            <a:lvl1pPr algn="l">
              <a:defRPr sz="1130">
                <a:solidFill>
                  <a:schemeClr val="tx1"/>
                </a:solidFill>
                <a:latin typeface="+mj-lt"/>
              </a:defRPr>
            </a:lvl1pPr>
          </a:lstStyle>
          <a:p>
            <a:fld id="{48394356-8693-4048-8EAF-2BF05B04AA80}" type="slidenum">
              <a:rPr lang="ja-JP" altLang="en-US" smtClean="0"/>
              <a:pPr/>
              <a:t>‹#›</a:t>
            </a:fld>
            <a:endParaRPr lang="ja-JP" altLang="en-US"/>
          </a:p>
        </p:txBody>
      </p:sp>
      <p:sp>
        <p:nvSpPr>
          <p:cNvPr id="11" name="フッター プレースホルダー 2">
            <a:extLst>
              <a:ext uri="{FF2B5EF4-FFF2-40B4-BE49-F238E27FC236}">
                <a16:creationId xmlns:a16="http://schemas.microsoft.com/office/drawing/2014/main" id="{BF1224ED-0F96-677B-6766-A667DE634105}"/>
              </a:ext>
            </a:extLst>
          </p:cNvPr>
          <p:cNvSpPr>
            <a:spLocks noGrp="1"/>
          </p:cNvSpPr>
          <p:nvPr>
            <p:ph type="ftr" sz="quarter" idx="3"/>
          </p:nvPr>
        </p:nvSpPr>
        <p:spPr>
          <a:xfrm>
            <a:off x="638758" y="6474646"/>
            <a:ext cx="4456805" cy="239418"/>
          </a:xfrm>
          <a:prstGeom prst="rect">
            <a:avLst/>
          </a:prstGeom>
        </p:spPr>
        <p:txBody>
          <a:bodyPr/>
          <a:lstStyle>
            <a:lvl1pPr algn="l">
              <a:defRPr sz="1100">
                <a:solidFill>
                  <a:schemeClr val="tx1"/>
                </a:solidFill>
              </a:defRPr>
            </a:lvl1pPr>
          </a:lstStyle>
          <a:p>
            <a:r>
              <a:rPr lang="ja-JP" altLang="en-US"/>
              <a:t>三菱ケミカル株式会社</a:t>
            </a:r>
          </a:p>
        </p:txBody>
      </p:sp>
      <p:sp>
        <p:nvSpPr>
          <p:cNvPr id="4" name="タイトル 3">
            <a:extLst>
              <a:ext uri="{FF2B5EF4-FFF2-40B4-BE49-F238E27FC236}">
                <a16:creationId xmlns:a16="http://schemas.microsoft.com/office/drawing/2014/main" id="{554A9AD2-A44F-6C4C-90A5-7E0F6615ABFB}"/>
              </a:ext>
            </a:extLst>
          </p:cNvPr>
          <p:cNvSpPr>
            <a:spLocks noGrp="1"/>
          </p:cNvSpPr>
          <p:nvPr>
            <p:ph type="title" hasCustomPrompt="1"/>
          </p:nvPr>
        </p:nvSpPr>
        <p:spPr>
          <a:xfrm>
            <a:off x="414336" y="255264"/>
            <a:ext cx="9327072" cy="369332"/>
          </a:xfrm>
        </p:spPr>
        <p:txBody>
          <a:bodyPr/>
          <a:lstStyle/>
          <a:p>
            <a:r>
              <a:rPr kumimoji="1" lang="ja-JP" altLang="en-US"/>
              <a:t>タイトル</a:t>
            </a:r>
            <a:r>
              <a:rPr kumimoji="1" lang="en-US" altLang="ja-JP"/>
              <a:t> </a:t>
            </a:r>
            <a:r>
              <a:rPr kumimoji="1" lang="ja-JP" altLang="en-US"/>
              <a:t>游ゴシック</a:t>
            </a:r>
            <a:r>
              <a:rPr kumimoji="1" lang="en-US" altLang="ja-JP"/>
              <a:t>Bold 24pt</a:t>
            </a:r>
            <a:endParaRPr kumimoji="1" lang="ja-JP" altLang="en-US"/>
          </a:p>
        </p:txBody>
      </p:sp>
      <p:sp>
        <p:nvSpPr>
          <p:cNvPr id="15" name="コンテンツ プレースホルダー 14">
            <a:extLst>
              <a:ext uri="{FF2B5EF4-FFF2-40B4-BE49-F238E27FC236}">
                <a16:creationId xmlns:a16="http://schemas.microsoft.com/office/drawing/2014/main" id="{F51E5A19-FBB7-6442-9D4F-1E3DFA3936D4}"/>
              </a:ext>
            </a:extLst>
          </p:cNvPr>
          <p:cNvSpPr>
            <a:spLocks noGrp="1"/>
          </p:cNvSpPr>
          <p:nvPr>
            <p:ph sz="quarter" idx="10" hasCustomPrompt="1"/>
          </p:nvPr>
        </p:nvSpPr>
        <p:spPr>
          <a:xfrm>
            <a:off x="414338" y="1187355"/>
            <a:ext cx="11550650" cy="5049933"/>
          </a:xfrm>
        </p:spPr>
        <p:txBody>
          <a:bodyPr/>
          <a:lstStyle>
            <a:lvl1pPr>
              <a:lnSpc>
                <a:spcPct val="150000"/>
              </a:lnSpc>
              <a:defRPr sz="1600"/>
            </a:lvl1pPr>
            <a:lvl2pPr>
              <a:lnSpc>
                <a:spcPct val="150000"/>
              </a:lnSpc>
              <a:defRPr/>
            </a:lvl2pPr>
            <a:lvl3pPr>
              <a:lnSpc>
                <a:spcPct val="150000"/>
              </a:lnSpc>
              <a:defRPr/>
            </a:lvl3pPr>
            <a:lvl4pPr>
              <a:lnSpc>
                <a:spcPct val="150000"/>
              </a:lnSpc>
              <a:defRPr/>
            </a:lvl4pPr>
            <a:lvl5pPr>
              <a:lnSpc>
                <a:spcPct val="150000"/>
              </a:lnSpc>
              <a:defRPr/>
            </a:lvl5pPr>
          </a:lstStyle>
          <a:p>
            <a:pPr lvl="0"/>
            <a:r>
              <a:rPr kumimoji="1" lang="ja-JP" altLang="en-US"/>
              <a:t>本文テキスト</a:t>
            </a:r>
            <a:r>
              <a:rPr kumimoji="1" lang="en-US" altLang="ja-JP"/>
              <a:t> </a:t>
            </a:r>
            <a:r>
              <a:rPr kumimoji="1" lang="ja-JP" altLang="en-US"/>
              <a:t>游ゴシック </a:t>
            </a:r>
            <a:r>
              <a:rPr kumimoji="1" lang="en-US" altLang="ja-JP"/>
              <a:t>Medium 16pt / </a:t>
            </a:r>
            <a:r>
              <a:rPr kumimoji="1" lang="ja-JP" altLang="en-US"/>
              <a:t>行間</a:t>
            </a:r>
            <a:r>
              <a:rPr kumimoji="1" lang="en-US" altLang="ja-JP"/>
              <a:t>1.5</a:t>
            </a:r>
            <a:br>
              <a:rPr kumimoji="1" lang="en-US" altLang="ja-JP"/>
            </a:br>
            <a:r>
              <a:rPr kumimoji="1" lang="ja-JP" altLang="en-US"/>
              <a:t>テーマカラー：</a:t>
            </a:r>
            <a:r>
              <a:rPr kumimoji="1" lang="en-US" altLang="ja-JP"/>
              <a:t>Blue and Cool gray </a:t>
            </a:r>
          </a:p>
        </p:txBody>
      </p:sp>
      <p:cxnSp>
        <p:nvCxnSpPr>
          <p:cNvPr id="9" name="直線コネクタ 8">
            <a:extLst>
              <a:ext uri="{FF2B5EF4-FFF2-40B4-BE49-F238E27FC236}">
                <a16:creationId xmlns:a16="http://schemas.microsoft.com/office/drawing/2014/main" id="{48411784-F115-E34D-82CF-2B9A4DC7E26D}"/>
              </a:ext>
            </a:extLst>
          </p:cNvPr>
          <p:cNvCxnSpPr>
            <a:cxnSpLocks/>
          </p:cNvCxnSpPr>
          <p:nvPr userDrawn="1"/>
        </p:nvCxnSpPr>
        <p:spPr>
          <a:xfrm>
            <a:off x="550714" y="6497492"/>
            <a:ext cx="0" cy="19800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5" name="テキスト ボックス 4">
            <a:extLst>
              <a:ext uri="{FF2B5EF4-FFF2-40B4-BE49-F238E27FC236}">
                <a16:creationId xmlns:a16="http://schemas.microsoft.com/office/drawing/2014/main" id="{E2A51262-EBF5-A9EF-5DE2-9D7414762723}"/>
              </a:ext>
            </a:extLst>
          </p:cNvPr>
          <p:cNvSpPr txBox="1"/>
          <p:nvPr userDrawn="1"/>
        </p:nvSpPr>
        <p:spPr>
          <a:xfrm>
            <a:off x="10905066" y="6490836"/>
            <a:ext cx="1051053" cy="211203"/>
          </a:xfrm>
          <a:prstGeom prst="rect">
            <a:avLst/>
          </a:prstGeom>
          <a:noFill/>
          <a:ln>
            <a:solidFill>
              <a:srgbClr val="323232"/>
            </a:solidFill>
          </a:ln>
        </p:spPr>
        <p:txBody>
          <a:bodyPr wrap="square" lIns="36000" tIns="36000" rIns="36000" bIns="36000" rtlCol="0" anchor="ctr">
            <a:spAutoFit/>
          </a:bodyPr>
          <a:lstStyle/>
          <a:p>
            <a:pPr algn="ctr"/>
            <a:r>
              <a:rPr kumimoji="1" lang="en-US" altLang="ja-JP" sz="900" b="0" i="0">
                <a:solidFill>
                  <a:srgbClr val="323232"/>
                </a:solidFill>
                <a:latin typeface="+mj-lt"/>
                <a:ea typeface="MS Gothic" panose="020B0609070205080204" pitchFamily="49" charset="-128"/>
              </a:rPr>
              <a:t>CONFIDENTIAL</a:t>
            </a:r>
            <a:endParaRPr kumimoji="1" lang="ja-JP" altLang="en-US" sz="900" b="0" i="0">
              <a:solidFill>
                <a:srgbClr val="323232"/>
              </a:solidFill>
              <a:latin typeface="+mj-lt"/>
              <a:ea typeface="MS Gothic" panose="020B0609070205080204" pitchFamily="49" charset="-128"/>
            </a:endParaRPr>
          </a:p>
        </p:txBody>
      </p:sp>
      <p:pic>
        <p:nvPicPr>
          <p:cNvPr id="10" name="図 9" descr="図形&#10;&#10;中程度の精度で自動的に生成された説明">
            <a:extLst>
              <a:ext uri="{FF2B5EF4-FFF2-40B4-BE49-F238E27FC236}">
                <a16:creationId xmlns:a16="http://schemas.microsoft.com/office/drawing/2014/main" id="{C69D6576-8772-E9C9-93AC-25EDDE921743}"/>
              </a:ext>
            </a:extLst>
          </p:cNvPr>
          <p:cNvPicPr>
            <a:picLocks noChangeAspect="1"/>
          </p:cNvPicPr>
          <p:nvPr userDrawn="1"/>
        </p:nvPicPr>
        <p:blipFill>
          <a:blip r:embed="rId2"/>
          <a:stretch>
            <a:fillRect/>
          </a:stretch>
        </p:blipFill>
        <p:spPr>
          <a:xfrm>
            <a:off x="9017000" y="4064000"/>
            <a:ext cx="3175000" cy="2794000"/>
          </a:xfrm>
          <a:prstGeom prst="rect">
            <a:avLst/>
          </a:prstGeom>
        </p:spPr>
      </p:pic>
      <p:pic>
        <p:nvPicPr>
          <p:cNvPr id="2" name="図 1" descr="アイコン&#10;&#10;低い精度で自動的に生成された説明">
            <a:extLst>
              <a:ext uri="{FF2B5EF4-FFF2-40B4-BE49-F238E27FC236}">
                <a16:creationId xmlns:a16="http://schemas.microsoft.com/office/drawing/2014/main" id="{E582623D-2B9B-AA38-0360-06A55B2F7065}"/>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0689431" y="66162"/>
            <a:ext cx="1441424" cy="662901"/>
          </a:xfrm>
          <a:prstGeom prst="rect">
            <a:avLst/>
          </a:prstGeom>
        </p:spPr>
      </p:pic>
    </p:spTree>
    <p:extLst>
      <p:ext uri="{BB962C8B-B14F-4D97-AF65-F5344CB8AC3E}">
        <p14:creationId xmlns:p14="http://schemas.microsoft.com/office/powerpoint/2010/main" val="185481671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4_photo_blue_cover">
    <p:bg>
      <p:bgPr>
        <a:solidFill>
          <a:schemeClr val="bg1"/>
        </a:solidFill>
        <a:effectLst/>
      </p:bgPr>
    </p:bg>
    <p:spTree>
      <p:nvGrpSpPr>
        <p:cNvPr id="1" name=""/>
        <p:cNvGrpSpPr/>
        <p:nvPr/>
      </p:nvGrpSpPr>
      <p:grpSpPr>
        <a:xfrm>
          <a:off x="0" y="0"/>
          <a:ext cx="0" cy="0"/>
          <a:chOff x="0" y="0"/>
          <a:chExt cx="0" cy="0"/>
        </a:xfrm>
      </p:grpSpPr>
      <p:pic>
        <p:nvPicPr>
          <p:cNvPr id="13" name="図 12">
            <a:extLst>
              <a:ext uri="{FF2B5EF4-FFF2-40B4-BE49-F238E27FC236}">
                <a16:creationId xmlns:a16="http://schemas.microsoft.com/office/drawing/2014/main" id="{DDF27D8A-CF93-1DE1-A1E0-579A53D5F3DA}"/>
              </a:ext>
            </a:extLst>
          </p:cNvPr>
          <p:cNvPicPr>
            <a:picLocks noChangeAspect="1"/>
          </p:cNvPicPr>
          <p:nvPr userDrawn="1"/>
        </p:nvPicPr>
        <p:blipFill>
          <a:blip r:embed="rId2"/>
          <a:srcRect b="-17"/>
          <a:stretch/>
        </p:blipFill>
        <p:spPr>
          <a:xfrm>
            <a:off x="9382125" y="0"/>
            <a:ext cx="2809875" cy="6858000"/>
          </a:xfrm>
          <a:prstGeom prst="rect">
            <a:avLst/>
          </a:prstGeom>
        </p:spPr>
      </p:pic>
      <p:sp>
        <p:nvSpPr>
          <p:cNvPr id="15" name="タイトル 66"/>
          <p:cNvSpPr>
            <a:spLocks noGrp="1"/>
          </p:cNvSpPr>
          <p:nvPr>
            <p:ph type="title" hasCustomPrompt="1"/>
          </p:nvPr>
        </p:nvSpPr>
        <p:spPr>
          <a:xfrm>
            <a:off x="750626" y="2520666"/>
            <a:ext cx="6361374" cy="1842043"/>
          </a:xfrm>
          <a:prstGeom prst="rect">
            <a:avLst/>
          </a:prstGeom>
          <a:noFill/>
        </p:spPr>
        <p:txBody>
          <a:bodyPr wrap="square" lIns="0" tIns="0" rIns="0" bIns="0" anchor="t">
            <a:noAutofit/>
          </a:bodyPr>
          <a:lstStyle>
            <a:lvl1pPr>
              <a:lnSpc>
                <a:spcPct val="95000"/>
              </a:lnSpc>
              <a:defRPr sz="4200" b="1" spc="-100" baseline="0">
                <a:latin typeface="+mj-lt"/>
                <a:ea typeface="+mj-ea"/>
              </a:defRPr>
            </a:lvl1pPr>
          </a:lstStyle>
          <a:p>
            <a:r>
              <a:rPr kumimoji="1" lang="ja-JP" altLang="en-US"/>
              <a:t>タイトル</a:t>
            </a:r>
            <a:r>
              <a:rPr kumimoji="1" lang="en-US" altLang="ja-JP"/>
              <a:t> </a:t>
            </a:r>
            <a:br>
              <a:rPr kumimoji="1" lang="en-US" altLang="ja-JP"/>
            </a:br>
            <a:r>
              <a:rPr kumimoji="1" lang="ja-JP" altLang="en-US"/>
              <a:t>游ゴシック </a:t>
            </a:r>
            <a:r>
              <a:rPr kumimoji="1" lang="en-US" altLang="ja-JP"/>
              <a:t>Bold 42pt </a:t>
            </a:r>
            <a:br>
              <a:rPr kumimoji="1" lang="en-US" altLang="ja-JP"/>
            </a:br>
            <a:r>
              <a:rPr kumimoji="1" lang="ja-JP" altLang="en-US"/>
              <a:t>行間</a:t>
            </a:r>
            <a:r>
              <a:rPr kumimoji="1" lang="en-US" altLang="ja-JP"/>
              <a:t>0.95</a:t>
            </a:r>
            <a:endParaRPr kumimoji="1" lang="ja-JP" altLang="en-US"/>
          </a:p>
        </p:txBody>
      </p:sp>
      <p:sp>
        <p:nvSpPr>
          <p:cNvPr id="16" name="テキスト プレースホルダー 28"/>
          <p:cNvSpPr>
            <a:spLocks noGrp="1"/>
          </p:cNvSpPr>
          <p:nvPr>
            <p:ph type="body" sz="quarter" idx="11" hasCustomPrompt="1"/>
          </p:nvPr>
        </p:nvSpPr>
        <p:spPr>
          <a:xfrm>
            <a:off x="750626" y="4704321"/>
            <a:ext cx="6361374" cy="859900"/>
          </a:xfrm>
          <a:prstGeom prst="rect">
            <a:avLst/>
          </a:prstGeom>
          <a:noFill/>
        </p:spPr>
        <p:txBody>
          <a:bodyPr wrap="square" lIns="0" tIns="0" rIns="0" bIns="0" anchor="t" anchorCtr="0">
            <a:noAutofit/>
          </a:bodyPr>
          <a:lstStyle>
            <a:lvl1pPr marL="0" indent="0" defTabSz="158400">
              <a:lnSpc>
                <a:spcPct val="100000"/>
              </a:lnSpc>
              <a:spcBef>
                <a:spcPts val="0"/>
              </a:spcBef>
              <a:buNone/>
              <a:defRPr sz="1800" b="0" spc="-30" baseline="0">
                <a:latin typeface="+mj-lt"/>
                <a:ea typeface="+mj-ea"/>
              </a:defRPr>
            </a:lvl1pPr>
            <a:lvl2pPr marL="0" indent="0" defTabSz="158400">
              <a:buNone/>
              <a:defRPr sz="1400" b="1"/>
            </a:lvl2pPr>
            <a:lvl3pPr marL="0" indent="0" defTabSz="158400">
              <a:buNone/>
              <a:defRPr b="1"/>
            </a:lvl3pPr>
            <a:lvl4pPr marL="1371600" indent="0">
              <a:buNone/>
              <a:defRPr/>
            </a:lvl4pPr>
            <a:lvl5pPr marL="1828800" indent="0">
              <a:buNone/>
              <a:defRPr/>
            </a:lvl5pPr>
          </a:lstStyle>
          <a:p>
            <a:pPr lvl="0"/>
            <a:r>
              <a:rPr kumimoji="1" lang="ja-JP" altLang="en-US"/>
              <a:t>サブタイトル</a:t>
            </a:r>
            <a:r>
              <a:rPr kumimoji="1" lang="en-US" altLang="ja-JP"/>
              <a:t> </a:t>
            </a:r>
            <a:r>
              <a:rPr kumimoji="1" lang="ja-JP" altLang="en-US"/>
              <a:t>游ゴシック </a:t>
            </a:r>
            <a:r>
              <a:rPr kumimoji="1" lang="en-US" altLang="ja-JP"/>
              <a:t>Medium 18pt / </a:t>
            </a:r>
            <a:r>
              <a:rPr kumimoji="1" lang="ja-JP" altLang="en-US"/>
              <a:t>行間</a:t>
            </a:r>
            <a:r>
              <a:rPr kumimoji="1" lang="en-US" altLang="ja-JP"/>
              <a:t>1</a:t>
            </a:r>
            <a:br>
              <a:rPr kumimoji="1" lang="en-US" altLang="ja-JP"/>
            </a:br>
            <a:r>
              <a:rPr kumimoji="1" lang="ja-JP" altLang="en-US"/>
              <a:t>日付　　＊社外向け資料には、サブタイトル内に自社名を必ず記入してください。</a:t>
            </a:r>
            <a:endParaRPr kumimoji="1" lang="en-US" altLang="ja-JP"/>
          </a:p>
        </p:txBody>
      </p:sp>
      <p:sp>
        <p:nvSpPr>
          <p:cNvPr id="14" name="テキスト プレースホルダー 4"/>
          <p:cNvSpPr>
            <a:spLocks noGrp="1"/>
          </p:cNvSpPr>
          <p:nvPr>
            <p:ph type="body" sz="quarter" idx="17" hasCustomPrompt="1"/>
          </p:nvPr>
        </p:nvSpPr>
        <p:spPr>
          <a:xfrm>
            <a:off x="750627" y="1653463"/>
            <a:ext cx="6361373" cy="369332"/>
          </a:xfrm>
          <a:prstGeom prst="rect">
            <a:avLst/>
          </a:prstGeom>
        </p:spPr>
        <p:txBody>
          <a:bodyPr lIns="0" tIns="0" rIns="0" bIns="0" anchor="ctr">
            <a:noAutofit/>
          </a:bodyPr>
          <a:lstStyle>
            <a:lvl1pPr marL="0" indent="0">
              <a:spcBef>
                <a:spcPts val="0"/>
              </a:spcBef>
              <a:buNone/>
              <a:defRPr sz="2400" b="0" spc="-30" baseline="0">
                <a:solidFill>
                  <a:schemeClr val="tx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kumimoji="1" lang="ja-JP" altLang="en-US"/>
              <a:t>タイトル</a:t>
            </a:r>
            <a:r>
              <a:rPr kumimoji="1" lang="en-US" altLang="ja-JP"/>
              <a:t> </a:t>
            </a:r>
            <a:r>
              <a:rPr kumimoji="1" lang="ja-JP" altLang="en-US"/>
              <a:t>游ゴシック </a:t>
            </a:r>
            <a:r>
              <a:rPr kumimoji="1" lang="en-US" altLang="ja-JP"/>
              <a:t>Medium 24pt</a:t>
            </a:r>
            <a:endParaRPr kumimoji="1" lang="ja-JP" altLang="en-US"/>
          </a:p>
        </p:txBody>
      </p:sp>
      <p:sp>
        <p:nvSpPr>
          <p:cNvPr id="2" name="テキスト ボックス 1">
            <a:extLst>
              <a:ext uri="{FF2B5EF4-FFF2-40B4-BE49-F238E27FC236}">
                <a16:creationId xmlns:a16="http://schemas.microsoft.com/office/drawing/2014/main" id="{E60FAC23-4C92-4DE0-F083-427560DDC99A}"/>
              </a:ext>
            </a:extLst>
          </p:cNvPr>
          <p:cNvSpPr txBox="1"/>
          <p:nvPr userDrawn="1"/>
        </p:nvSpPr>
        <p:spPr>
          <a:xfrm>
            <a:off x="10768120" y="6397228"/>
            <a:ext cx="1188000" cy="241980"/>
          </a:xfrm>
          <a:prstGeom prst="rect">
            <a:avLst/>
          </a:prstGeom>
          <a:solidFill>
            <a:schemeClr val="bg1"/>
          </a:solidFill>
          <a:ln>
            <a:solidFill>
              <a:srgbClr val="FF0000"/>
            </a:solidFill>
          </a:ln>
        </p:spPr>
        <p:txBody>
          <a:bodyPr wrap="square" lIns="36000" tIns="36000" rIns="36000" bIns="36000" rtlCol="0" anchor="ctr">
            <a:spAutoFit/>
          </a:bodyPr>
          <a:lstStyle/>
          <a:p>
            <a:pPr algn="ctr"/>
            <a:r>
              <a:rPr kumimoji="1" lang="en-US" altLang="ja-JP" sz="1100" b="0" i="0">
                <a:solidFill>
                  <a:srgbClr val="FF0000"/>
                </a:solidFill>
                <a:latin typeface="+mj-lt"/>
                <a:ea typeface="MS Gothic" panose="020B0609070205080204" pitchFamily="49" charset="-128"/>
              </a:rPr>
              <a:t>CONFIDENTIAL</a:t>
            </a:r>
            <a:endParaRPr kumimoji="1" lang="ja-JP" altLang="en-US" sz="1100" b="0" i="0">
              <a:solidFill>
                <a:srgbClr val="FF0000"/>
              </a:solidFill>
              <a:latin typeface="+mj-lt"/>
              <a:ea typeface="MS Gothic" panose="020B0609070205080204" pitchFamily="49" charset="-128"/>
            </a:endParaRPr>
          </a:p>
        </p:txBody>
      </p:sp>
      <p:pic>
        <p:nvPicPr>
          <p:cNvPr id="7" name="図 6" descr="図形, 円&#10;&#10;自動的に生成された説明">
            <a:extLst>
              <a:ext uri="{FF2B5EF4-FFF2-40B4-BE49-F238E27FC236}">
                <a16:creationId xmlns:a16="http://schemas.microsoft.com/office/drawing/2014/main" id="{2C0B660F-651E-2CBA-22A2-45839C456B24}"/>
              </a:ext>
            </a:extLst>
          </p:cNvPr>
          <p:cNvPicPr>
            <a:picLocks noChangeAspect="1"/>
          </p:cNvPicPr>
          <p:nvPr userDrawn="1"/>
        </p:nvPicPr>
        <p:blipFill>
          <a:blip r:embed="rId3"/>
          <a:stretch>
            <a:fillRect/>
          </a:stretch>
        </p:blipFill>
        <p:spPr>
          <a:xfrm>
            <a:off x="6985000" y="2545321"/>
            <a:ext cx="5207000" cy="4318000"/>
          </a:xfrm>
          <a:prstGeom prst="rect">
            <a:avLst/>
          </a:prstGeom>
        </p:spPr>
      </p:pic>
      <p:pic>
        <p:nvPicPr>
          <p:cNvPr id="4" name="図 3" descr="テキスト&#10;&#10;中程度の精度で自動的に生成された説明">
            <a:extLst>
              <a:ext uri="{FF2B5EF4-FFF2-40B4-BE49-F238E27FC236}">
                <a16:creationId xmlns:a16="http://schemas.microsoft.com/office/drawing/2014/main" id="{F9035B74-094B-209B-142E-2F4575B9D4E6}"/>
              </a:ext>
            </a:extLst>
          </p:cNvPr>
          <p:cNvPicPr>
            <a:picLocks noChangeAspect="1"/>
          </p:cNvPicPr>
          <p:nvPr userDrawn="1"/>
        </p:nvPicPr>
        <p:blipFill>
          <a:blip r:embed="rId4"/>
          <a:stretch>
            <a:fillRect/>
          </a:stretch>
        </p:blipFill>
        <p:spPr>
          <a:xfrm>
            <a:off x="75816" y="66263"/>
            <a:ext cx="2182024" cy="662400"/>
          </a:xfrm>
          <a:prstGeom prst="rect">
            <a:avLst/>
          </a:prstGeom>
        </p:spPr>
      </p:pic>
    </p:spTree>
    <p:extLst>
      <p:ext uri="{BB962C8B-B14F-4D97-AF65-F5344CB8AC3E}">
        <p14:creationId xmlns:p14="http://schemas.microsoft.com/office/powerpoint/2010/main" val="98005266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4_photo_blue_section">
    <p:bg>
      <p:bgPr>
        <a:solidFill>
          <a:schemeClr val="bg1"/>
        </a:solidFill>
        <a:effectLst/>
      </p:bgPr>
    </p:bg>
    <p:spTree>
      <p:nvGrpSpPr>
        <p:cNvPr id="1" name=""/>
        <p:cNvGrpSpPr/>
        <p:nvPr/>
      </p:nvGrpSpPr>
      <p:grpSpPr>
        <a:xfrm>
          <a:off x="0" y="0"/>
          <a:ext cx="0" cy="0"/>
          <a:chOff x="0" y="0"/>
          <a:chExt cx="0" cy="0"/>
        </a:xfrm>
      </p:grpSpPr>
      <p:pic>
        <p:nvPicPr>
          <p:cNvPr id="2" name="図 1">
            <a:extLst>
              <a:ext uri="{FF2B5EF4-FFF2-40B4-BE49-F238E27FC236}">
                <a16:creationId xmlns:a16="http://schemas.microsoft.com/office/drawing/2014/main" id="{50ECA10C-38C8-BAA4-70D5-31A2424404F6}"/>
              </a:ext>
            </a:extLst>
          </p:cNvPr>
          <p:cNvPicPr>
            <a:picLocks noChangeAspect="1"/>
          </p:cNvPicPr>
          <p:nvPr userDrawn="1"/>
        </p:nvPicPr>
        <p:blipFill>
          <a:blip r:embed="rId2"/>
          <a:srcRect b="-17"/>
          <a:stretch/>
        </p:blipFill>
        <p:spPr>
          <a:xfrm>
            <a:off x="9382125" y="0"/>
            <a:ext cx="2809875" cy="6858000"/>
          </a:xfrm>
          <a:prstGeom prst="rect">
            <a:avLst/>
          </a:prstGeom>
        </p:spPr>
      </p:pic>
      <p:sp>
        <p:nvSpPr>
          <p:cNvPr id="16" name="テキスト プレースホルダー 28">
            <a:extLst>
              <a:ext uri="{FF2B5EF4-FFF2-40B4-BE49-F238E27FC236}">
                <a16:creationId xmlns:a16="http://schemas.microsoft.com/office/drawing/2014/main" id="{AA5ACE5D-BCC4-7FAF-258F-580CB021B585}"/>
              </a:ext>
            </a:extLst>
          </p:cNvPr>
          <p:cNvSpPr>
            <a:spLocks noGrp="1"/>
          </p:cNvSpPr>
          <p:nvPr>
            <p:ph type="body" sz="quarter" idx="11" hasCustomPrompt="1"/>
          </p:nvPr>
        </p:nvSpPr>
        <p:spPr>
          <a:xfrm>
            <a:off x="750626" y="4235913"/>
            <a:ext cx="7119051" cy="276999"/>
          </a:xfrm>
          <a:prstGeom prst="rect">
            <a:avLst/>
          </a:prstGeom>
          <a:noFill/>
        </p:spPr>
        <p:txBody>
          <a:bodyPr wrap="square" lIns="0" tIns="0" rIns="0" bIns="0" anchor="t" anchorCtr="0">
            <a:noAutofit/>
          </a:bodyPr>
          <a:lstStyle>
            <a:lvl1pPr marL="0" indent="0" defTabSz="158400">
              <a:lnSpc>
                <a:spcPct val="100000"/>
              </a:lnSpc>
              <a:spcBef>
                <a:spcPts val="500"/>
              </a:spcBef>
              <a:buNone/>
              <a:defRPr sz="1800" b="0" spc="-30" baseline="0">
                <a:latin typeface="+mj-lt"/>
                <a:ea typeface="+mj-ea"/>
              </a:defRPr>
            </a:lvl1pPr>
            <a:lvl2pPr marL="0" indent="0" defTabSz="158400">
              <a:buNone/>
              <a:defRPr sz="1400" b="1"/>
            </a:lvl2pPr>
            <a:lvl3pPr marL="0" indent="0" defTabSz="158400">
              <a:buNone/>
              <a:defRPr b="1"/>
            </a:lvl3pPr>
            <a:lvl4pPr marL="1371600" indent="0">
              <a:buNone/>
              <a:defRPr/>
            </a:lvl4pPr>
            <a:lvl5pPr marL="1828800" indent="0">
              <a:buNone/>
              <a:defRPr/>
            </a:lvl5pPr>
          </a:lstStyle>
          <a:p>
            <a:pPr lvl="0"/>
            <a:r>
              <a:rPr kumimoji="1" lang="ja-JP" altLang="en-US"/>
              <a:t>サブタイトル</a:t>
            </a:r>
            <a:r>
              <a:rPr kumimoji="1" lang="en-US" altLang="ja-JP"/>
              <a:t> </a:t>
            </a:r>
            <a:r>
              <a:rPr kumimoji="1" lang="ja-JP" altLang="en-US"/>
              <a:t>游ゴシック </a:t>
            </a:r>
            <a:r>
              <a:rPr kumimoji="1" lang="en-US" altLang="ja-JP"/>
              <a:t>Medium 18pt</a:t>
            </a:r>
          </a:p>
        </p:txBody>
      </p:sp>
      <p:sp>
        <p:nvSpPr>
          <p:cNvPr id="23" name="タイトル 22">
            <a:extLst>
              <a:ext uri="{FF2B5EF4-FFF2-40B4-BE49-F238E27FC236}">
                <a16:creationId xmlns:a16="http://schemas.microsoft.com/office/drawing/2014/main" id="{3A40C814-17D5-4A7E-7A78-30BC828E8294}"/>
              </a:ext>
            </a:extLst>
          </p:cNvPr>
          <p:cNvSpPr>
            <a:spLocks noGrp="1"/>
          </p:cNvSpPr>
          <p:nvPr>
            <p:ph type="title" hasCustomPrompt="1"/>
          </p:nvPr>
        </p:nvSpPr>
        <p:spPr>
          <a:xfrm>
            <a:off x="750626" y="2867723"/>
            <a:ext cx="7119051" cy="1231106"/>
          </a:xfrm>
          <a:prstGeom prst="rect">
            <a:avLst/>
          </a:prstGeom>
        </p:spPr>
        <p:txBody>
          <a:bodyPr lIns="0" tIns="0" rIns="0" bIns="0" anchor="ctr">
            <a:noAutofit/>
          </a:bodyPr>
          <a:lstStyle>
            <a:lvl1pPr>
              <a:defRPr sz="4000"/>
            </a:lvl1pPr>
          </a:lstStyle>
          <a:p>
            <a:r>
              <a:rPr lang="ja-JP" altLang="en-US" sz="4000"/>
              <a:t>セクションタイトル</a:t>
            </a:r>
            <a:br>
              <a:rPr lang="en-US" altLang="ja-JP" sz="4000"/>
            </a:br>
            <a:r>
              <a:rPr lang="ja-JP" altLang="en-US" sz="4000"/>
              <a:t>游ゴシック</a:t>
            </a:r>
            <a:r>
              <a:rPr lang="en-US" altLang="ja-JP" sz="4000"/>
              <a:t>Bold 40pt / </a:t>
            </a:r>
            <a:r>
              <a:rPr lang="ja-JP" altLang="en-US" sz="4000"/>
              <a:t>行間</a:t>
            </a:r>
            <a:r>
              <a:rPr lang="en-US" altLang="ja-JP" sz="4000"/>
              <a:t>1</a:t>
            </a:r>
            <a:endParaRPr kumimoji="1" lang="ja-JP" altLang="en-US"/>
          </a:p>
        </p:txBody>
      </p:sp>
      <p:sp>
        <p:nvSpPr>
          <p:cNvPr id="13" name="スライド番号プレースホルダー 3">
            <a:extLst>
              <a:ext uri="{FF2B5EF4-FFF2-40B4-BE49-F238E27FC236}">
                <a16:creationId xmlns:a16="http://schemas.microsoft.com/office/drawing/2014/main" id="{DE1F0C62-7BF4-1436-B1EA-28526CF3CF40}"/>
              </a:ext>
            </a:extLst>
          </p:cNvPr>
          <p:cNvSpPr>
            <a:spLocks noGrp="1"/>
          </p:cNvSpPr>
          <p:nvPr>
            <p:ph type="sldNum" sz="quarter" idx="4"/>
          </p:nvPr>
        </p:nvSpPr>
        <p:spPr>
          <a:xfrm>
            <a:off x="242501" y="6474646"/>
            <a:ext cx="343672" cy="239418"/>
          </a:xfrm>
          <a:prstGeom prst="rect">
            <a:avLst/>
          </a:prstGeom>
        </p:spPr>
        <p:txBody>
          <a:bodyPr vert="horz" lIns="0" tIns="45720" rIns="91440" bIns="45720" rtlCol="0" anchor="t" anchorCtr="0"/>
          <a:lstStyle>
            <a:lvl1pPr algn="l">
              <a:defRPr sz="1130">
                <a:solidFill>
                  <a:schemeClr val="tx1"/>
                </a:solidFill>
                <a:latin typeface="+mj-lt"/>
              </a:defRPr>
            </a:lvl1pPr>
          </a:lstStyle>
          <a:p>
            <a:fld id="{48394356-8693-4048-8EAF-2BF05B04AA80}" type="slidenum">
              <a:rPr lang="ja-JP" altLang="en-US" smtClean="0"/>
              <a:pPr/>
              <a:t>‹#›</a:t>
            </a:fld>
            <a:endParaRPr lang="ja-JP" altLang="en-US"/>
          </a:p>
        </p:txBody>
      </p:sp>
      <p:sp>
        <p:nvSpPr>
          <p:cNvPr id="17" name="フッター プレースホルダー 2">
            <a:extLst>
              <a:ext uri="{FF2B5EF4-FFF2-40B4-BE49-F238E27FC236}">
                <a16:creationId xmlns:a16="http://schemas.microsoft.com/office/drawing/2014/main" id="{52133237-772B-F3B9-F68E-FACF5B26B6E8}"/>
              </a:ext>
            </a:extLst>
          </p:cNvPr>
          <p:cNvSpPr>
            <a:spLocks noGrp="1"/>
          </p:cNvSpPr>
          <p:nvPr>
            <p:ph type="ftr" sz="quarter" idx="3"/>
          </p:nvPr>
        </p:nvSpPr>
        <p:spPr>
          <a:xfrm>
            <a:off x="638758" y="6474646"/>
            <a:ext cx="4456805" cy="239418"/>
          </a:xfrm>
          <a:prstGeom prst="rect">
            <a:avLst/>
          </a:prstGeom>
        </p:spPr>
        <p:txBody>
          <a:bodyPr/>
          <a:lstStyle>
            <a:lvl1pPr algn="l">
              <a:defRPr sz="1100">
                <a:solidFill>
                  <a:schemeClr val="tx1"/>
                </a:solidFill>
              </a:defRPr>
            </a:lvl1pPr>
          </a:lstStyle>
          <a:p>
            <a:r>
              <a:rPr lang="ja-JP" altLang="en-US"/>
              <a:t>三菱ケミカル株式会社</a:t>
            </a:r>
          </a:p>
        </p:txBody>
      </p:sp>
      <p:cxnSp>
        <p:nvCxnSpPr>
          <p:cNvPr id="18" name="直線コネクタ 17">
            <a:extLst>
              <a:ext uri="{FF2B5EF4-FFF2-40B4-BE49-F238E27FC236}">
                <a16:creationId xmlns:a16="http://schemas.microsoft.com/office/drawing/2014/main" id="{E3B8C749-7366-4048-9166-4A62872F8A82}"/>
              </a:ext>
            </a:extLst>
          </p:cNvPr>
          <p:cNvCxnSpPr>
            <a:cxnSpLocks/>
          </p:cNvCxnSpPr>
          <p:nvPr userDrawn="1"/>
        </p:nvCxnSpPr>
        <p:spPr>
          <a:xfrm>
            <a:off x="550714" y="6497492"/>
            <a:ext cx="0" cy="19800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7" name="テキスト ボックス 6">
            <a:extLst>
              <a:ext uri="{FF2B5EF4-FFF2-40B4-BE49-F238E27FC236}">
                <a16:creationId xmlns:a16="http://schemas.microsoft.com/office/drawing/2014/main" id="{D527DCC5-4C04-E99F-2F99-C0F7F6AD0B94}"/>
              </a:ext>
            </a:extLst>
          </p:cNvPr>
          <p:cNvSpPr txBox="1"/>
          <p:nvPr userDrawn="1"/>
        </p:nvSpPr>
        <p:spPr>
          <a:xfrm>
            <a:off x="10768120" y="6397228"/>
            <a:ext cx="1188000" cy="241980"/>
          </a:xfrm>
          <a:prstGeom prst="rect">
            <a:avLst/>
          </a:prstGeom>
          <a:solidFill>
            <a:schemeClr val="bg1"/>
          </a:solidFill>
          <a:ln>
            <a:solidFill>
              <a:srgbClr val="FF0000"/>
            </a:solidFill>
          </a:ln>
        </p:spPr>
        <p:txBody>
          <a:bodyPr wrap="square" lIns="36000" tIns="36000" rIns="36000" bIns="36000" rtlCol="0" anchor="ctr">
            <a:spAutoFit/>
          </a:bodyPr>
          <a:lstStyle/>
          <a:p>
            <a:pPr algn="ctr"/>
            <a:r>
              <a:rPr kumimoji="1" lang="en-US" altLang="ja-JP" sz="1100" b="0" i="0">
                <a:solidFill>
                  <a:srgbClr val="FF0000"/>
                </a:solidFill>
                <a:latin typeface="+mj-lt"/>
                <a:ea typeface="MS Gothic" panose="020B0609070205080204" pitchFamily="49" charset="-128"/>
              </a:rPr>
              <a:t>CONFIDENTIAL</a:t>
            </a:r>
            <a:endParaRPr kumimoji="1" lang="ja-JP" altLang="en-US" sz="1100" b="0" i="0">
              <a:solidFill>
                <a:srgbClr val="FF0000"/>
              </a:solidFill>
              <a:latin typeface="+mj-lt"/>
              <a:ea typeface="MS Gothic" panose="020B0609070205080204" pitchFamily="49" charset="-128"/>
            </a:endParaRPr>
          </a:p>
        </p:txBody>
      </p:sp>
      <p:pic>
        <p:nvPicPr>
          <p:cNvPr id="5" name="図 4" descr="図形, 円&#10;&#10;自動的に生成された説明">
            <a:extLst>
              <a:ext uri="{FF2B5EF4-FFF2-40B4-BE49-F238E27FC236}">
                <a16:creationId xmlns:a16="http://schemas.microsoft.com/office/drawing/2014/main" id="{C8AE480A-D33F-F3D0-EB6D-229546ABF623}"/>
              </a:ext>
            </a:extLst>
          </p:cNvPr>
          <p:cNvPicPr>
            <a:picLocks noChangeAspect="1"/>
          </p:cNvPicPr>
          <p:nvPr userDrawn="1"/>
        </p:nvPicPr>
        <p:blipFill>
          <a:blip r:embed="rId3"/>
          <a:stretch>
            <a:fillRect/>
          </a:stretch>
        </p:blipFill>
        <p:spPr>
          <a:xfrm>
            <a:off x="6985000" y="0"/>
            <a:ext cx="5207000" cy="4318000"/>
          </a:xfrm>
          <a:prstGeom prst="rect">
            <a:avLst/>
          </a:prstGeom>
        </p:spPr>
      </p:pic>
      <p:pic>
        <p:nvPicPr>
          <p:cNvPr id="8" name="図 7" descr="テキスト&#10;&#10;中程度の精度で自動的に生成された説明">
            <a:extLst>
              <a:ext uri="{FF2B5EF4-FFF2-40B4-BE49-F238E27FC236}">
                <a16:creationId xmlns:a16="http://schemas.microsoft.com/office/drawing/2014/main" id="{E1C7F703-B8C7-70F6-B82F-D0F3E51C581B}"/>
              </a:ext>
            </a:extLst>
          </p:cNvPr>
          <p:cNvPicPr>
            <a:picLocks noChangeAspect="1"/>
          </p:cNvPicPr>
          <p:nvPr userDrawn="1"/>
        </p:nvPicPr>
        <p:blipFill>
          <a:blip r:embed="rId4"/>
          <a:stretch>
            <a:fillRect/>
          </a:stretch>
        </p:blipFill>
        <p:spPr>
          <a:xfrm>
            <a:off x="75816" y="66263"/>
            <a:ext cx="2182024" cy="662400"/>
          </a:xfrm>
          <a:prstGeom prst="rect">
            <a:avLst/>
          </a:prstGeom>
        </p:spPr>
      </p:pic>
    </p:spTree>
    <p:extLst>
      <p:ext uri="{BB962C8B-B14F-4D97-AF65-F5344CB8AC3E}">
        <p14:creationId xmlns:p14="http://schemas.microsoft.com/office/powerpoint/2010/main" val="169365117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4_photo_green_cover">
    <p:bg>
      <p:bgPr>
        <a:solidFill>
          <a:schemeClr val="bg1"/>
        </a:solidFill>
        <a:effectLst/>
      </p:bgPr>
    </p:bg>
    <p:spTree>
      <p:nvGrpSpPr>
        <p:cNvPr id="1" name=""/>
        <p:cNvGrpSpPr/>
        <p:nvPr/>
      </p:nvGrpSpPr>
      <p:grpSpPr>
        <a:xfrm>
          <a:off x="0" y="0"/>
          <a:ext cx="0" cy="0"/>
          <a:chOff x="0" y="0"/>
          <a:chExt cx="0" cy="0"/>
        </a:xfrm>
      </p:grpSpPr>
      <p:pic>
        <p:nvPicPr>
          <p:cNvPr id="2" name="図 1">
            <a:extLst>
              <a:ext uri="{FF2B5EF4-FFF2-40B4-BE49-F238E27FC236}">
                <a16:creationId xmlns:a16="http://schemas.microsoft.com/office/drawing/2014/main" id="{FB637127-8D27-2A9A-ED77-8C55395E8CE7}"/>
              </a:ext>
            </a:extLst>
          </p:cNvPr>
          <p:cNvPicPr>
            <a:picLocks noChangeAspect="1"/>
          </p:cNvPicPr>
          <p:nvPr userDrawn="1"/>
        </p:nvPicPr>
        <p:blipFill>
          <a:blip r:embed="rId2"/>
          <a:srcRect b="-17"/>
          <a:stretch/>
        </p:blipFill>
        <p:spPr>
          <a:xfrm>
            <a:off x="9382125" y="0"/>
            <a:ext cx="2809875" cy="6858000"/>
          </a:xfrm>
          <a:prstGeom prst="rect">
            <a:avLst/>
          </a:prstGeom>
        </p:spPr>
      </p:pic>
      <p:sp>
        <p:nvSpPr>
          <p:cNvPr id="15" name="タイトル 66"/>
          <p:cNvSpPr>
            <a:spLocks noGrp="1"/>
          </p:cNvSpPr>
          <p:nvPr>
            <p:ph type="title" hasCustomPrompt="1"/>
          </p:nvPr>
        </p:nvSpPr>
        <p:spPr>
          <a:xfrm>
            <a:off x="750626" y="2520666"/>
            <a:ext cx="6361374" cy="1842043"/>
          </a:xfrm>
          <a:prstGeom prst="rect">
            <a:avLst/>
          </a:prstGeom>
          <a:noFill/>
        </p:spPr>
        <p:txBody>
          <a:bodyPr wrap="square" lIns="0" tIns="0" rIns="0" bIns="0" anchor="t">
            <a:noAutofit/>
          </a:bodyPr>
          <a:lstStyle>
            <a:lvl1pPr>
              <a:lnSpc>
                <a:spcPct val="95000"/>
              </a:lnSpc>
              <a:defRPr sz="4200" b="1" spc="-100" baseline="0">
                <a:latin typeface="+mj-lt"/>
                <a:ea typeface="+mj-ea"/>
              </a:defRPr>
            </a:lvl1pPr>
          </a:lstStyle>
          <a:p>
            <a:r>
              <a:rPr kumimoji="1" lang="ja-JP" altLang="en-US"/>
              <a:t>タイトル</a:t>
            </a:r>
            <a:r>
              <a:rPr kumimoji="1" lang="en-US" altLang="ja-JP"/>
              <a:t> </a:t>
            </a:r>
            <a:br>
              <a:rPr kumimoji="1" lang="en-US" altLang="ja-JP"/>
            </a:br>
            <a:r>
              <a:rPr kumimoji="1" lang="ja-JP" altLang="en-US"/>
              <a:t>游ゴシック </a:t>
            </a:r>
            <a:r>
              <a:rPr kumimoji="1" lang="en-US" altLang="ja-JP"/>
              <a:t>Bold 42pt </a:t>
            </a:r>
            <a:br>
              <a:rPr kumimoji="1" lang="en-US" altLang="ja-JP"/>
            </a:br>
            <a:r>
              <a:rPr kumimoji="1" lang="ja-JP" altLang="en-US"/>
              <a:t>行間</a:t>
            </a:r>
            <a:r>
              <a:rPr kumimoji="1" lang="en-US" altLang="ja-JP"/>
              <a:t>0.95</a:t>
            </a:r>
            <a:endParaRPr kumimoji="1" lang="ja-JP" altLang="en-US"/>
          </a:p>
        </p:txBody>
      </p:sp>
      <p:sp>
        <p:nvSpPr>
          <p:cNvPr id="16" name="テキスト プレースホルダー 28"/>
          <p:cNvSpPr>
            <a:spLocks noGrp="1"/>
          </p:cNvSpPr>
          <p:nvPr>
            <p:ph type="body" sz="quarter" idx="11" hasCustomPrompt="1"/>
          </p:nvPr>
        </p:nvSpPr>
        <p:spPr>
          <a:xfrm>
            <a:off x="750626" y="4704321"/>
            <a:ext cx="6361374" cy="859900"/>
          </a:xfrm>
          <a:prstGeom prst="rect">
            <a:avLst/>
          </a:prstGeom>
          <a:noFill/>
        </p:spPr>
        <p:txBody>
          <a:bodyPr wrap="square" lIns="0" tIns="0" rIns="0" bIns="0" anchor="t" anchorCtr="0">
            <a:noAutofit/>
          </a:bodyPr>
          <a:lstStyle>
            <a:lvl1pPr marL="0" indent="0" defTabSz="158400">
              <a:lnSpc>
                <a:spcPct val="100000"/>
              </a:lnSpc>
              <a:spcBef>
                <a:spcPts val="0"/>
              </a:spcBef>
              <a:buNone/>
              <a:defRPr sz="1800" b="0" spc="-30" baseline="0">
                <a:latin typeface="+mj-lt"/>
                <a:ea typeface="+mj-ea"/>
              </a:defRPr>
            </a:lvl1pPr>
            <a:lvl2pPr marL="0" indent="0" defTabSz="158400">
              <a:buNone/>
              <a:defRPr sz="1400" b="1"/>
            </a:lvl2pPr>
            <a:lvl3pPr marL="0" indent="0" defTabSz="158400">
              <a:buNone/>
              <a:defRPr b="1"/>
            </a:lvl3pPr>
            <a:lvl4pPr marL="1371600" indent="0">
              <a:buNone/>
              <a:defRPr/>
            </a:lvl4pPr>
            <a:lvl5pPr marL="1828800" indent="0">
              <a:buNone/>
              <a:defRPr/>
            </a:lvl5pPr>
          </a:lstStyle>
          <a:p>
            <a:pPr lvl="0"/>
            <a:r>
              <a:rPr kumimoji="1" lang="ja-JP" altLang="en-US"/>
              <a:t>サブタイトル</a:t>
            </a:r>
            <a:r>
              <a:rPr kumimoji="1" lang="en-US" altLang="ja-JP"/>
              <a:t> </a:t>
            </a:r>
            <a:r>
              <a:rPr kumimoji="1" lang="ja-JP" altLang="en-US"/>
              <a:t>游ゴシック </a:t>
            </a:r>
            <a:r>
              <a:rPr kumimoji="1" lang="en-US" altLang="ja-JP"/>
              <a:t>Medium 18pt / </a:t>
            </a:r>
            <a:r>
              <a:rPr kumimoji="1" lang="ja-JP" altLang="en-US"/>
              <a:t>行間</a:t>
            </a:r>
            <a:r>
              <a:rPr kumimoji="1" lang="en-US" altLang="ja-JP"/>
              <a:t>1</a:t>
            </a:r>
            <a:br>
              <a:rPr kumimoji="1" lang="en-US" altLang="ja-JP"/>
            </a:br>
            <a:r>
              <a:rPr kumimoji="1" lang="ja-JP" altLang="en-US"/>
              <a:t>日付　　＊社外向け資料には、サブタイトル内に自社名を必ず記入してください。</a:t>
            </a:r>
            <a:endParaRPr kumimoji="1" lang="en-US" altLang="ja-JP"/>
          </a:p>
        </p:txBody>
      </p:sp>
      <p:sp>
        <p:nvSpPr>
          <p:cNvPr id="14" name="テキスト プレースホルダー 4"/>
          <p:cNvSpPr>
            <a:spLocks noGrp="1"/>
          </p:cNvSpPr>
          <p:nvPr>
            <p:ph type="body" sz="quarter" idx="17" hasCustomPrompt="1"/>
          </p:nvPr>
        </p:nvSpPr>
        <p:spPr>
          <a:xfrm>
            <a:off x="750627" y="1653463"/>
            <a:ext cx="6361373" cy="369332"/>
          </a:xfrm>
          <a:prstGeom prst="rect">
            <a:avLst/>
          </a:prstGeom>
        </p:spPr>
        <p:txBody>
          <a:bodyPr lIns="0" tIns="0" rIns="0" bIns="0" anchor="ctr">
            <a:noAutofit/>
          </a:bodyPr>
          <a:lstStyle>
            <a:lvl1pPr marL="0" indent="0">
              <a:spcBef>
                <a:spcPts val="0"/>
              </a:spcBef>
              <a:buNone/>
              <a:defRPr sz="2400" b="0" spc="-30" baseline="0">
                <a:solidFill>
                  <a:schemeClr val="tx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kumimoji="1" lang="ja-JP" altLang="en-US"/>
              <a:t>タイトル</a:t>
            </a:r>
            <a:r>
              <a:rPr kumimoji="1" lang="en-US" altLang="ja-JP"/>
              <a:t> </a:t>
            </a:r>
            <a:r>
              <a:rPr kumimoji="1" lang="ja-JP" altLang="en-US"/>
              <a:t>游ゴシック </a:t>
            </a:r>
            <a:r>
              <a:rPr kumimoji="1" lang="en-US" altLang="ja-JP"/>
              <a:t>Medium 24pt</a:t>
            </a:r>
            <a:endParaRPr kumimoji="1" lang="ja-JP" altLang="en-US"/>
          </a:p>
        </p:txBody>
      </p:sp>
      <p:sp>
        <p:nvSpPr>
          <p:cNvPr id="7" name="テキスト ボックス 6">
            <a:extLst>
              <a:ext uri="{FF2B5EF4-FFF2-40B4-BE49-F238E27FC236}">
                <a16:creationId xmlns:a16="http://schemas.microsoft.com/office/drawing/2014/main" id="{BAAEDEE3-8A5C-AB38-D1A5-E130459EE35E}"/>
              </a:ext>
            </a:extLst>
          </p:cNvPr>
          <p:cNvSpPr txBox="1"/>
          <p:nvPr userDrawn="1"/>
        </p:nvSpPr>
        <p:spPr>
          <a:xfrm>
            <a:off x="10768120" y="6397228"/>
            <a:ext cx="1188000" cy="241980"/>
          </a:xfrm>
          <a:prstGeom prst="rect">
            <a:avLst/>
          </a:prstGeom>
          <a:solidFill>
            <a:schemeClr val="bg1"/>
          </a:solidFill>
          <a:ln>
            <a:solidFill>
              <a:srgbClr val="FF0000"/>
            </a:solidFill>
          </a:ln>
        </p:spPr>
        <p:txBody>
          <a:bodyPr wrap="square" lIns="36000" tIns="36000" rIns="36000" bIns="36000" rtlCol="0" anchor="ctr">
            <a:spAutoFit/>
          </a:bodyPr>
          <a:lstStyle/>
          <a:p>
            <a:pPr algn="ctr"/>
            <a:r>
              <a:rPr kumimoji="1" lang="en-US" altLang="ja-JP" sz="1100" b="0" i="0">
                <a:solidFill>
                  <a:srgbClr val="FF0000"/>
                </a:solidFill>
                <a:latin typeface="+mj-lt"/>
                <a:ea typeface="MS Gothic" panose="020B0609070205080204" pitchFamily="49" charset="-128"/>
              </a:rPr>
              <a:t>CONFIDENTIAL</a:t>
            </a:r>
            <a:endParaRPr kumimoji="1" lang="ja-JP" altLang="en-US" sz="1100" b="0" i="0">
              <a:solidFill>
                <a:srgbClr val="FF0000"/>
              </a:solidFill>
              <a:latin typeface="+mj-lt"/>
              <a:ea typeface="MS Gothic" panose="020B0609070205080204" pitchFamily="49" charset="-128"/>
            </a:endParaRPr>
          </a:p>
        </p:txBody>
      </p:sp>
      <p:pic>
        <p:nvPicPr>
          <p:cNvPr id="6" name="図 5" descr="ランプ, 光 が含まれている画像&#10;&#10;自動的に生成された説明">
            <a:extLst>
              <a:ext uri="{FF2B5EF4-FFF2-40B4-BE49-F238E27FC236}">
                <a16:creationId xmlns:a16="http://schemas.microsoft.com/office/drawing/2014/main" id="{7FE87EA2-0A02-84F3-CEDE-36468E0242DF}"/>
              </a:ext>
            </a:extLst>
          </p:cNvPr>
          <p:cNvPicPr>
            <a:picLocks noChangeAspect="1"/>
          </p:cNvPicPr>
          <p:nvPr userDrawn="1"/>
        </p:nvPicPr>
        <p:blipFill>
          <a:blip r:embed="rId3"/>
          <a:stretch>
            <a:fillRect/>
          </a:stretch>
        </p:blipFill>
        <p:spPr>
          <a:xfrm>
            <a:off x="6984999" y="2540000"/>
            <a:ext cx="5207000" cy="4318000"/>
          </a:xfrm>
          <a:prstGeom prst="rect">
            <a:avLst/>
          </a:prstGeom>
        </p:spPr>
      </p:pic>
      <p:pic>
        <p:nvPicPr>
          <p:cNvPr id="8" name="図 7" descr="テキスト&#10;&#10;中程度の精度で自動的に生成された説明">
            <a:extLst>
              <a:ext uri="{FF2B5EF4-FFF2-40B4-BE49-F238E27FC236}">
                <a16:creationId xmlns:a16="http://schemas.microsoft.com/office/drawing/2014/main" id="{FA01F46E-13A7-9E58-7675-153447B1BC5C}"/>
              </a:ext>
            </a:extLst>
          </p:cNvPr>
          <p:cNvPicPr>
            <a:picLocks noChangeAspect="1"/>
          </p:cNvPicPr>
          <p:nvPr userDrawn="1"/>
        </p:nvPicPr>
        <p:blipFill>
          <a:blip r:embed="rId4"/>
          <a:stretch>
            <a:fillRect/>
          </a:stretch>
        </p:blipFill>
        <p:spPr>
          <a:xfrm>
            <a:off x="75816" y="66263"/>
            <a:ext cx="2182024" cy="662400"/>
          </a:xfrm>
          <a:prstGeom prst="rect">
            <a:avLst/>
          </a:prstGeom>
        </p:spPr>
      </p:pic>
    </p:spTree>
    <p:extLst>
      <p:ext uri="{BB962C8B-B14F-4D97-AF65-F5344CB8AC3E}">
        <p14:creationId xmlns:p14="http://schemas.microsoft.com/office/powerpoint/2010/main" val="398047381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4_photo_green_section">
    <p:bg>
      <p:bgPr>
        <a:solidFill>
          <a:schemeClr val="bg1"/>
        </a:solidFill>
        <a:effectLst/>
      </p:bgPr>
    </p:bg>
    <p:spTree>
      <p:nvGrpSpPr>
        <p:cNvPr id="1" name=""/>
        <p:cNvGrpSpPr/>
        <p:nvPr/>
      </p:nvGrpSpPr>
      <p:grpSpPr>
        <a:xfrm>
          <a:off x="0" y="0"/>
          <a:ext cx="0" cy="0"/>
          <a:chOff x="0" y="0"/>
          <a:chExt cx="0" cy="0"/>
        </a:xfrm>
      </p:grpSpPr>
      <p:pic>
        <p:nvPicPr>
          <p:cNvPr id="2" name="図 1">
            <a:extLst>
              <a:ext uri="{FF2B5EF4-FFF2-40B4-BE49-F238E27FC236}">
                <a16:creationId xmlns:a16="http://schemas.microsoft.com/office/drawing/2014/main" id="{D3AFD4A4-F749-31F6-0CF6-C2D7E621B4CE}"/>
              </a:ext>
            </a:extLst>
          </p:cNvPr>
          <p:cNvPicPr>
            <a:picLocks noChangeAspect="1"/>
          </p:cNvPicPr>
          <p:nvPr userDrawn="1"/>
        </p:nvPicPr>
        <p:blipFill>
          <a:blip r:embed="rId2"/>
          <a:srcRect b="-17"/>
          <a:stretch/>
        </p:blipFill>
        <p:spPr>
          <a:xfrm>
            <a:off x="9382125" y="0"/>
            <a:ext cx="2809875" cy="6858000"/>
          </a:xfrm>
          <a:prstGeom prst="rect">
            <a:avLst/>
          </a:prstGeom>
        </p:spPr>
      </p:pic>
      <p:sp>
        <p:nvSpPr>
          <p:cNvPr id="16" name="テキスト プレースホルダー 28">
            <a:extLst>
              <a:ext uri="{FF2B5EF4-FFF2-40B4-BE49-F238E27FC236}">
                <a16:creationId xmlns:a16="http://schemas.microsoft.com/office/drawing/2014/main" id="{AA5ACE5D-BCC4-7FAF-258F-580CB021B585}"/>
              </a:ext>
            </a:extLst>
          </p:cNvPr>
          <p:cNvSpPr>
            <a:spLocks noGrp="1"/>
          </p:cNvSpPr>
          <p:nvPr>
            <p:ph type="body" sz="quarter" idx="11" hasCustomPrompt="1"/>
          </p:nvPr>
        </p:nvSpPr>
        <p:spPr>
          <a:xfrm>
            <a:off x="750626" y="4235913"/>
            <a:ext cx="7119051" cy="276999"/>
          </a:xfrm>
          <a:prstGeom prst="rect">
            <a:avLst/>
          </a:prstGeom>
          <a:noFill/>
        </p:spPr>
        <p:txBody>
          <a:bodyPr wrap="square" lIns="0" tIns="0" rIns="0" bIns="0" anchor="t" anchorCtr="0">
            <a:noAutofit/>
          </a:bodyPr>
          <a:lstStyle>
            <a:lvl1pPr marL="0" indent="0" defTabSz="158400">
              <a:lnSpc>
                <a:spcPct val="100000"/>
              </a:lnSpc>
              <a:spcBef>
                <a:spcPts val="500"/>
              </a:spcBef>
              <a:buNone/>
              <a:defRPr sz="1800" b="0" spc="-30" baseline="0">
                <a:latin typeface="+mj-lt"/>
                <a:ea typeface="+mj-ea"/>
              </a:defRPr>
            </a:lvl1pPr>
            <a:lvl2pPr marL="0" indent="0" defTabSz="158400">
              <a:buNone/>
              <a:defRPr sz="1400" b="1"/>
            </a:lvl2pPr>
            <a:lvl3pPr marL="0" indent="0" defTabSz="158400">
              <a:buNone/>
              <a:defRPr b="1"/>
            </a:lvl3pPr>
            <a:lvl4pPr marL="1371600" indent="0">
              <a:buNone/>
              <a:defRPr/>
            </a:lvl4pPr>
            <a:lvl5pPr marL="1828800" indent="0">
              <a:buNone/>
              <a:defRPr/>
            </a:lvl5pPr>
          </a:lstStyle>
          <a:p>
            <a:pPr lvl="0"/>
            <a:r>
              <a:rPr kumimoji="1" lang="ja-JP" altLang="en-US"/>
              <a:t>サブタイトル</a:t>
            </a:r>
            <a:r>
              <a:rPr kumimoji="1" lang="en-US" altLang="ja-JP"/>
              <a:t> </a:t>
            </a:r>
            <a:r>
              <a:rPr kumimoji="1" lang="ja-JP" altLang="en-US"/>
              <a:t>游ゴシック </a:t>
            </a:r>
            <a:r>
              <a:rPr kumimoji="1" lang="en-US" altLang="ja-JP"/>
              <a:t>Medium 18pt</a:t>
            </a:r>
          </a:p>
        </p:txBody>
      </p:sp>
      <p:sp>
        <p:nvSpPr>
          <p:cNvPr id="23" name="タイトル 22">
            <a:extLst>
              <a:ext uri="{FF2B5EF4-FFF2-40B4-BE49-F238E27FC236}">
                <a16:creationId xmlns:a16="http://schemas.microsoft.com/office/drawing/2014/main" id="{3A40C814-17D5-4A7E-7A78-30BC828E8294}"/>
              </a:ext>
            </a:extLst>
          </p:cNvPr>
          <p:cNvSpPr>
            <a:spLocks noGrp="1"/>
          </p:cNvSpPr>
          <p:nvPr>
            <p:ph type="title" hasCustomPrompt="1"/>
          </p:nvPr>
        </p:nvSpPr>
        <p:spPr>
          <a:xfrm>
            <a:off x="750626" y="2867723"/>
            <a:ext cx="7119051" cy="1231106"/>
          </a:xfrm>
          <a:prstGeom prst="rect">
            <a:avLst/>
          </a:prstGeom>
        </p:spPr>
        <p:txBody>
          <a:bodyPr lIns="0" tIns="0" rIns="0" bIns="0" anchor="ctr">
            <a:noAutofit/>
          </a:bodyPr>
          <a:lstStyle>
            <a:lvl1pPr>
              <a:defRPr sz="4000"/>
            </a:lvl1pPr>
          </a:lstStyle>
          <a:p>
            <a:r>
              <a:rPr lang="ja-JP" altLang="en-US" sz="4000"/>
              <a:t>セクションタイトル</a:t>
            </a:r>
            <a:br>
              <a:rPr lang="en-US" altLang="ja-JP" sz="4000"/>
            </a:br>
            <a:r>
              <a:rPr lang="ja-JP" altLang="en-US" sz="4000"/>
              <a:t>游ゴシック</a:t>
            </a:r>
            <a:r>
              <a:rPr lang="en-US" altLang="ja-JP" sz="4000"/>
              <a:t>Bold 40pt / </a:t>
            </a:r>
            <a:r>
              <a:rPr lang="ja-JP" altLang="en-US" sz="4000"/>
              <a:t>行間</a:t>
            </a:r>
            <a:r>
              <a:rPr lang="en-US" altLang="ja-JP" sz="4000"/>
              <a:t>1</a:t>
            </a:r>
            <a:endParaRPr kumimoji="1" lang="ja-JP" altLang="en-US"/>
          </a:p>
        </p:txBody>
      </p:sp>
      <p:sp>
        <p:nvSpPr>
          <p:cNvPr id="13" name="スライド番号プレースホルダー 3">
            <a:extLst>
              <a:ext uri="{FF2B5EF4-FFF2-40B4-BE49-F238E27FC236}">
                <a16:creationId xmlns:a16="http://schemas.microsoft.com/office/drawing/2014/main" id="{DE1F0C62-7BF4-1436-B1EA-28526CF3CF40}"/>
              </a:ext>
            </a:extLst>
          </p:cNvPr>
          <p:cNvSpPr>
            <a:spLocks noGrp="1"/>
          </p:cNvSpPr>
          <p:nvPr>
            <p:ph type="sldNum" sz="quarter" idx="4"/>
          </p:nvPr>
        </p:nvSpPr>
        <p:spPr>
          <a:xfrm>
            <a:off x="242501" y="6474646"/>
            <a:ext cx="343672" cy="239418"/>
          </a:xfrm>
          <a:prstGeom prst="rect">
            <a:avLst/>
          </a:prstGeom>
        </p:spPr>
        <p:txBody>
          <a:bodyPr vert="horz" lIns="0" tIns="45720" rIns="91440" bIns="45720" rtlCol="0" anchor="t" anchorCtr="0"/>
          <a:lstStyle>
            <a:lvl1pPr algn="l">
              <a:defRPr sz="1130">
                <a:solidFill>
                  <a:schemeClr val="tx1"/>
                </a:solidFill>
                <a:latin typeface="+mj-lt"/>
              </a:defRPr>
            </a:lvl1pPr>
          </a:lstStyle>
          <a:p>
            <a:fld id="{48394356-8693-4048-8EAF-2BF05B04AA80}" type="slidenum">
              <a:rPr lang="ja-JP" altLang="en-US" smtClean="0"/>
              <a:pPr/>
              <a:t>‹#›</a:t>
            </a:fld>
            <a:endParaRPr lang="ja-JP" altLang="en-US"/>
          </a:p>
        </p:txBody>
      </p:sp>
      <p:sp>
        <p:nvSpPr>
          <p:cNvPr id="17" name="フッター プレースホルダー 2">
            <a:extLst>
              <a:ext uri="{FF2B5EF4-FFF2-40B4-BE49-F238E27FC236}">
                <a16:creationId xmlns:a16="http://schemas.microsoft.com/office/drawing/2014/main" id="{52133237-772B-F3B9-F68E-FACF5B26B6E8}"/>
              </a:ext>
            </a:extLst>
          </p:cNvPr>
          <p:cNvSpPr>
            <a:spLocks noGrp="1"/>
          </p:cNvSpPr>
          <p:nvPr>
            <p:ph type="ftr" sz="quarter" idx="3"/>
          </p:nvPr>
        </p:nvSpPr>
        <p:spPr>
          <a:xfrm>
            <a:off x="638758" y="6474646"/>
            <a:ext cx="4456805" cy="239418"/>
          </a:xfrm>
          <a:prstGeom prst="rect">
            <a:avLst/>
          </a:prstGeom>
        </p:spPr>
        <p:txBody>
          <a:bodyPr/>
          <a:lstStyle>
            <a:lvl1pPr algn="l">
              <a:defRPr sz="1100">
                <a:solidFill>
                  <a:schemeClr val="tx1"/>
                </a:solidFill>
              </a:defRPr>
            </a:lvl1pPr>
          </a:lstStyle>
          <a:p>
            <a:r>
              <a:rPr lang="ja-JP" altLang="en-US"/>
              <a:t>三菱ケミカル株式会社</a:t>
            </a:r>
          </a:p>
        </p:txBody>
      </p:sp>
      <p:cxnSp>
        <p:nvCxnSpPr>
          <p:cNvPr id="18" name="直線コネクタ 17">
            <a:extLst>
              <a:ext uri="{FF2B5EF4-FFF2-40B4-BE49-F238E27FC236}">
                <a16:creationId xmlns:a16="http://schemas.microsoft.com/office/drawing/2014/main" id="{E3B8C749-7366-4048-9166-4A62872F8A82}"/>
              </a:ext>
            </a:extLst>
          </p:cNvPr>
          <p:cNvCxnSpPr>
            <a:cxnSpLocks/>
          </p:cNvCxnSpPr>
          <p:nvPr userDrawn="1"/>
        </p:nvCxnSpPr>
        <p:spPr>
          <a:xfrm>
            <a:off x="550714" y="6497492"/>
            <a:ext cx="0" cy="19800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7" name="テキスト ボックス 6">
            <a:extLst>
              <a:ext uri="{FF2B5EF4-FFF2-40B4-BE49-F238E27FC236}">
                <a16:creationId xmlns:a16="http://schemas.microsoft.com/office/drawing/2014/main" id="{E51AE076-D993-65D0-E8B8-91BD78009CDB}"/>
              </a:ext>
            </a:extLst>
          </p:cNvPr>
          <p:cNvSpPr txBox="1"/>
          <p:nvPr userDrawn="1"/>
        </p:nvSpPr>
        <p:spPr>
          <a:xfrm>
            <a:off x="10768120" y="6397228"/>
            <a:ext cx="1188000" cy="241980"/>
          </a:xfrm>
          <a:prstGeom prst="rect">
            <a:avLst/>
          </a:prstGeom>
          <a:solidFill>
            <a:schemeClr val="bg1"/>
          </a:solidFill>
          <a:ln>
            <a:solidFill>
              <a:srgbClr val="FF0000"/>
            </a:solidFill>
          </a:ln>
        </p:spPr>
        <p:txBody>
          <a:bodyPr wrap="square" lIns="36000" tIns="36000" rIns="36000" bIns="36000" rtlCol="0" anchor="ctr">
            <a:spAutoFit/>
          </a:bodyPr>
          <a:lstStyle/>
          <a:p>
            <a:pPr algn="ctr"/>
            <a:r>
              <a:rPr kumimoji="1" lang="en-US" altLang="ja-JP" sz="1100" b="0" i="0">
                <a:solidFill>
                  <a:srgbClr val="FF0000"/>
                </a:solidFill>
                <a:latin typeface="+mj-lt"/>
                <a:ea typeface="MS Gothic" panose="020B0609070205080204" pitchFamily="49" charset="-128"/>
              </a:rPr>
              <a:t>CONFIDENTIAL</a:t>
            </a:r>
            <a:endParaRPr kumimoji="1" lang="ja-JP" altLang="en-US" sz="1100" b="0" i="0">
              <a:solidFill>
                <a:srgbClr val="FF0000"/>
              </a:solidFill>
              <a:latin typeface="+mj-lt"/>
              <a:ea typeface="MS Gothic" panose="020B0609070205080204" pitchFamily="49" charset="-128"/>
            </a:endParaRPr>
          </a:p>
        </p:txBody>
      </p:sp>
      <p:pic>
        <p:nvPicPr>
          <p:cNvPr id="6" name="図 5" descr="図形, 円&#10;&#10;自動的に生成された説明">
            <a:extLst>
              <a:ext uri="{FF2B5EF4-FFF2-40B4-BE49-F238E27FC236}">
                <a16:creationId xmlns:a16="http://schemas.microsoft.com/office/drawing/2014/main" id="{12A89BD8-D3A6-7B79-431B-CE770CB21B24}"/>
              </a:ext>
            </a:extLst>
          </p:cNvPr>
          <p:cNvPicPr>
            <a:picLocks noChangeAspect="1"/>
          </p:cNvPicPr>
          <p:nvPr userDrawn="1"/>
        </p:nvPicPr>
        <p:blipFill>
          <a:blip r:embed="rId3"/>
          <a:stretch>
            <a:fillRect/>
          </a:stretch>
        </p:blipFill>
        <p:spPr>
          <a:xfrm>
            <a:off x="6984999" y="0"/>
            <a:ext cx="5207000" cy="4318000"/>
          </a:xfrm>
          <a:prstGeom prst="rect">
            <a:avLst/>
          </a:prstGeom>
        </p:spPr>
      </p:pic>
      <p:pic>
        <p:nvPicPr>
          <p:cNvPr id="8" name="図 7" descr="テキスト&#10;&#10;中程度の精度で自動的に生成された説明">
            <a:extLst>
              <a:ext uri="{FF2B5EF4-FFF2-40B4-BE49-F238E27FC236}">
                <a16:creationId xmlns:a16="http://schemas.microsoft.com/office/drawing/2014/main" id="{7AEFF0B8-9A84-F80B-92CD-AD1344C6E7E0}"/>
              </a:ext>
            </a:extLst>
          </p:cNvPr>
          <p:cNvPicPr>
            <a:picLocks noChangeAspect="1"/>
          </p:cNvPicPr>
          <p:nvPr userDrawn="1"/>
        </p:nvPicPr>
        <p:blipFill>
          <a:blip r:embed="rId4"/>
          <a:stretch>
            <a:fillRect/>
          </a:stretch>
        </p:blipFill>
        <p:spPr>
          <a:xfrm>
            <a:off x="75816" y="66263"/>
            <a:ext cx="2182024" cy="662400"/>
          </a:xfrm>
          <a:prstGeom prst="rect">
            <a:avLst/>
          </a:prstGeom>
        </p:spPr>
      </p:pic>
    </p:spTree>
    <p:extLst>
      <p:ext uri="{BB962C8B-B14F-4D97-AF65-F5344CB8AC3E}">
        <p14:creationId xmlns:p14="http://schemas.microsoft.com/office/powerpoint/2010/main" val="233208160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4_photo_yellow_cover">
    <p:bg>
      <p:bgPr>
        <a:solidFill>
          <a:schemeClr val="bg1"/>
        </a:solidFill>
        <a:effectLst/>
      </p:bgPr>
    </p:bg>
    <p:spTree>
      <p:nvGrpSpPr>
        <p:cNvPr id="1" name=""/>
        <p:cNvGrpSpPr/>
        <p:nvPr/>
      </p:nvGrpSpPr>
      <p:grpSpPr>
        <a:xfrm>
          <a:off x="0" y="0"/>
          <a:ext cx="0" cy="0"/>
          <a:chOff x="0" y="0"/>
          <a:chExt cx="0" cy="0"/>
        </a:xfrm>
      </p:grpSpPr>
      <p:pic>
        <p:nvPicPr>
          <p:cNvPr id="2" name="図 1">
            <a:extLst>
              <a:ext uri="{FF2B5EF4-FFF2-40B4-BE49-F238E27FC236}">
                <a16:creationId xmlns:a16="http://schemas.microsoft.com/office/drawing/2014/main" id="{C0EC2D82-930D-41B6-187D-C2F274A8DDD4}"/>
              </a:ext>
            </a:extLst>
          </p:cNvPr>
          <p:cNvPicPr>
            <a:picLocks noChangeAspect="1"/>
          </p:cNvPicPr>
          <p:nvPr userDrawn="1"/>
        </p:nvPicPr>
        <p:blipFill>
          <a:blip r:embed="rId2"/>
          <a:srcRect b="-17"/>
          <a:stretch/>
        </p:blipFill>
        <p:spPr>
          <a:xfrm>
            <a:off x="9382125" y="0"/>
            <a:ext cx="2809875" cy="6858000"/>
          </a:xfrm>
          <a:prstGeom prst="rect">
            <a:avLst/>
          </a:prstGeom>
        </p:spPr>
      </p:pic>
      <p:sp>
        <p:nvSpPr>
          <p:cNvPr id="15" name="タイトル 66"/>
          <p:cNvSpPr>
            <a:spLocks noGrp="1"/>
          </p:cNvSpPr>
          <p:nvPr>
            <p:ph type="title" hasCustomPrompt="1"/>
          </p:nvPr>
        </p:nvSpPr>
        <p:spPr>
          <a:xfrm>
            <a:off x="750626" y="2520666"/>
            <a:ext cx="6361374" cy="1842043"/>
          </a:xfrm>
          <a:prstGeom prst="rect">
            <a:avLst/>
          </a:prstGeom>
          <a:noFill/>
        </p:spPr>
        <p:txBody>
          <a:bodyPr wrap="square" lIns="0" tIns="0" rIns="0" bIns="0" anchor="t">
            <a:noAutofit/>
          </a:bodyPr>
          <a:lstStyle>
            <a:lvl1pPr>
              <a:lnSpc>
                <a:spcPct val="95000"/>
              </a:lnSpc>
              <a:defRPr sz="4200" b="1" spc="-100" baseline="0">
                <a:latin typeface="+mj-lt"/>
                <a:ea typeface="+mj-ea"/>
              </a:defRPr>
            </a:lvl1pPr>
          </a:lstStyle>
          <a:p>
            <a:r>
              <a:rPr kumimoji="1" lang="ja-JP" altLang="en-US"/>
              <a:t>タイトル</a:t>
            </a:r>
            <a:r>
              <a:rPr kumimoji="1" lang="en-US" altLang="ja-JP"/>
              <a:t> </a:t>
            </a:r>
            <a:br>
              <a:rPr kumimoji="1" lang="en-US" altLang="ja-JP"/>
            </a:br>
            <a:r>
              <a:rPr kumimoji="1" lang="ja-JP" altLang="en-US"/>
              <a:t>游ゴシック </a:t>
            </a:r>
            <a:r>
              <a:rPr kumimoji="1" lang="en-US" altLang="ja-JP"/>
              <a:t>Bold 42pt </a:t>
            </a:r>
            <a:br>
              <a:rPr kumimoji="1" lang="en-US" altLang="ja-JP"/>
            </a:br>
            <a:r>
              <a:rPr kumimoji="1" lang="ja-JP" altLang="en-US"/>
              <a:t>行間</a:t>
            </a:r>
            <a:r>
              <a:rPr kumimoji="1" lang="en-US" altLang="ja-JP"/>
              <a:t>0.95</a:t>
            </a:r>
            <a:endParaRPr kumimoji="1" lang="ja-JP" altLang="en-US"/>
          </a:p>
        </p:txBody>
      </p:sp>
      <p:sp>
        <p:nvSpPr>
          <p:cNvPr id="16" name="テキスト プレースホルダー 28"/>
          <p:cNvSpPr>
            <a:spLocks noGrp="1"/>
          </p:cNvSpPr>
          <p:nvPr>
            <p:ph type="body" sz="quarter" idx="11" hasCustomPrompt="1"/>
          </p:nvPr>
        </p:nvSpPr>
        <p:spPr>
          <a:xfrm>
            <a:off x="750626" y="4704321"/>
            <a:ext cx="6361374" cy="859900"/>
          </a:xfrm>
          <a:prstGeom prst="rect">
            <a:avLst/>
          </a:prstGeom>
          <a:noFill/>
        </p:spPr>
        <p:txBody>
          <a:bodyPr wrap="square" lIns="0" tIns="0" rIns="0" bIns="0" anchor="t" anchorCtr="0">
            <a:noAutofit/>
          </a:bodyPr>
          <a:lstStyle>
            <a:lvl1pPr marL="0" indent="0" defTabSz="158400">
              <a:lnSpc>
                <a:spcPct val="100000"/>
              </a:lnSpc>
              <a:spcBef>
                <a:spcPts val="0"/>
              </a:spcBef>
              <a:buNone/>
              <a:defRPr sz="1800" b="0" spc="-30" baseline="0">
                <a:latin typeface="+mj-lt"/>
                <a:ea typeface="+mj-ea"/>
              </a:defRPr>
            </a:lvl1pPr>
            <a:lvl2pPr marL="0" indent="0" defTabSz="158400">
              <a:buNone/>
              <a:defRPr sz="1400" b="1"/>
            </a:lvl2pPr>
            <a:lvl3pPr marL="0" indent="0" defTabSz="158400">
              <a:buNone/>
              <a:defRPr b="1"/>
            </a:lvl3pPr>
            <a:lvl4pPr marL="1371600" indent="0">
              <a:buNone/>
              <a:defRPr/>
            </a:lvl4pPr>
            <a:lvl5pPr marL="1828800" indent="0">
              <a:buNone/>
              <a:defRPr/>
            </a:lvl5pPr>
          </a:lstStyle>
          <a:p>
            <a:pPr lvl="0"/>
            <a:r>
              <a:rPr kumimoji="1" lang="ja-JP" altLang="en-US"/>
              <a:t>サブタイトル</a:t>
            </a:r>
            <a:r>
              <a:rPr kumimoji="1" lang="en-US" altLang="ja-JP"/>
              <a:t> </a:t>
            </a:r>
            <a:r>
              <a:rPr kumimoji="1" lang="ja-JP" altLang="en-US"/>
              <a:t>游ゴシック </a:t>
            </a:r>
            <a:r>
              <a:rPr kumimoji="1" lang="en-US" altLang="ja-JP"/>
              <a:t>Medium 18pt / </a:t>
            </a:r>
            <a:r>
              <a:rPr kumimoji="1" lang="ja-JP" altLang="en-US"/>
              <a:t>行間</a:t>
            </a:r>
            <a:r>
              <a:rPr kumimoji="1" lang="en-US" altLang="ja-JP"/>
              <a:t>1</a:t>
            </a:r>
            <a:br>
              <a:rPr kumimoji="1" lang="en-US" altLang="ja-JP"/>
            </a:br>
            <a:r>
              <a:rPr kumimoji="1" lang="ja-JP" altLang="en-US"/>
              <a:t>日付　　＊社外向け資料には、サブタイトル内に自社名を必ず記入してください。</a:t>
            </a:r>
            <a:endParaRPr kumimoji="1" lang="en-US" altLang="ja-JP"/>
          </a:p>
        </p:txBody>
      </p:sp>
      <p:sp>
        <p:nvSpPr>
          <p:cNvPr id="14" name="テキスト プレースホルダー 4"/>
          <p:cNvSpPr>
            <a:spLocks noGrp="1"/>
          </p:cNvSpPr>
          <p:nvPr>
            <p:ph type="body" sz="quarter" idx="17" hasCustomPrompt="1"/>
          </p:nvPr>
        </p:nvSpPr>
        <p:spPr>
          <a:xfrm>
            <a:off x="750627" y="1653463"/>
            <a:ext cx="6361373" cy="369332"/>
          </a:xfrm>
          <a:prstGeom prst="rect">
            <a:avLst/>
          </a:prstGeom>
        </p:spPr>
        <p:txBody>
          <a:bodyPr lIns="0" tIns="0" rIns="0" bIns="0" anchor="ctr">
            <a:noAutofit/>
          </a:bodyPr>
          <a:lstStyle>
            <a:lvl1pPr marL="0" indent="0">
              <a:spcBef>
                <a:spcPts val="0"/>
              </a:spcBef>
              <a:buNone/>
              <a:defRPr sz="2400" b="0" spc="-30" baseline="0">
                <a:solidFill>
                  <a:schemeClr val="tx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kumimoji="1" lang="ja-JP" altLang="en-US"/>
              <a:t>タイトル</a:t>
            </a:r>
            <a:r>
              <a:rPr kumimoji="1" lang="en-US" altLang="ja-JP"/>
              <a:t> </a:t>
            </a:r>
            <a:r>
              <a:rPr kumimoji="1" lang="ja-JP" altLang="en-US"/>
              <a:t>游ゴシック </a:t>
            </a:r>
            <a:r>
              <a:rPr kumimoji="1" lang="en-US" altLang="ja-JP"/>
              <a:t>Medium 24pt</a:t>
            </a:r>
            <a:endParaRPr kumimoji="1" lang="ja-JP" altLang="en-US"/>
          </a:p>
        </p:txBody>
      </p:sp>
      <p:sp>
        <p:nvSpPr>
          <p:cNvPr id="7" name="テキスト ボックス 6">
            <a:extLst>
              <a:ext uri="{FF2B5EF4-FFF2-40B4-BE49-F238E27FC236}">
                <a16:creationId xmlns:a16="http://schemas.microsoft.com/office/drawing/2014/main" id="{3533DDFF-0A76-1642-661D-FC398C3F2AD5}"/>
              </a:ext>
            </a:extLst>
          </p:cNvPr>
          <p:cNvSpPr txBox="1"/>
          <p:nvPr userDrawn="1"/>
        </p:nvSpPr>
        <p:spPr>
          <a:xfrm>
            <a:off x="10768120" y="6397228"/>
            <a:ext cx="1188000" cy="241980"/>
          </a:xfrm>
          <a:prstGeom prst="rect">
            <a:avLst/>
          </a:prstGeom>
          <a:solidFill>
            <a:schemeClr val="bg1"/>
          </a:solidFill>
          <a:ln>
            <a:solidFill>
              <a:srgbClr val="FF0000"/>
            </a:solidFill>
          </a:ln>
        </p:spPr>
        <p:txBody>
          <a:bodyPr wrap="square" lIns="36000" tIns="36000" rIns="36000" bIns="36000" rtlCol="0" anchor="ctr">
            <a:spAutoFit/>
          </a:bodyPr>
          <a:lstStyle/>
          <a:p>
            <a:pPr algn="ctr"/>
            <a:r>
              <a:rPr kumimoji="1" lang="en-US" altLang="ja-JP" sz="1100" b="0" i="0">
                <a:solidFill>
                  <a:srgbClr val="FF0000"/>
                </a:solidFill>
                <a:latin typeface="+mj-lt"/>
                <a:ea typeface="MS Gothic" panose="020B0609070205080204" pitchFamily="49" charset="-128"/>
              </a:rPr>
              <a:t>CONFIDENTIAL</a:t>
            </a:r>
            <a:endParaRPr kumimoji="1" lang="ja-JP" altLang="en-US" sz="1100" b="0" i="0">
              <a:solidFill>
                <a:srgbClr val="FF0000"/>
              </a:solidFill>
              <a:latin typeface="+mj-lt"/>
              <a:ea typeface="MS Gothic" panose="020B0609070205080204" pitchFamily="49" charset="-128"/>
            </a:endParaRPr>
          </a:p>
        </p:txBody>
      </p:sp>
      <p:pic>
        <p:nvPicPr>
          <p:cNvPr id="6" name="図 5" descr="ランプ, ポール, 座る, 男 が含まれている画像&#10;&#10;自動的に生成された説明">
            <a:extLst>
              <a:ext uri="{FF2B5EF4-FFF2-40B4-BE49-F238E27FC236}">
                <a16:creationId xmlns:a16="http://schemas.microsoft.com/office/drawing/2014/main" id="{69B991B3-A4EE-4E2F-A072-61D5B5DFE92D}"/>
              </a:ext>
            </a:extLst>
          </p:cNvPr>
          <p:cNvPicPr>
            <a:picLocks noChangeAspect="1"/>
          </p:cNvPicPr>
          <p:nvPr userDrawn="1"/>
        </p:nvPicPr>
        <p:blipFill>
          <a:blip r:embed="rId3"/>
          <a:stretch>
            <a:fillRect/>
          </a:stretch>
        </p:blipFill>
        <p:spPr>
          <a:xfrm>
            <a:off x="6984999" y="2540000"/>
            <a:ext cx="5207000" cy="4318000"/>
          </a:xfrm>
          <a:prstGeom prst="rect">
            <a:avLst/>
          </a:prstGeom>
        </p:spPr>
      </p:pic>
      <p:pic>
        <p:nvPicPr>
          <p:cNvPr id="8" name="図 7" descr="テキスト&#10;&#10;中程度の精度で自動的に生成された説明">
            <a:extLst>
              <a:ext uri="{FF2B5EF4-FFF2-40B4-BE49-F238E27FC236}">
                <a16:creationId xmlns:a16="http://schemas.microsoft.com/office/drawing/2014/main" id="{889672A9-3F3D-4BBC-648C-70C5A75DED38}"/>
              </a:ext>
            </a:extLst>
          </p:cNvPr>
          <p:cNvPicPr>
            <a:picLocks noChangeAspect="1"/>
          </p:cNvPicPr>
          <p:nvPr userDrawn="1"/>
        </p:nvPicPr>
        <p:blipFill>
          <a:blip r:embed="rId4"/>
          <a:stretch>
            <a:fillRect/>
          </a:stretch>
        </p:blipFill>
        <p:spPr>
          <a:xfrm>
            <a:off x="75816" y="66263"/>
            <a:ext cx="2182024" cy="662400"/>
          </a:xfrm>
          <a:prstGeom prst="rect">
            <a:avLst/>
          </a:prstGeom>
        </p:spPr>
      </p:pic>
    </p:spTree>
    <p:extLst>
      <p:ext uri="{BB962C8B-B14F-4D97-AF65-F5344CB8AC3E}">
        <p14:creationId xmlns:p14="http://schemas.microsoft.com/office/powerpoint/2010/main" val="1011807769"/>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4_photo_yellow_section">
    <p:bg>
      <p:bgPr>
        <a:solidFill>
          <a:schemeClr val="bg1"/>
        </a:solidFill>
        <a:effectLst/>
      </p:bgPr>
    </p:bg>
    <p:spTree>
      <p:nvGrpSpPr>
        <p:cNvPr id="1" name=""/>
        <p:cNvGrpSpPr/>
        <p:nvPr/>
      </p:nvGrpSpPr>
      <p:grpSpPr>
        <a:xfrm>
          <a:off x="0" y="0"/>
          <a:ext cx="0" cy="0"/>
          <a:chOff x="0" y="0"/>
          <a:chExt cx="0" cy="0"/>
        </a:xfrm>
      </p:grpSpPr>
      <p:pic>
        <p:nvPicPr>
          <p:cNvPr id="2" name="図 1">
            <a:extLst>
              <a:ext uri="{FF2B5EF4-FFF2-40B4-BE49-F238E27FC236}">
                <a16:creationId xmlns:a16="http://schemas.microsoft.com/office/drawing/2014/main" id="{B9097306-CA26-F0EE-D450-5D81EE9CCE24}"/>
              </a:ext>
            </a:extLst>
          </p:cNvPr>
          <p:cNvPicPr>
            <a:picLocks noChangeAspect="1"/>
          </p:cNvPicPr>
          <p:nvPr userDrawn="1"/>
        </p:nvPicPr>
        <p:blipFill>
          <a:blip r:embed="rId2"/>
          <a:srcRect b="-17"/>
          <a:stretch/>
        </p:blipFill>
        <p:spPr>
          <a:xfrm>
            <a:off x="9382125" y="0"/>
            <a:ext cx="2809875" cy="6858000"/>
          </a:xfrm>
          <a:prstGeom prst="rect">
            <a:avLst/>
          </a:prstGeom>
        </p:spPr>
      </p:pic>
      <p:sp>
        <p:nvSpPr>
          <p:cNvPr id="16" name="テキスト プレースホルダー 28">
            <a:extLst>
              <a:ext uri="{FF2B5EF4-FFF2-40B4-BE49-F238E27FC236}">
                <a16:creationId xmlns:a16="http://schemas.microsoft.com/office/drawing/2014/main" id="{AA5ACE5D-BCC4-7FAF-258F-580CB021B585}"/>
              </a:ext>
            </a:extLst>
          </p:cNvPr>
          <p:cNvSpPr>
            <a:spLocks noGrp="1"/>
          </p:cNvSpPr>
          <p:nvPr>
            <p:ph type="body" sz="quarter" idx="11" hasCustomPrompt="1"/>
          </p:nvPr>
        </p:nvSpPr>
        <p:spPr>
          <a:xfrm>
            <a:off x="750626" y="4235913"/>
            <a:ext cx="7119051" cy="276999"/>
          </a:xfrm>
          <a:prstGeom prst="rect">
            <a:avLst/>
          </a:prstGeom>
          <a:noFill/>
        </p:spPr>
        <p:txBody>
          <a:bodyPr wrap="square" lIns="0" tIns="0" rIns="0" bIns="0" anchor="t" anchorCtr="0">
            <a:noAutofit/>
          </a:bodyPr>
          <a:lstStyle>
            <a:lvl1pPr marL="0" indent="0" defTabSz="158400">
              <a:lnSpc>
                <a:spcPct val="100000"/>
              </a:lnSpc>
              <a:spcBef>
                <a:spcPts val="500"/>
              </a:spcBef>
              <a:buNone/>
              <a:defRPr sz="1800" b="0" spc="-30" baseline="0">
                <a:latin typeface="+mj-lt"/>
                <a:ea typeface="+mj-ea"/>
              </a:defRPr>
            </a:lvl1pPr>
            <a:lvl2pPr marL="0" indent="0" defTabSz="158400">
              <a:buNone/>
              <a:defRPr sz="1400" b="1"/>
            </a:lvl2pPr>
            <a:lvl3pPr marL="0" indent="0" defTabSz="158400">
              <a:buNone/>
              <a:defRPr b="1"/>
            </a:lvl3pPr>
            <a:lvl4pPr marL="1371600" indent="0">
              <a:buNone/>
              <a:defRPr/>
            </a:lvl4pPr>
            <a:lvl5pPr marL="1828800" indent="0">
              <a:buNone/>
              <a:defRPr/>
            </a:lvl5pPr>
          </a:lstStyle>
          <a:p>
            <a:pPr lvl="0"/>
            <a:r>
              <a:rPr kumimoji="1" lang="ja-JP" altLang="en-US"/>
              <a:t>サブタイトル</a:t>
            </a:r>
            <a:r>
              <a:rPr kumimoji="1" lang="en-US" altLang="ja-JP"/>
              <a:t> </a:t>
            </a:r>
            <a:r>
              <a:rPr kumimoji="1" lang="ja-JP" altLang="en-US"/>
              <a:t>游ゴシック </a:t>
            </a:r>
            <a:r>
              <a:rPr kumimoji="1" lang="en-US" altLang="ja-JP"/>
              <a:t>Medium 18pt</a:t>
            </a:r>
          </a:p>
        </p:txBody>
      </p:sp>
      <p:sp>
        <p:nvSpPr>
          <p:cNvPr id="23" name="タイトル 22">
            <a:extLst>
              <a:ext uri="{FF2B5EF4-FFF2-40B4-BE49-F238E27FC236}">
                <a16:creationId xmlns:a16="http://schemas.microsoft.com/office/drawing/2014/main" id="{3A40C814-17D5-4A7E-7A78-30BC828E8294}"/>
              </a:ext>
            </a:extLst>
          </p:cNvPr>
          <p:cNvSpPr>
            <a:spLocks noGrp="1"/>
          </p:cNvSpPr>
          <p:nvPr>
            <p:ph type="title" hasCustomPrompt="1"/>
          </p:nvPr>
        </p:nvSpPr>
        <p:spPr>
          <a:xfrm>
            <a:off x="750626" y="2867723"/>
            <a:ext cx="7119051" cy="1231106"/>
          </a:xfrm>
          <a:prstGeom prst="rect">
            <a:avLst/>
          </a:prstGeom>
        </p:spPr>
        <p:txBody>
          <a:bodyPr lIns="0" tIns="0" rIns="0" bIns="0" anchor="ctr">
            <a:noAutofit/>
          </a:bodyPr>
          <a:lstStyle>
            <a:lvl1pPr>
              <a:defRPr sz="4000"/>
            </a:lvl1pPr>
          </a:lstStyle>
          <a:p>
            <a:r>
              <a:rPr lang="ja-JP" altLang="en-US" sz="4000"/>
              <a:t>セクションタイトル</a:t>
            </a:r>
            <a:br>
              <a:rPr lang="en-US" altLang="ja-JP" sz="4000"/>
            </a:br>
            <a:r>
              <a:rPr lang="ja-JP" altLang="en-US" sz="4000"/>
              <a:t>游ゴシック</a:t>
            </a:r>
            <a:r>
              <a:rPr lang="en-US" altLang="ja-JP" sz="4000"/>
              <a:t>Bold 40pt / </a:t>
            </a:r>
            <a:r>
              <a:rPr lang="ja-JP" altLang="en-US" sz="4000"/>
              <a:t>行間</a:t>
            </a:r>
            <a:r>
              <a:rPr lang="en-US" altLang="ja-JP" sz="4000"/>
              <a:t>1</a:t>
            </a:r>
            <a:endParaRPr kumimoji="1" lang="ja-JP" altLang="en-US"/>
          </a:p>
        </p:txBody>
      </p:sp>
      <p:sp>
        <p:nvSpPr>
          <p:cNvPr id="13" name="スライド番号プレースホルダー 3">
            <a:extLst>
              <a:ext uri="{FF2B5EF4-FFF2-40B4-BE49-F238E27FC236}">
                <a16:creationId xmlns:a16="http://schemas.microsoft.com/office/drawing/2014/main" id="{DE1F0C62-7BF4-1436-B1EA-28526CF3CF40}"/>
              </a:ext>
            </a:extLst>
          </p:cNvPr>
          <p:cNvSpPr>
            <a:spLocks noGrp="1"/>
          </p:cNvSpPr>
          <p:nvPr>
            <p:ph type="sldNum" sz="quarter" idx="4"/>
          </p:nvPr>
        </p:nvSpPr>
        <p:spPr>
          <a:xfrm>
            <a:off x="242501" y="6474646"/>
            <a:ext cx="343672" cy="239418"/>
          </a:xfrm>
          <a:prstGeom prst="rect">
            <a:avLst/>
          </a:prstGeom>
        </p:spPr>
        <p:txBody>
          <a:bodyPr vert="horz" lIns="0" tIns="45720" rIns="91440" bIns="45720" rtlCol="0" anchor="t" anchorCtr="0"/>
          <a:lstStyle>
            <a:lvl1pPr algn="l">
              <a:defRPr sz="1130">
                <a:solidFill>
                  <a:schemeClr val="tx1"/>
                </a:solidFill>
                <a:latin typeface="+mj-lt"/>
              </a:defRPr>
            </a:lvl1pPr>
          </a:lstStyle>
          <a:p>
            <a:fld id="{48394356-8693-4048-8EAF-2BF05B04AA80}" type="slidenum">
              <a:rPr lang="ja-JP" altLang="en-US" smtClean="0"/>
              <a:pPr/>
              <a:t>‹#›</a:t>
            </a:fld>
            <a:endParaRPr lang="ja-JP" altLang="en-US"/>
          </a:p>
        </p:txBody>
      </p:sp>
      <p:sp>
        <p:nvSpPr>
          <p:cNvPr id="17" name="フッター プレースホルダー 2">
            <a:extLst>
              <a:ext uri="{FF2B5EF4-FFF2-40B4-BE49-F238E27FC236}">
                <a16:creationId xmlns:a16="http://schemas.microsoft.com/office/drawing/2014/main" id="{52133237-772B-F3B9-F68E-FACF5B26B6E8}"/>
              </a:ext>
            </a:extLst>
          </p:cNvPr>
          <p:cNvSpPr>
            <a:spLocks noGrp="1"/>
          </p:cNvSpPr>
          <p:nvPr>
            <p:ph type="ftr" sz="quarter" idx="3"/>
          </p:nvPr>
        </p:nvSpPr>
        <p:spPr>
          <a:xfrm>
            <a:off x="638758" y="6474646"/>
            <a:ext cx="4456805" cy="239418"/>
          </a:xfrm>
          <a:prstGeom prst="rect">
            <a:avLst/>
          </a:prstGeom>
        </p:spPr>
        <p:txBody>
          <a:bodyPr/>
          <a:lstStyle>
            <a:lvl1pPr algn="l">
              <a:defRPr sz="1100">
                <a:solidFill>
                  <a:schemeClr val="tx1"/>
                </a:solidFill>
              </a:defRPr>
            </a:lvl1pPr>
          </a:lstStyle>
          <a:p>
            <a:r>
              <a:rPr lang="ja-JP" altLang="en-US"/>
              <a:t>三菱ケミカル株式会社</a:t>
            </a:r>
          </a:p>
        </p:txBody>
      </p:sp>
      <p:cxnSp>
        <p:nvCxnSpPr>
          <p:cNvPr id="18" name="直線コネクタ 17">
            <a:extLst>
              <a:ext uri="{FF2B5EF4-FFF2-40B4-BE49-F238E27FC236}">
                <a16:creationId xmlns:a16="http://schemas.microsoft.com/office/drawing/2014/main" id="{E3B8C749-7366-4048-9166-4A62872F8A82}"/>
              </a:ext>
            </a:extLst>
          </p:cNvPr>
          <p:cNvCxnSpPr>
            <a:cxnSpLocks/>
          </p:cNvCxnSpPr>
          <p:nvPr userDrawn="1"/>
        </p:nvCxnSpPr>
        <p:spPr>
          <a:xfrm>
            <a:off x="550714" y="6497492"/>
            <a:ext cx="0" cy="19800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7" name="テキスト ボックス 6">
            <a:extLst>
              <a:ext uri="{FF2B5EF4-FFF2-40B4-BE49-F238E27FC236}">
                <a16:creationId xmlns:a16="http://schemas.microsoft.com/office/drawing/2014/main" id="{F14B040E-3965-1B9C-AB97-144C8B641E19}"/>
              </a:ext>
            </a:extLst>
          </p:cNvPr>
          <p:cNvSpPr txBox="1"/>
          <p:nvPr userDrawn="1"/>
        </p:nvSpPr>
        <p:spPr>
          <a:xfrm>
            <a:off x="10768120" y="6397228"/>
            <a:ext cx="1188000" cy="241980"/>
          </a:xfrm>
          <a:prstGeom prst="rect">
            <a:avLst/>
          </a:prstGeom>
          <a:solidFill>
            <a:schemeClr val="bg1"/>
          </a:solidFill>
          <a:ln>
            <a:solidFill>
              <a:srgbClr val="FF0000"/>
            </a:solidFill>
          </a:ln>
        </p:spPr>
        <p:txBody>
          <a:bodyPr wrap="square" lIns="36000" tIns="36000" rIns="36000" bIns="36000" rtlCol="0" anchor="ctr">
            <a:spAutoFit/>
          </a:bodyPr>
          <a:lstStyle/>
          <a:p>
            <a:pPr algn="ctr"/>
            <a:r>
              <a:rPr kumimoji="1" lang="en-US" altLang="ja-JP" sz="1100" b="0" i="0">
                <a:solidFill>
                  <a:srgbClr val="FF0000"/>
                </a:solidFill>
                <a:latin typeface="+mj-lt"/>
                <a:ea typeface="MS Gothic" panose="020B0609070205080204" pitchFamily="49" charset="-128"/>
              </a:rPr>
              <a:t>CONFIDENTIAL</a:t>
            </a:r>
            <a:endParaRPr kumimoji="1" lang="ja-JP" altLang="en-US" sz="1100" b="0" i="0">
              <a:solidFill>
                <a:srgbClr val="FF0000"/>
              </a:solidFill>
              <a:latin typeface="+mj-lt"/>
              <a:ea typeface="MS Gothic" panose="020B0609070205080204" pitchFamily="49" charset="-128"/>
            </a:endParaRPr>
          </a:p>
        </p:txBody>
      </p:sp>
      <p:pic>
        <p:nvPicPr>
          <p:cNvPr id="6" name="図 5" descr="ケーブル, コネクタ, 結び目, ネックレス が含まれている画像&#10;&#10;自動的に生成された説明">
            <a:extLst>
              <a:ext uri="{FF2B5EF4-FFF2-40B4-BE49-F238E27FC236}">
                <a16:creationId xmlns:a16="http://schemas.microsoft.com/office/drawing/2014/main" id="{740EFBEE-C6CF-F51A-AA85-BA53F5EAB454}"/>
              </a:ext>
            </a:extLst>
          </p:cNvPr>
          <p:cNvPicPr>
            <a:picLocks noChangeAspect="1"/>
          </p:cNvPicPr>
          <p:nvPr userDrawn="1"/>
        </p:nvPicPr>
        <p:blipFill>
          <a:blip r:embed="rId3"/>
          <a:stretch>
            <a:fillRect/>
          </a:stretch>
        </p:blipFill>
        <p:spPr>
          <a:xfrm>
            <a:off x="6985000" y="-9071"/>
            <a:ext cx="5207000" cy="4318000"/>
          </a:xfrm>
          <a:prstGeom prst="rect">
            <a:avLst/>
          </a:prstGeom>
        </p:spPr>
      </p:pic>
      <p:pic>
        <p:nvPicPr>
          <p:cNvPr id="8" name="図 7" descr="テキスト&#10;&#10;中程度の精度で自動的に生成された説明">
            <a:extLst>
              <a:ext uri="{FF2B5EF4-FFF2-40B4-BE49-F238E27FC236}">
                <a16:creationId xmlns:a16="http://schemas.microsoft.com/office/drawing/2014/main" id="{915A59F2-15A2-E96E-F771-46EC3B4B100D}"/>
              </a:ext>
            </a:extLst>
          </p:cNvPr>
          <p:cNvPicPr>
            <a:picLocks noChangeAspect="1"/>
          </p:cNvPicPr>
          <p:nvPr userDrawn="1"/>
        </p:nvPicPr>
        <p:blipFill>
          <a:blip r:embed="rId4"/>
          <a:stretch>
            <a:fillRect/>
          </a:stretch>
        </p:blipFill>
        <p:spPr>
          <a:xfrm>
            <a:off x="75816" y="66263"/>
            <a:ext cx="2182024" cy="662400"/>
          </a:xfrm>
          <a:prstGeom prst="rect">
            <a:avLst/>
          </a:prstGeom>
        </p:spPr>
      </p:pic>
    </p:spTree>
    <p:extLst>
      <p:ext uri="{BB962C8B-B14F-4D97-AF65-F5344CB8AC3E}">
        <p14:creationId xmlns:p14="http://schemas.microsoft.com/office/powerpoint/2010/main" val="1417572997"/>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4_text">
    <p:spTree>
      <p:nvGrpSpPr>
        <p:cNvPr id="1" name=""/>
        <p:cNvGrpSpPr/>
        <p:nvPr/>
      </p:nvGrpSpPr>
      <p:grpSpPr>
        <a:xfrm>
          <a:off x="0" y="0"/>
          <a:ext cx="0" cy="0"/>
          <a:chOff x="0" y="0"/>
          <a:chExt cx="0" cy="0"/>
        </a:xfrm>
      </p:grpSpPr>
      <p:sp>
        <p:nvSpPr>
          <p:cNvPr id="12" name="スライド番号プレースホルダー 3">
            <a:extLst>
              <a:ext uri="{FF2B5EF4-FFF2-40B4-BE49-F238E27FC236}">
                <a16:creationId xmlns:a16="http://schemas.microsoft.com/office/drawing/2014/main" id="{9154874E-585B-8A05-2CDC-1474B6AEEBC6}"/>
              </a:ext>
            </a:extLst>
          </p:cNvPr>
          <p:cNvSpPr>
            <a:spLocks noGrp="1"/>
          </p:cNvSpPr>
          <p:nvPr>
            <p:ph type="sldNum" sz="quarter" idx="4"/>
          </p:nvPr>
        </p:nvSpPr>
        <p:spPr>
          <a:xfrm>
            <a:off x="242501" y="6474646"/>
            <a:ext cx="343672" cy="239418"/>
          </a:xfrm>
          <a:prstGeom prst="rect">
            <a:avLst/>
          </a:prstGeom>
        </p:spPr>
        <p:txBody>
          <a:bodyPr vert="horz" lIns="0" tIns="45720" rIns="91440" bIns="45720" rtlCol="0" anchor="t" anchorCtr="0"/>
          <a:lstStyle>
            <a:lvl1pPr algn="l">
              <a:defRPr sz="1130">
                <a:solidFill>
                  <a:schemeClr val="tx1"/>
                </a:solidFill>
                <a:latin typeface="+mj-lt"/>
              </a:defRPr>
            </a:lvl1pPr>
          </a:lstStyle>
          <a:p>
            <a:fld id="{48394356-8693-4048-8EAF-2BF05B04AA80}" type="slidenum">
              <a:rPr lang="ja-JP" altLang="en-US" smtClean="0"/>
              <a:pPr/>
              <a:t>‹#›</a:t>
            </a:fld>
            <a:endParaRPr lang="ja-JP" altLang="en-US"/>
          </a:p>
        </p:txBody>
      </p:sp>
      <p:sp>
        <p:nvSpPr>
          <p:cNvPr id="11" name="フッター プレースホルダー 2">
            <a:extLst>
              <a:ext uri="{FF2B5EF4-FFF2-40B4-BE49-F238E27FC236}">
                <a16:creationId xmlns:a16="http://schemas.microsoft.com/office/drawing/2014/main" id="{BF1224ED-0F96-677B-6766-A667DE634105}"/>
              </a:ext>
            </a:extLst>
          </p:cNvPr>
          <p:cNvSpPr>
            <a:spLocks noGrp="1"/>
          </p:cNvSpPr>
          <p:nvPr>
            <p:ph type="ftr" sz="quarter" idx="3"/>
          </p:nvPr>
        </p:nvSpPr>
        <p:spPr>
          <a:xfrm>
            <a:off x="638758" y="6474646"/>
            <a:ext cx="4456805" cy="239418"/>
          </a:xfrm>
          <a:prstGeom prst="rect">
            <a:avLst/>
          </a:prstGeom>
        </p:spPr>
        <p:txBody>
          <a:bodyPr/>
          <a:lstStyle>
            <a:lvl1pPr algn="l">
              <a:defRPr sz="1100">
                <a:solidFill>
                  <a:schemeClr val="tx1"/>
                </a:solidFill>
              </a:defRPr>
            </a:lvl1pPr>
          </a:lstStyle>
          <a:p>
            <a:r>
              <a:rPr lang="ja-JP" altLang="en-US"/>
              <a:t>三菱ケミカル株式会社</a:t>
            </a:r>
          </a:p>
        </p:txBody>
      </p:sp>
      <p:sp>
        <p:nvSpPr>
          <p:cNvPr id="4" name="タイトル 3">
            <a:extLst>
              <a:ext uri="{FF2B5EF4-FFF2-40B4-BE49-F238E27FC236}">
                <a16:creationId xmlns:a16="http://schemas.microsoft.com/office/drawing/2014/main" id="{554A9AD2-A44F-6C4C-90A5-7E0F6615ABFB}"/>
              </a:ext>
            </a:extLst>
          </p:cNvPr>
          <p:cNvSpPr>
            <a:spLocks noGrp="1"/>
          </p:cNvSpPr>
          <p:nvPr>
            <p:ph type="title" hasCustomPrompt="1"/>
          </p:nvPr>
        </p:nvSpPr>
        <p:spPr>
          <a:xfrm>
            <a:off x="414336" y="255264"/>
            <a:ext cx="9327072" cy="369332"/>
          </a:xfrm>
        </p:spPr>
        <p:txBody>
          <a:bodyPr/>
          <a:lstStyle/>
          <a:p>
            <a:r>
              <a:rPr kumimoji="1" lang="ja-JP" altLang="en-US"/>
              <a:t>タイトル</a:t>
            </a:r>
            <a:r>
              <a:rPr kumimoji="1" lang="en-US" altLang="ja-JP"/>
              <a:t> </a:t>
            </a:r>
            <a:r>
              <a:rPr kumimoji="1" lang="ja-JP" altLang="en-US"/>
              <a:t>游ゴシック</a:t>
            </a:r>
            <a:r>
              <a:rPr kumimoji="1" lang="en-US" altLang="ja-JP"/>
              <a:t>Bold 24pt</a:t>
            </a:r>
            <a:endParaRPr kumimoji="1" lang="ja-JP" altLang="en-US"/>
          </a:p>
        </p:txBody>
      </p:sp>
      <p:sp>
        <p:nvSpPr>
          <p:cNvPr id="15" name="コンテンツ プレースホルダー 14">
            <a:extLst>
              <a:ext uri="{FF2B5EF4-FFF2-40B4-BE49-F238E27FC236}">
                <a16:creationId xmlns:a16="http://schemas.microsoft.com/office/drawing/2014/main" id="{F51E5A19-FBB7-6442-9D4F-1E3DFA3936D4}"/>
              </a:ext>
            </a:extLst>
          </p:cNvPr>
          <p:cNvSpPr>
            <a:spLocks noGrp="1"/>
          </p:cNvSpPr>
          <p:nvPr>
            <p:ph sz="quarter" idx="10" hasCustomPrompt="1"/>
          </p:nvPr>
        </p:nvSpPr>
        <p:spPr>
          <a:xfrm>
            <a:off x="414338" y="1187355"/>
            <a:ext cx="11550650" cy="5049933"/>
          </a:xfrm>
        </p:spPr>
        <p:txBody>
          <a:bodyPr/>
          <a:lstStyle>
            <a:lvl1pPr>
              <a:lnSpc>
                <a:spcPct val="150000"/>
              </a:lnSpc>
              <a:defRPr sz="1600"/>
            </a:lvl1pPr>
            <a:lvl2pPr>
              <a:lnSpc>
                <a:spcPct val="150000"/>
              </a:lnSpc>
              <a:defRPr/>
            </a:lvl2pPr>
            <a:lvl3pPr>
              <a:lnSpc>
                <a:spcPct val="150000"/>
              </a:lnSpc>
              <a:defRPr/>
            </a:lvl3pPr>
            <a:lvl4pPr>
              <a:lnSpc>
                <a:spcPct val="150000"/>
              </a:lnSpc>
              <a:defRPr/>
            </a:lvl4pPr>
            <a:lvl5pPr>
              <a:lnSpc>
                <a:spcPct val="150000"/>
              </a:lnSpc>
              <a:defRPr/>
            </a:lvl5pPr>
          </a:lstStyle>
          <a:p>
            <a:pPr lvl="0"/>
            <a:r>
              <a:rPr kumimoji="1" lang="ja-JP" altLang="en-US"/>
              <a:t>本文テキスト</a:t>
            </a:r>
            <a:r>
              <a:rPr kumimoji="1" lang="en-US" altLang="ja-JP"/>
              <a:t> </a:t>
            </a:r>
            <a:r>
              <a:rPr kumimoji="1" lang="ja-JP" altLang="en-US"/>
              <a:t>游ゴシック </a:t>
            </a:r>
            <a:r>
              <a:rPr kumimoji="1" lang="en-US" altLang="ja-JP"/>
              <a:t>Medium 16pt / </a:t>
            </a:r>
            <a:r>
              <a:rPr kumimoji="1" lang="ja-JP" altLang="en-US"/>
              <a:t>行間</a:t>
            </a:r>
            <a:r>
              <a:rPr kumimoji="1" lang="en-US" altLang="ja-JP"/>
              <a:t>1.5</a:t>
            </a:r>
            <a:br>
              <a:rPr kumimoji="1" lang="en-US" altLang="ja-JP"/>
            </a:br>
            <a:r>
              <a:rPr kumimoji="1" lang="ja-JP" altLang="en-US"/>
              <a:t>テーマカラー：</a:t>
            </a:r>
            <a:r>
              <a:rPr kumimoji="1" lang="en-US" altLang="ja-JP"/>
              <a:t>Blue and Cool gray </a:t>
            </a:r>
          </a:p>
        </p:txBody>
      </p:sp>
      <p:cxnSp>
        <p:nvCxnSpPr>
          <p:cNvPr id="9" name="直線コネクタ 8">
            <a:extLst>
              <a:ext uri="{FF2B5EF4-FFF2-40B4-BE49-F238E27FC236}">
                <a16:creationId xmlns:a16="http://schemas.microsoft.com/office/drawing/2014/main" id="{48411784-F115-E34D-82CF-2B9A4DC7E26D}"/>
              </a:ext>
            </a:extLst>
          </p:cNvPr>
          <p:cNvCxnSpPr>
            <a:cxnSpLocks/>
          </p:cNvCxnSpPr>
          <p:nvPr userDrawn="1"/>
        </p:nvCxnSpPr>
        <p:spPr>
          <a:xfrm>
            <a:off x="550714" y="6497492"/>
            <a:ext cx="0" cy="19800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5" name="テキスト ボックス 4">
            <a:extLst>
              <a:ext uri="{FF2B5EF4-FFF2-40B4-BE49-F238E27FC236}">
                <a16:creationId xmlns:a16="http://schemas.microsoft.com/office/drawing/2014/main" id="{E2A51262-EBF5-A9EF-5DE2-9D7414762723}"/>
              </a:ext>
            </a:extLst>
          </p:cNvPr>
          <p:cNvSpPr txBox="1"/>
          <p:nvPr userDrawn="1"/>
        </p:nvSpPr>
        <p:spPr>
          <a:xfrm>
            <a:off x="10905066" y="6490836"/>
            <a:ext cx="1051053" cy="211203"/>
          </a:xfrm>
          <a:prstGeom prst="rect">
            <a:avLst/>
          </a:prstGeom>
          <a:noFill/>
          <a:ln>
            <a:solidFill>
              <a:srgbClr val="323232"/>
            </a:solidFill>
          </a:ln>
        </p:spPr>
        <p:txBody>
          <a:bodyPr wrap="square" lIns="36000" tIns="36000" rIns="36000" bIns="36000" rtlCol="0" anchor="ctr">
            <a:spAutoFit/>
          </a:bodyPr>
          <a:lstStyle/>
          <a:p>
            <a:pPr algn="ctr"/>
            <a:r>
              <a:rPr kumimoji="1" lang="en-US" altLang="ja-JP" sz="900" b="0" i="0">
                <a:solidFill>
                  <a:srgbClr val="323232"/>
                </a:solidFill>
                <a:latin typeface="+mj-lt"/>
                <a:ea typeface="MS Gothic" panose="020B0609070205080204" pitchFamily="49" charset="-128"/>
              </a:rPr>
              <a:t>CONFIDENTIAL</a:t>
            </a:r>
            <a:endParaRPr kumimoji="1" lang="ja-JP" altLang="en-US" sz="900" b="0" i="0">
              <a:solidFill>
                <a:srgbClr val="323232"/>
              </a:solidFill>
              <a:latin typeface="+mj-lt"/>
              <a:ea typeface="MS Gothic" panose="020B0609070205080204" pitchFamily="49" charset="-128"/>
            </a:endParaRPr>
          </a:p>
        </p:txBody>
      </p:sp>
      <p:pic>
        <p:nvPicPr>
          <p:cNvPr id="2" name="図 1" descr="アイコン&#10;&#10;低い精度で自動的に生成された説明">
            <a:extLst>
              <a:ext uri="{FF2B5EF4-FFF2-40B4-BE49-F238E27FC236}">
                <a16:creationId xmlns:a16="http://schemas.microsoft.com/office/drawing/2014/main" id="{9B9AA250-E65A-1ABE-DB2D-08E89766EEEC}"/>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89431" y="66162"/>
            <a:ext cx="1441424" cy="662901"/>
          </a:xfrm>
          <a:prstGeom prst="rect">
            <a:avLst/>
          </a:prstGeom>
        </p:spPr>
      </p:pic>
    </p:spTree>
    <p:extLst>
      <p:ext uri="{BB962C8B-B14F-4D97-AF65-F5344CB8AC3E}">
        <p14:creationId xmlns:p14="http://schemas.microsoft.com/office/powerpoint/2010/main" val="2795698135"/>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obj">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35EC098-5471-91AF-2B48-D0A39E194234}"/>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6524E84D-B242-905C-53ED-99967B2A5403}"/>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C28F3E0A-CF90-02A9-2E96-2005479A1875}"/>
              </a:ext>
            </a:extLst>
          </p:cNvPr>
          <p:cNvSpPr>
            <a:spLocks noGrp="1"/>
          </p:cNvSpPr>
          <p:nvPr>
            <p:ph type="dt" sz="half" idx="10"/>
          </p:nvPr>
        </p:nvSpPr>
        <p:spPr/>
        <p:txBody>
          <a:bodyPr/>
          <a:lstStyle/>
          <a:p>
            <a:fld id="{86BCA118-4F28-4A3C-BAEE-B55A339139BE}" type="datetimeFigureOut">
              <a:rPr kumimoji="1" lang="ja-JP" altLang="en-US" smtClean="0"/>
              <a:t>2026/6/17</a:t>
            </a:fld>
            <a:endParaRPr kumimoji="1" lang="ja-JP" altLang="en-US"/>
          </a:p>
        </p:txBody>
      </p:sp>
      <p:sp>
        <p:nvSpPr>
          <p:cNvPr id="5" name="フッター プレースホルダー 4">
            <a:extLst>
              <a:ext uri="{FF2B5EF4-FFF2-40B4-BE49-F238E27FC236}">
                <a16:creationId xmlns:a16="http://schemas.microsoft.com/office/drawing/2014/main" id="{EDE471B1-2C07-6CA5-A344-424F2641BE38}"/>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AAA57275-F31B-9EC3-41D8-519F8747D519}"/>
              </a:ext>
            </a:extLst>
          </p:cNvPr>
          <p:cNvSpPr>
            <a:spLocks noGrp="1"/>
          </p:cNvSpPr>
          <p:nvPr>
            <p:ph type="sldNum" sz="quarter" idx="12"/>
          </p:nvPr>
        </p:nvSpPr>
        <p:spPr/>
        <p:txBody>
          <a:bodyPr/>
          <a:lstStyle/>
          <a:p>
            <a:fld id="{EA882E1C-6185-4585-A153-CAE015F6CA19}" type="slidenum">
              <a:rPr kumimoji="1" lang="ja-JP" altLang="en-US" smtClean="0"/>
              <a:t>‹#›</a:t>
            </a:fld>
            <a:endParaRPr kumimoji="1" lang="ja-JP" altLang="en-US"/>
          </a:p>
        </p:txBody>
      </p:sp>
    </p:spTree>
    <p:extLst>
      <p:ext uri="{BB962C8B-B14F-4D97-AF65-F5344CB8AC3E}">
        <p14:creationId xmlns:p14="http://schemas.microsoft.com/office/powerpoint/2010/main" val="318527016"/>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p:cSld name="cover">
    <p:bg>
      <p:bgPr>
        <a:solidFill>
          <a:schemeClr val="bg1"/>
        </a:solidFill>
        <a:effectLst/>
      </p:bgPr>
    </p:bg>
    <p:spTree>
      <p:nvGrpSpPr>
        <p:cNvPr id="1" name=""/>
        <p:cNvGrpSpPr/>
        <p:nvPr/>
      </p:nvGrpSpPr>
      <p:grpSpPr>
        <a:xfrm>
          <a:off x="0" y="0"/>
          <a:ext cx="0" cy="0"/>
          <a:chOff x="0" y="0"/>
          <a:chExt cx="0" cy="0"/>
        </a:xfrm>
      </p:grpSpPr>
      <p:sp>
        <p:nvSpPr>
          <p:cNvPr id="56" name="正方形/長方形 55">
            <a:extLst>
              <a:ext uri="{FF2B5EF4-FFF2-40B4-BE49-F238E27FC236}">
                <a16:creationId xmlns:a16="http://schemas.microsoft.com/office/drawing/2014/main" id="{8145FA22-8B15-8165-6374-D653E8B173C9}"/>
              </a:ext>
            </a:extLst>
          </p:cNvPr>
          <p:cNvSpPr/>
          <p:nvPr/>
        </p:nvSpPr>
        <p:spPr>
          <a:xfrm>
            <a:off x="119063" y="728663"/>
            <a:ext cx="11953875" cy="6012000"/>
          </a:xfrm>
          <a:prstGeom prst="rect">
            <a:avLst/>
          </a:prstGeom>
          <a:solidFill>
            <a:srgbClr val="ECF1F4"/>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タイトル 66"/>
          <p:cNvSpPr>
            <a:spLocks noGrp="1"/>
          </p:cNvSpPr>
          <p:nvPr>
            <p:ph type="title" hasCustomPrompt="1"/>
          </p:nvPr>
        </p:nvSpPr>
        <p:spPr>
          <a:xfrm>
            <a:off x="516000" y="2288650"/>
            <a:ext cx="11160000" cy="2340000"/>
          </a:xfrm>
          <a:noFill/>
        </p:spPr>
        <p:txBody>
          <a:bodyPr wrap="none" lIns="234000" tIns="234000" rIns="234000" bIns="125999" anchor="t">
            <a:noAutofit/>
          </a:bodyPr>
          <a:lstStyle>
            <a:lvl1pPr>
              <a:lnSpc>
                <a:spcPct val="95000"/>
              </a:lnSpc>
              <a:defRPr sz="4200" b="1" spc="-100" baseline="0">
                <a:latin typeface="メイリオ" panose="020B0604030504040204" pitchFamily="50" charset="-128"/>
                <a:ea typeface="メイリオ" panose="020B0604030504040204" pitchFamily="50" charset="-128"/>
              </a:defRPr>
            </a:lvl1pPr>
          </a:lstStyle>
          <a:p>
            <a:r>
              <a:rPr kumimoji="1" lang="ja-JP" altLang="en-US"/>
              <a:t>プレゼンテーション</a:t>
            </a:r>
            <a:r>
              <a:rPr kumimoji="1" lang="en-US" altLang="ja-JP"/>
              <a:t> </a:t>
            </a:r>
            <a:r>
              <a:rPr kumimoji="1" lang="ja-JP" altLang="en-US"/>
              <a:t>タイトル</a:t>
            </a:r>
            <a:br>
              <a:rPr kumimoji="1" lang="en-US" altLang="ja-JP"/>
            </a:br>
            <a:r>
              <a:rPr kumimoji="1" lang="en-US" altLang="ja-JP"/>
              <a:t>MSP</a:t>
            </a:r>
            <a:r>
              <a:rPr kumimoji="1" lang="ja-JP" altLang="en-US"/>
              <a:t>ゴシック</a:t>
            </a:r>
            <a:r>
              <a:rPr kumimoji="1" lang="en-US" altLang="ja-JP"/>
              <a:t> 42pt </a:t>
            </a:r>
            <a:br>
              <a:rPr kumimoji="1" lang="en-US" altLang="ja-JP"/>
            </a:br>
            <a:r>
              <a:rPr kumimoji="1" lang="ja-JP" altLang="en-US"/>
              <a:t>行間</a:t>
            </a:r>
            <a:r>
              <a:rPr kumimoji="1" lang="en-US" altLang="ja-JP"/>
              <a:t>0.95</a:t>
            </a:r>
            <a:br>
              <a:rPr kumimoji="1" lang="en-US" altLang="ja-JP"/>
            </a:br>
            <a:endParaRPr kumimoji="1" lang="ja-JP" altLang="en-US"/>
          </a:p>
        </p:txBody>
      </p:sp>
      <p:sp>
        <p:nvSpPr>
          <p:cNvPr id="16" name="テキスト プレースホルダー 28"/>
          <p:cNvSpPr>
            <a:spLocks noGrp="1"/>
          </p:cNvSpPr>
          <p:nvPr>
            <p:ph type="body" sz="quarter" idx="11" hasCustomPrompt="1"/>
          </p:nvPr>
        </p:nvSpPr>
        <p:spPr>
          <a:xfrm>
            <a:off x="516000" y="4649729"/>
            <a:ext cx="11160000" cy="720000"/>
          </a:xfrm>
          <a:prstGeom prst="rect">
            <a:avLst/>
          </a:prstGeom>
          <a:noFill/>
        </p:spPr>
        <p:txBody>
          <a:bodyPr wrap="square" lIns="270000" tIns="54000" rIns="234000" bIns="144000" anchor="t" anchorCtr="0">
            <a:noAutofit/>
          </a:bodyPr>
          <a:lstStyle>
            <a:lvl1pPr marL="0" indent="0" defTabSz="158400">
              <a:lnSpc>
                <a:spcPct val="100000"/>
              </a:lnSpc>
              <a:spcBef>
                <a:spcPts val="0"/>
              </a:spcBef>
              <a:buNone/>
              <a:defRPr sz="1800" b="0" spc="-30" baseline="0">
                <a:latin typeface="メイリオ" panose="020B0604030504040204" pitchFamily="50" charset="-128"/>
                <a:ea typeface="メイリオ" panose="020B0604030504040204" pitchFamily="50" charset="-128"/>
              </a:defRPr>
            </a:lvl1pPr>
            <a:lvl2pPr marL="0" indent="0" defTabSz="158400">
              <a:buNone/>
              <a:defRPr sz="1400" b="1"/>
            </a:lvl2pPr>
            <a:lvl3pPr marL="0" indent="0" defTabSz="158400">
              <a:buNone/>
              <a:defRPr b="1"/>
            </a:lvl3pPr>
            <a:lvl4pPr marL="1371600" indent="0">
              <a:buNone/>
              <a:defRPr/>
            </a:lvl4pPr>
            <a:lvl5pPr marL="1828800" indent="0">
              <a:buNone/>
              <a:defRPr/>
            </a:lvl5pPr>
          </a:lstStyle>
          <a:p>
            <a:pPr lvl="0"/>
            <a:r>
              <a:rPr kumimoji="1" lang="ja-JP" altLang="en-US"/>
              <a:t>サブタイトル</a:t>
            </a:r>
            <a:r>
              <a:rPr kumimoji="1" lang="en-US" altLang="ja-JP"/>
              <a:t> MSP</a:t>
            </a:r>
            <a:r>
              <a:rPr kumimoji="1" lang="ja-JP" altLang="en-US"/>
              <a:t>ゴシック</a:t>
            </a:r>
            <a:r>
              <a:rPr kumimoji="1" lang="en-US" altLang="ja-JP"/>
              <a:t> 18pt / </a:t>
            </a:r>
            <a:r>
              <a:rPr kumimoji="1" lang="ja-JP" altLang="en-US"/>
              <a:t>行間</a:t>
            </a:r>
            <a:r>
              <a:rPr kumimoji="1" lang="en-US" altLang="ja-JP"/>
              <a:t>1</a:t>
            </a:r>
            <a:br>
              <a:rPr kumimoji="1" lang="en-US" altLang="ja-JP"/>
            </a:br>
            <a:r>
              <a:rPr kumimoji="1" lang="ja-JP" altLang="en-US"/>
              <a:t>日付　　＊社外向け資料には、サブタイトル内に自社名を必ず記入してください。</a:t>
            </a:r>
            <a:endParaRPr kumimoji="1" lang="en-US" altLang="ja-JP"/>
          </a:p>
        </p:txBody>
      </p:sp>
      <p:sp>
        <p:nvSpPr>
          <p:cNvPr id="14" name="テキスト プレースホルダー 4"/>
          <p:cNvSpPr>
            <a:spLocks noGrp="1"/>
          </p:cNvSpPr>
          <p:nvPr>
            <p:ph type="body" sz="quarter" idx="17" hasCustomPrompt="1"/>
          </p:nvPr>
        </p:nvSpPr>
        <p:spPr>
          <a:xfrm>
            <a:off x="516000" y="1297537"/>
            <a:ext cx="11160000" cy="972000"/>
          </a:xfrm>
        </p:spPr>
        <p:txBody>
          <a:bodyPr lIns="234000" anchor="ctr">
            <a:normAutofit/>
          </a:bodyPr>
          <a:lstStyle>
            <a:lvl1pPr marL="0" indent="0">
              <a:spcBef>
                <a:spcPts val="0"/>
              </a:spcBef>
              <a:buNone/>
              <a:defRPr sz="2400" b="0" spc="-30" baseline="0">
                <a:solidFill>
                  <a:schemeClr val="tx1"/>
                </a:solidFill>
                <a:latin typeface="メイリオ" panose="020B0604030504040204" pitchFamily="50" charset="-128"/>
                <a:ea typeface="メイリオ" panose="020B0604030504040204" pitchFamily="50" charset="-128"/>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kumimoji="1" lang="ja-JP" altLang="en-US"/>
              <a:t>タイトル</a:t>
            </a:r>
            <a:r>
              <a:rPr kumimoji="1" lang="en-US" altLang="ja-JP"/>
              <a:t> MSP</a:t>
            </a:r>
            <a:r>
              <a:rPr kumimoji="1" lang="ja-JP" altLang="en-US"/>
              <a:t>ゴシック</a:t>
            </a:r>
            <a:r>
              <a:rPr kumimoji="1" lang="en-US" altLang="ja-JP"/>
              <a:t> 24pt</a:t>
            </a:r>
            <a:endParaRPr kumimoji="1" lang="ja-JP" altLang="en-US"/>
          </a:p>
        </p:txBody>
      </p:sp>
      <p:sp>
        <p:nvSpPr>
          <p:cNvPr id="9" name="テキスト ボックス 8">
            <a:extLst>
              <a:ext uri="{FF2B5EF4-FFF2-40B4-BE49-F238E27FC236}">
                <a16:creationId xmlns:a16="http://schemas.microsoft.com/office/drawing/2014/main" id="{539969A3-63BB-75EC-A8BD-A4E4CE3AA613}"/>
              </a:ext>
            </a:extLst>
          </p:cNvPr>
          <p:cNvSpPr txBox="1"/>
          <p:nvPr/>
        </p:nvSpPr>
        <p:spPr>
          <a:xfrm>
            <a:off x="227013" y="271039"/>
            <a:ext cx="1188000" cy="251999"/>
          </a:xfrm>
          <a:prstGeom prst="rect">
            <a:avLst/>
          </a:prstGeom>
          <a:noFill/>
          <a:ln>
            <a:solidFill>
              <a:srgbClr val="FF0000"/>
            </a:solidFill>
          </a:ln>
        </p:spPr>
        <p:txBody>
          <a:bodyPr wrap="square" lIns="36000" tIns="36000" rIns="36000" bIns="36000" rtlCol="0" anchor="ctr">
            <a:spAutoFit/>
          </a:bodyPr>
          <a:lstStyle/>
          <a:p>
            <a:pPr algn="ctr"/>
            <a:r>
              <a:rPr kumimoji="1" lang="en-US" altLang="ja-JP" sz="1050" b="0" i="0">
                <a:solidFill>
                  <a:srgbClr val="FF0000"/>
                </a:solidFill>
                <a:latin typeface="+mj-lt"/>
                <a:ea typeface="MS Gothic" panose="020B0609070205080204" pitchFamily="49" charset="-128"/>
              </a:rPr>
              <a:t>CONFIDENTIAL</a:t>
            </a:r>
            <a:endParaRPr kumimoji="1" lang="ja-JP" altLang="en-US" sz="1050" b="0" i="0">
              <a:solidFill>
                <a:srgbClr val="FF0000"/>
              </a:solidFill>
              <a:latin typeface="+mj-lt"/>
              <a:ea typeface="MS Gothic" panose="020B0609070205080204" pitchFamily="49" charset="-128"/>
            </a:endParaRPr>
          </a:p>
        </p:txBody>
      </p:sp>
    </p:spTree>
    <p:extLst>
      <p:ext uri="{BB962C8B-B14F-4D97-AF65-F5344CB8AC3E}">
        <p14:creationId xmlns:p14="http://schemas.microsoft.com/office/powerpoint/2010/main" val="1850742096"/>
      </p:ext>
    </p:extLst>
  </p:cSld>
  <p:clrMapOvr>
    <a:masterClrMapping/>
  </p:clrMapOvr>
  <p:hf hdr="0" dt="0"/>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p:cSld name="Section divider">
    <p:bg>
      <p:bgPr>
        <a:solidFill>
          <a:schemeClr val="bg1"/>
        </a:solidFill>
        <a:effectLst/>
      </p:bgPr>
    </p:bg>
    <p:spTree>
      <p:nvGrpSpPr>
        <p:cNvPr id="1" name=""/>
        <p:cNvGrpSpPr/>
        <p:nvPr/>
      </p:nvGrpSpPr>
      <p:grpSpPr>
        <a:xfrm>
          <a:off x="0" y="0"/>
          <a:ext cx="0" cy="0"/>
          <a:chOff x="0" y="0"/>
          <a:chExt cx="0" cy="0"/>
        </a:xfrm>
      </p:grpSpPr>
      <p:sp>
        <p:nvSpPr>
          <p:cNvPr id="9" name="正方形/長方形 8">
            <a:extLst>
              <a:ext uri="{FF2B5EF4-FFF2-40B4-BE49-F238E27FC236}">
                <a16:creationId xmlns:a16="http://schemas.microsoft.com/office/drawing/2014/main" id="{1A1BC9BC-7E85-1F07-EBFA-39A9BB38A2B7}"/>
              </a:ext>
            </a:extLst>
          </p:cNvPr>
          <p:cNvSpPr/>
          <p:nvPr/>
        </p:nvSpPr>
        <p:spPr>
          <a:xfrm>
            <a:off x="119063" y="728663"/>
            <a:ext cx="11953875" cy="6012000"/>
          </a:xfrm>
          <a:prstGeom prst="rect">
            <a:avLst/>
          </a:prstGeom>
          <a:solidFill>
            <a:srgbClr val="ECF1F4"/>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テキスト プレースホルダー 28">
            <a:extLst>
              <a:ext uri="{FF2B5EF4-FFF2-40B4-BE49-F238E27FC236}">
                <a16:creationId xmlns:a16="http://schemas.microsoft.com/office/drawing/2014/main" id="{AA5ACE5D-BCC4-7FAF-258F-580CB021B585}"/>
              </a:ext>
            </a:extLst>
          </p:cNvPr>
          <p:cNvSpPr>
            <a:spLocks noGrp="1"/>
          </p:cNvSpPr>
          <p:nvPr>
            <p:ph type="body" sz="quarter" idx="11" hasCustomPrompt="1"/>
          </p:nvPr>
        </p:nvSpPr>
        <p:spPr>
          <a:xfrm>
            <a:off x="516000" y="4188145"/>
            <a:ext cx="11160000" cy="476933"/>
          </a:xfrm>
          <a:prstGeom prst="rect">
            <a:avLst/>
          </a:prstGeom>
          <a:noFill/>
        </p:spPr>
        <p:txBody>
          <a:bodyPr wrap="square" lIns="270000" tIns="54000" rIns="234000" bIns="144000" anchor="t" anchorCtr="0">
            <a:spAutoFit/>
          </a:bodyPr>
          <a:lstStyle>
            <a:lvl1pPr marL="0" indent="0" defTabSz="158400">
              <a:lnSpc>
                <a:spcPct val="100000"/>
              </a:lnSpc>
              <a:spcBef>
                <a:spcPts val="500"/>
              </a:spcBef>
              <a:buNone/>
              <a:defRPr sz="1800" b="0" spc="-30" baseline="0">
                <a:latin typeface="メイリオ" panose="020B0604030504040204" pitchFamily="50" charset="-128"/>
                <a:ea typeface="メイリオ" panose="020B0604030504040204" pitchFamily="50" charset="-128"/>
              </a:defRPr>
            </a:lvl1pPr>
            <a:lvl2pPr marL="0" indent="0" defTabSz="158400">
              <a:buNone/>
              <a:defRPr sz="1400" b="1"/>
            </a:lvl2pPr>
            <a:lvl3pPr marL="0" indent="0" defTabSz="158400">
              <a:buNone/>
              <a:defRPr b="1"/>
            </a:lvl3pPr>
            <a:lvl4pPr marL="1371600" indent="0">
              <a:buNone/>
              <a:defRPr/>
            </a:lvl4pPr>
            <a:lvl5pPr marL="1828800" indent="0">
              <a:buNone/>
              <a:defRPr/>
            </a:lvl5pPr>
          </a:lstStyle>
          <a:p>
            <a:pPr lvl="0"/>
            <a:r>
              <a:rPr kumimoji="1" lang="ja-JP" altLang="en-US"/>
              <a:t>サブタイトル</a:t>
            </a:r>
            <a:r>
              <a:rPr kumimoji="1" lang="en-US" altLang="ja-JP"/>
              <a:t> MSP</a:t>
            </a:r>
            <a:r>
              <a:rPr kumimoji="1" lang="ja-JP" altLang="en-US"/>
              <a:t>ゴシック</a:t>
            </a:r>
            <a:r>
              <a:rPr kumimoji="1" lang="en-US" altLang="ja-JP"/>
              <a:t> 18pt</a:t>
            </a:r>
          </a:p>
        </p:txBody>
      </p:sp>
      <p:sp>
        <p:nvSpPr>
          <p:cNvPr id="23" name="タイトル 22">
            <a:extLst>
              <a:ext uri="{FF2B5EF4-FFF2-40B4-BE49-F238E27FC236}">
                <a16:creationId xmlns:a16="http://schemas.microsoft.com/office/drawing/2014/main" id="{3A40C814-17D5-4A7E-7A78-30BC828E8294}"/>
              </a:ext>
            </a:extLst>
          </p:cNvPr>
          <p:cNvSpPr>
            <a:spLocks noGrp="1"/>
          </p:cNvSpPr>
          <p:nvPr>
            <p:ph type="title" hasCustomPrompt="1"/>
          </p:nvPr>
        </p:nvSpPr>
        <p:spPr>
          <a:xfrm>
            <a:off x="516000" y="2682555"/>
            <a:ext cx="11160000" cy="1492258"/>
          </a:xfrm>
        </p:spPr>
        <p:txBody>
          <a:bodyPr lIns="234000" tIns="234000" rIns="234000" bIns="125999" anchor="ctr"/>
          <a:lstStyle>
            <a:lvl1pPr>
              <a:defRPr sz="4000">
                <a:latin typeface="メイリオ" panose="020B0604030504040204" pitchFamily="50" charset="-128"/>
                <a:ea typeface="メイリオ" panose="020B0604030504040204" pitchFamily="50" charset="-128"/>
              </a:defRPr>
            </a:lvl1pPr>
          </a:lstStyle>
          <a:p>
            <a:r>
              <a:rPr lang="ja-JP" altLang="en-US" sz="4000"/>
              <a:t>セクションタイトル</a:t>
            </a:r>
            <a:br>
              <a:rPr lang="en-US" altLang="ja-JP" sz="4000"/>
            </a:br>
            <a:r>
              <a:rPr lang="en-US" altLang="ja-JP" sz="4000"/>
              <a:t>MSP</a:t>
            </a:r>
            <a:r>
              <a:rPr lang="ja-JP" altLang="en-US" sz="4000"/>
              <a:t>ゴシック</a:t>
            </a:r>
            <a:r>
              <a:rPr lang="en-US" altLang="ja-JP" sz="4000"/>
              <a:t> 40pt / </a:t>
            </a:r>
            <a:r>
              <a:rPr lang="ja-JP" altLang="en-US" sz="4000"/>
              <a:t>行間</a:t>
            </a:r>
            <a:r>
              <a:rPr lang="en-US" altLang="ja-JP" sz="4000"/>
              <a:t>1</a:t>
            </a:r>
            <a:endParaRPr kumimoji="1" lang="ja-JP" altLang="en-US"/>
          </a:p>
        </p:txBody>
      </p:sp>
      <p:cxnSp>
        <p:nvCxnSpPr>
          <p:cNvPr id="10" name="直線コネクタ 9">
            <a:extLst>
              <a:ext uri="{FF2B5EF4-FFF2-40B4-BE49-F238E27FC236}">
                <a16:creationId xmlns:a16="http://schemas.microsoft.com/office/drawing/2014/main" id="{25D10DD9-2B3B-4B00-5F26-E421D0081912}"/>
              </a:ext>
            </a:extLst>
          </p:cNvPr>
          <p:cNvCxnSpPr>
            <a:cxnSpLocks/>
          </p:cNvCxnSpPr>
          <p:nvPr/>
        </p:nvCxnSpPr>
        <p:spPr>
          <a:xfrm>
            <a:off x="550714" y="6504987"/>
            <a:ext cx="0" cy="19800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13" name="スライド番号プレースホルダー 3">
            <a:extLst>
              <a:ext uri="{FF2B5EF4-FFF2-40B4-BE49-F238E27FC236}">
                <a16:creationId xmlns:a16="http://schemas.microsoft.com/office/drawing/2014/main" id="{DE1F0C62-7BF4-1436-B1EA-28526CF3CF40}"/>
              </a:ext>
            </a:extLst>
          </p:cNvPr>
          <p:cNvSpPr>
            <a:spLocks noGrp="1"/>
          </p:cNvSpPr>
          <p:nvPr>
            <p:ph type="sldNum" sz="quarter" idx="4"/>
          </p:nvPr>
        </p:nvSpPr>
        <p:spPr>
          <a:xfrm>
            <a:off x="242501" y="6474646"/>
            <a:ext cx="343672" cy="239418"/>
          </a:xfrm>
          <a:prstGeom prst="rect">
            <a:avLst/>
          </a:prstGeom>
        </p:spPr>
        <p:txBody>
          <a:bodyPr vert="horz" lIns="0" tIns="45720" rIns="91440" bIns="45720" rtlCol="0" anchor="t" anchorCtr="0"/>
          <a:lstStyle>
            <a:lvl1pPr algn="l">
              <a:defRPr sz="1100">
                <a:solidFill>
                  <a:schemeClr val="tx1"/>
                </a:solidFill>
                <a:latin typeface="+mj-lt"/>
              </a:defRPr>
            </a:lvl1pPr>
          </a:lstStyle>
          <a:p>
            <a:fld id="{48394356-8693-4048-8EAF-2BF05B04AA80}" type="slidenum">
              <a:rPr lang="ja-JP" altLang="en-US" smtClean="0"/>
              <a:pPr/>
              <a:t>‹#›</a:t>
            </a:fld>
            <a:endParaRPr lang="ja-JP" altLang="en-US"/>
          </a:p>
        </p:txBody>
      </p:sp>
      <p:sp>
        <p:nvSpPr>
          <p:cNvPr id="15" name="テキスト ボックス 14">
            <a:extLst>
              <a:ext uri="{FF2B5EF4-FFF2-40B4-BE49-F238E27FC236}">
                <a16:creationId xmlns:a16="http://schemas.microsoft.com/office/drawing/2014/main" id="{0E0F3A2D-801E-BF03-A7BE-2A5BDC41CABC}"/>
              </a:ext>
            </a:extLst>
          </p:cNvPr>
          <p:cNvSpPr txBox="1"/>
          <p:nvPr/>
        </p:nvSpPr>
        <p:spPr>
          <a:xfrm>
            <a:off x="227013" y="271039"/>
            <a:ext cx="1188000" cy="251999"/>
          </a:xfrm>
          <a:prstGeom prst="rect">
            <a:avLst/>
          </a:prstGeom>
          <a:noFill/>
          <a:ln>
            <a:solidFill>
              <a:srgbClr val="FF0000"/>
            </a:solidFill>
          </a:ln>
        </p:spPr>
        <p:txBody>
          <a:bodyPr wrap="square" lIns="36000" tIns="36000" rIns="36000" bIns="36000" rtlCol="0" anchor="ctr">
            <a:spAutoFit/>
          </a:bodyPr>
          <a:lstStyle/>
          <a:p>
            <a:pPr algn="ctr"/>
            <a:r>
              <a:rPr kumimoji="1" lang="en-US" altLang="ja-JP" sz="1050" b="0" i="0">
                <a:solidFill>
                  <a:srgbClr val="FF0000"/>
                </a:solidFill>
                <a:latin typeface="+mj-lt"/>
                <a:ea typeface="MS Gothic" panose="020B0609070205080204" pitchFamily="49" charset="-128"/>
              </a:rPr>
              <a:t>CONFIDENTIAL</a:t>
            </a:r>
            <a:endParaRPr kumimoji="1" lang="ja-JP" altLang="en-US" sz="1050" b="0" i="0">
              <a:solidFill>
                <a:srgbClr val="FF0000"/>
              </a:solidFill>
              <a:latin typeface="+mj-lt"/>
              <a:ea typeface="MS Gothic" panose="020B0609070205080204" pitchFamily="49" charset="-128"/>
            </a:endParaRPr>
          </a:p>
        </p:txBody>
      </p:sp>
      <p:sp>
        <p:nvSpPr>
          <p:cNvPr id="17" name="フッター プレースホルダー 2">
            <a:extLst>
              <a:ext uri="{FF2B5EF4-FFF2-40B4-BE49-F238E27FC236}">
                <a16:creationId xmlns:a16="http://schemas.microsoft.com/office/drawing/2014/main" id="{52133237-772B-F3B9-F68E-FACF5B26B6E8}"/>
              </a:ext>
            </a:extLst>
          </p:cNvPr>
          <p:cNvSpPr>
            <a:spLocks noGrp="1"/>
          </p:cNvSpPr>
          <p:nvPr>
            <p:ph type="ftr" sz="quarter" idx="3"/>
          </p:nvPr>
        </p:nvSpPr>
        <p:spPr>
          <a:xfrm>
            <a:off x="638758" y="6474646"/>
            <a:ext cx="4456805" cy="239418"/>
          </a:xfrm>
          <a:prstGeom prst="rect">
            <a:avLst/>
          </a:prstGeom>
        </p:spPr>
        <p:txBody>
          <a:bodyPr/>
          <a:lstStyle>
            <a:lvl1pPr algn="l">
              <a:defRPr sz="1100">
                <a:solidFill>
                  <a:schemeClr val="tx1"/>
                </a:solidFill>
              </a:defRPr>
            </a:lvl1pPr>
          </a:lstStyle>
          <a:p>
            <a:r>
              <a:rPr lang="ja-JP" altLang="en-US"/>
              <a:t>三菱ケミカル□□□株式会社</a:t>
            </a:r>
          </a:p>
        </p:txBody>
      </p:sp>
      <p:sp>
        <p:nvSpPr>
          <p:cNvPr id="11" name="正方形/長方形 10">
            <a:extLst>
              <a:ext uri="{FF2B5EF4-FFF2-40B4-BE49-F238E27FC236}">
                <a16:creationId xmlns:a16="http://schemas.microsoft.com/office/drawing/2014/main" id="{7999D002-4354-4367-B65C-82A746EB8408}"/>
              </a:ext>
            </a:extLst>
          </p:cNvPr>
          <p:cNvSpPr/>
          <p:nvPr userDrawn="1"/>
        </p:nvSpPr>
        <p:spPr>
          <a:xfrm>
            <a:off x="119063" y="728663"/>
            <a:ext cx="11953875" cy="6012000"/>
          </a:xfrm>
          <a:prstGeom prst="rect">
            <a:avLst/>
          </a:prstGeom>
          <a:solidFill>
            <a:srgbClr val="ECF1F4"/>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2" name="直線コネクタ 11">
            <a:extLst>
              <a:ext uri="{FF2B5EF4-FFF2-40B4-BE49-F238E27FC236}">
                <a16:creationId xmlns:a16="http://schemas.microsoft.com/office/drawing/2014/main" id="{8637E74E-059F-4BE4-9A58-FD3375B55B28}"/>
              </a:ext>
            </a:extLst>
          </p:cNvPr>
          <p:cNvCxnSpPr>
            <a:cxnSpLocks/>
          </p:cNvCxnSpPr>
          <p:nvPr userDrawn="1"/>
        </p:nvCxnSpPr>
        <p:spPr>
          <a:xfrm>
            <a:off x="550714" y="6504987"/>
            <a:ext cx="0" cy="19800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14" name="テキスト ボックス 13">
            <a:extLst>
              <a:ext uri="{FF2B5EF4-FFF2-40B4-BE49-F238E27FC236}">
                <a16:creationId xmlns:a16="http://schemas.microsoft.com/office/drawing/2014/main" id="{716F8014-E6AE-4C65-B543-2A044266B9ED}"/>
              </a:ext>
            </a:extLst>
          </p:cNvPr>
          <p:cNvSpPr txBox="1"/>
          <p:nvPr userDrawn="1"/>
        </p:nvSpPr>
        <p:spPr>
          <a:xfrm>
            <a:off x="227013" y="271039"/>
            <a:ext cx="1188000" cy="251999"/>
          </a:xfrm>
          <a:prstGeom prst="rect">
            <a:avLst/>
          </a:prstGeom>
          <a:noFill/>
          <a:ln>
            <a:solidFill>
              <a:srgbClr val="FF0000"/>
            </a:solidFill>
          </a:ln>
        </p:spPr>
        <p:txBody>
          <a:bodyPr wrap="square" lIns="36000" tIns="36000" rIns="36000" bIns="36000" rtlCol="0" anchor="ctr">
            <a:spAutoFit/>
          </a:bodyPr>
          <a:lstStyle/>
          <a:p>
            <a:pPr algn="ctr"/>
            <a:r>
              <a:rPr kumimoji="1" lang="en-US" altLang="ja-JP" sz="1050" b="0" i="0">
                <a:solidFill>
                  <a:srgbClr val="FF0000"/>
                </a:solidFill>
                <a:latin typeface="+mj-lt"/>
                <a:ea typeface="MS Gothic" panose="020B0609070205080204" pitchFamily="49" charset="-128"/>
              </a:rPr>
              <a:t>CONFIDENTIAL</a:t>
            </a:r>
            <a:endParaRPr kumimoji="1" lang="ja-JP" altLang="en-US" sz="1050" b="0" i="0">
              <a:solidFill>
                <a:srgbClr val="FF0000"/>
              </a:solidFill>
              <a:latin typeface="+mj-lt"/>
              <a:ea typeface="MS Gothic" panose="020B0609070205080204" pitchFamily="49" charset="-128"/>
            </a:endParaRPr>
          </a:p>
        </p:txBody>
      </p:sp>
    </p:spTree>
    <p:extLst>
      <p:ext uri="{BB962C8B-B14F-4D97-AF65-F5344CB8AC3E}">
        <p14:creationId xmlns:p14="http://schemas.microsoft.com/office/powerpoint/2010/main" val="2947279770"/>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p:cSld name="Text 1">
    <p:spTree>
      <p:nvGrpSpPr>
        <p:cNvPr id="1" name=""/>
        <p:cNvGrpSpPr/>
        <p:nvPr/>
      </p:nvGrpSpPr>
      <p:grpSpPr>
        <a:xfrm>
          <a:off x="0" y="0"/>
          <a:ext cx="0" cy="0"/>
          <a:chOff x="0" y="0"/>
          <a:chExt cx="0" cy="0"/>
        </a:xfrm>
      </p:grpSpPr>
      <p:sp>
        <p:nvSpPr>
          <p:cNvPr id="13" name="正方形/長方形 12">
            <a:extLst>
              <a:ext uri="{FF2B5EF4-FFF2-40B4-BE49-F238E27FC236}">
                <a16:creationId xmlns:a16="http://schemas.microsoft.com/office/drawing/2014/main" id="{AE3E1CD6-5D8D-268E-42EC-A8EC858EBB44}"/>
              </a:ext>
            </a:extLst>
          </p:cNvPr>
          <p:cNvSpPr/>
          <p:nvPr/>
        </p:nvSpPr>
        <p:spPr>
          <a:xfrm>
            <a:off x="119063" y="6452663"/>
            <a:ext cx="11953875" cy="288000"/>
          </a:xfrm>
          <a:prstGeom prst="rect">
            <a:avLst/>
          </a:prstGeom>
          <a:solidFill>
            <a:srgbClr val="ECF1F4"/>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タイトル 1">
            <a:extLst>
              <a:ext uri="{FF2B5EF4-FFF2-40B4-BE49-F238E27FC236}">
                <a16:creationId xmlns:a16="http://schemas.microsoft.com/office/drawing/2014/main" id="{8626BE28-3A0E-DBF8-86C1-201ADE114DDE}"/>
              </a:ext>
            </a:extLst>
          </p:cNvPr>
          <p:cNvSpPr>
            <a:spLocks noGrp="1"/>
          </p:cNvSpPr>
          <p:nvPr>
            <p:ph type="title" hasCustomPrompt="1"/>
          </p:nvPr>
        </p:nvSpPr>
        <p:spPr>
          <a:xfrm>
            <a:off x="228988" y="188913"/>
            <a:ext cx="9000000" cy="540000"/>
          </a:xfrm>
        </p:spPr>
        <p:txBody>
          <a:bodyPr lIns="180000" tIns="72000" rIns="180000"/>
          <a:lstStyle>
            <a:lvl1pPr>
              <a:defRPr sz="2400">
                <a:latin typeface="メイリオ" panose="020B0604030504040204" pitchFamily="50" charset="-128"/>
                <a:ea typeface="メイリオ" panose="020B0604030504040204" pitchFamily="50" charset="-128"/>
              </a:defRPr>
            </a:lvl1pPr>
          </a:lstStyle>
          <a:p>
            <a:r>
              <a:rPr kumimoji="1" lang="ja-JP" altLang="en-US"/>
              <a:t>タイトル</a:t>
            </a:r>
            <a:r>
              <a:rPr kumimoji="1" lang="en-US" altLang="ja-JP"/>
              <a:t> MSP</a:t>
            </a:r>
            <a:r>
              <a:rPr kumimoji="1" lang="ja-JP" altLang="en-US"/>
              <a:t>ゴシック</a:t>
            </a:r>
            <a:r>
              <a:rPr kumimoji="1" lang="en-US" altLang="ja-JP"/>
              <a:t> 24pt</a:t>
            </a:r>
            <a:endParaRPr kumimoji="1" lang="ja-JP" altLang="en-US"/>
          </a:p>
        </p:txBody>
      </p:sp>
      <p:cxnSp>
        <p:nvCxnSpPr>
          <p:cNvPr id="10" name="直線コネクタ 9">
            <a:extLst>
              <a:ext uri="{FF2B5EF4-FFF2-40B4-BE49-F238E27FC236}">
                <a16:creationId xmlns:a16="http://schemas.microsoft.com/office/drawing/2014/main" id="{E7E08365-6A34-7C6F-FC0A-1F2887B50CE6}"/>
              </a:ext>
            </a:extLst>
          </p:cNvPr>
          <p:cNvCxnSpPr>
            <a:cxnSpLocks/>
          </p:cNvCxnSpPr>
          <p:nvPr/>
        </p:nvCxnSpPr>
        <p:spPr>
          <a:xfrm>
            <a:off x="550714" y="6504987"/>
            <a:ext cx="0" cy="19800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12" name="スライド番号プレースホルダー 3">
            <a:extLst>
              <a:ext uri="{FF2B5EF4-FFF2-40B4-BE49-F238E27FC236}">
                <a16:creationId xmlns:a16="http://schemas.microsoft.com/office/drawing/2014/main" id="{9154874E-585B-8A05-2CDC-1474B6AEEBC6}"/>
              </a:ext>
            </a:extLst>
          </p:cNvPr>
          <p:cNvSpPr>
            <a:spLocks noGrp="1"/>
          </p:cNvSpPr>
          <p:nvPr>
            <p:ph type="sldNum" sz="quarter" idx="4"/>
          </p:nvPr>
        </p:nvSpPr>
        <p:spPr>
          <a:xfrm>
            <a:off x="242501" y="6474646"/>
            <a:ext cx="343672" cy="239418"/>
          </a:xfrm>
          <a:prstGeom prst="rect">
            <a:avLst/>
          </a:prstGeom>
        </p:spPr>
        <p:txBody>
          <a:bodyPr vert="horz" lIns="0" tIns="45720" rIns="91440" bIns="45720" rtlCol="0" anchor="t" anchorCtr="0"/>
          <a:lstStyle>
            <a:lvl1pPr algn="l">
              <a:defRPr sz="1100">
                <a:solidFill>
                  <a:schemeClr val="tx1"/>
                </a:solidFill>
                <a:latin typeface="+mj-lt"/>
              </a:defRPr>
            </a:lvl1pPr>
          </a:lstStyle>
          <a:p>
            <a:fld id="{48394356-8693-4048-8EAF-2BF05B04AA80}" type="slidenum">
              <a:rPr lang="ja-JP" altLang="en-US" smtClean="0"/>
              <a:pPr/>
              <a:t>‹#›</a:t>
            </a:fld>
            <a:endParaRPr lang="ja-JP" altLang="en-US"/>
          </a:p>
        </p:txBody>
      </p:sp>
      <p:sp>
        <p:nvSpPr>
          <p:cNvPr id="14" name="テキスト プレースホルダー 13">
            <a:extLst>
              <a:ext uri="{FF2B5EF4-FFF2-40B4-BE49-F238E27FC236}">
                <a16:creationId xmlns:a16="http://schemas.microsoft.com/office/drawing/2014/main" id="{27DF148C-7643-3E48-57EE-E10AAF0E4F80}"/>
              </a:ext>
            </a:extLst>
          </p:cNvPr>
          <p:cNvSpPr>
            <a:spLocks noGrp="1"/>
          </p:cNvSpPr>
          <p:nvPr>
            <p:ph type="body" sz="quarter" idx="11"/>
          </p:nvPr>
        </p:nvSpPr>
        <p:spPr>
          <a:xfrm>
            <a:off x="228988" y="1197288"/>
            <a:ext cx="11736000" cy="5040000"/>
          </a:xfrm>
        </p:spPr>
        <p:txBody>
          <a:bodyPr lIns="180000" tIns="72000" rIns="180000">
            <a:normAutofit/>
          </a:bodyPr>
          <a:lstStyle>
            <a:lvl1pPr marL="285750" indent="-285750">
              <a:spcBef>
                <a:spcPts val="1000"/>
              </a:spcBef>
              <a:buFont typeface="Arial" panose="020B0604020202020204" pitchFamily="34" charset="0"/>
              <a:buChar char="•"/>
              <a:defRPr sz="1600">
                <a:latin typeface="メイリオ" panose="020B0604030504040204" pitchFamily="50" charset="-128"/>
                <a:ea typeface="メイリオ" panose="020B0604030504040204" pitchFamily="50" charset="-128"/>
              </a:defRPr>
            </a:lvl1pPr>
            <a:lvl2pPr marL="540000" indent="-180000">
              <a:buFont typeface="メイリオ" panose="020B0604030504040204" pitchFamily="50" charset="-128"/>
              <a:buChar char="‒"/>
              <a:defRPr/>
            </a:lvl2pPr>
            <a:lvl4pPr marL="1260000" indent="-180000">
              <a:buFont typeface="メイリオ" panose="020B0604030504040204" pitchFamily="50" charset="-128"/>
              <a:buChar char="‒"/>
              <a:defRPr/>
            </a:lvl4pPr>
            <a:lvl5pPr marL="1620000" indent="-180000">
              <a:buFont typeface="メイリオ" panose="020B0604030504040204" pitchFamily="50" charset="-128"/>
              <a:buChar char="»"/>
              <a:defRPr/>
            </a:lvl5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16" name="テキスト ボックス 15">
            <a:extLst>
              <a:ext uri="{FF2B5EF4-FFF2-40B4-BE49-F238E27FC236}">
                <a16:creationId xmlns:a16="http://schemas.microsoft.com/office/drawing/2014/main" id="{0D8D9BA0-1D0D-6E5C-D092-6155E4939C24}"/>
              </a:ext>
            </a:extLst>
          </p:cNvPr>
          <p:cNvSpPr txBox="1"/>
          <p:nvPr/>
        </p:nvSpPr>
        <p:spPr>
          <a:xfrm>
            <a:off x="10884988" y="6482599"/>
            <a:ext cx="1080000" cy="223514"/>
          </a:xfrm>
          <a:prstGeom prst="rect">
            <a:avLst/>
          </a:prstGeom>
          <a:noFill/>
          <a:ln w="9525">
            <a:solidFill>
              <a:schemeClr val="tx1">
                <a:lumMod val="50000"/>
                <a:lumOff val="50000"/>
              </a:schemeClr>
            </a:solidFill>
          </a:ln>
        </p:spPr>
        <p:txBody>
          <a:bodyPr wrap="square" lIns="36000" tIns="36000" rIns="36000" bIns="36000" rtlCol="0" anchor="ctr">
            <a:spAutoFit/>
          </a:bodyPr>
          <a:lstStyle/>
          <a:p>
            <a:pPr algn="ctr"/>
            <a:r>
              <a:rPr kumimoji="1" lang="en-US" altLang="ja-JP" sz="980" b="0" i="0">
                <a:solidFill>
                  <a:schemeClr val="tx1">
                    <a:lumMod val="50000"/>
                    <a:lumOff val="50000"/>
                  </a:schemeClr>
                </a:solidFill>
                <a:latin typeface="+mj-lt"/>
                <a:ea typeface="MS Gothic" panose="020B0609070205080204" pitchFamily="49" charset="-128"/>
              </a:rPr>
              <a:t>CONFIDENTIAL</a:t>
            </a:r>
            <a:endParaRPr kumimoji="1" lang="ja-JP" altLang="en-US" sz="980" b="0" i="0">
              <a:solidFill>
                <a:schemeClr val="tx1">
                  <a:lumMod val="50000"/>
                  <a:lumOff val="50000"/>
                </a:schemeClr>
              </a:solidFill>
              <a:latin typeface="+mj-lt"/>
              <a:ea typeface="MS Gothic" panose="020B0609070205080204" pitchFamily="49" charset="-128"/>
            </a:endParaRPr>
          </a:p>
        </p:txBody>
      </p:sp>
      <p:sp>
        <p:nvSpPr>
          <p:cNvPr id="11" name="フッター プレースホルダー 2">
            <a:extLst>
              <a:ext uri="{FF2B5EF4-FFF2-40B4-BE49-F238E27FC236}">
                <a16:creationId xmlns:a16="http://schemas.microsoft.com/office/drawing/2014/main" id="{BF1224ED-0F96-677B-6766-A667DE634105}"/>
              </a:ext>
            </a:extLst>
          </p:cNvPr>
          <p:cNvSpPr>
            <a:spLocks noGrp="1"/>
          </p:cNvSpPr>
          <p:nvPr>
            <p:ph type="ftr" sz="quarter" idx="3"/>
          </p:nvPr>
        </p:nvSpPr>
        <p:spPr>
          <a:xfrm>
            <a:off x="638758" y="6474646"/>
            <a:ext cx="4456805" cy="239418"/>
          </a:xfrm>
          <a:prstGeom prst="rect">
            <a:avLst/>
          </a:prstGeom>
        </p:spPr>
        <p:txBody>
          <a:bodyPr/>
          <a:lstStyle>
            <a:lvl1pPr algn="l">
              <a:defRPr sz="1100">
                <a:solidFill>
                  <a:schemeClr val="tx1"/>
                </a:solidFill>
              </a:defRPr>
            </a:lvl1pPr>
          </a:lstStyle>
          <a:p>
            <a:r>
              <a:rPr lang="ja-JP" altLang="en-US"/>
              <a:t>三菱ケミカル□□□株式会社</a:t>
            </a:r>
          </a:p>
        </p:txBody>
      </p:sp>
      <p:sp>
        <p:nvSpPr>
          <p:cNvPr id="9" name="正方形/長方形 8">
            <a:extLst>
              <a:ext uri="{FF2B5EF4-FFF2-40B4-BE49-F238E27FC236}">
                <a16:creationId xmlns:a16="http://schemas.microsoft.com/office/drawing/2014/main" id="{EF9C528B-342A-45DF-B559-23185E27DDD3}"/>
              </a:ext>
            </a:extLst>
          </p:cNvPr>
          <p:cNvSpPr/>
          <p:nvPr userDrawn="1"/>
        </p:nvSpPr>
        <p:spPr>
          <a:xfrm>
            <a:off x="119063" y="6452663"/>
            <a:ext cx="11953875" cy="288000"/>
          </a:xfrm>
          <a:prstGeom prst="rect">
            <a:avLst/>
          </a:prstGeom>
          <a:solidFill>
            <a:srgbClr val="ECF1F4"/>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5" name="直線コネクタ 14">
            <a:extLst>
              <a:ext uri="{FF2B5EF4-FFF2-40B4-BE49-F238E27FC236}">
                <a16:creationId xmlns:a16="http://schemas.microsoft.com/office/drawing/2014/main" id="{12121445-9EB1-49EE-A29A-4E63DF5AA910}"/>
              </a:ext>
            </a:extLst>
          </p:cNvPr>
          <p:cNvCxnSpPr>
            <a:cxnSpLocks/>
          </p:cNvCxnSpPr>
          <p:nvPr userDrawn="1"/>
        </p:nvCxnSpPr>
        <p:spPr>
          <a:xfrm>
            <a:off x="550714" y="6504987"/>
            <a:ext cx="0" cy="19800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17" name="テキスト ボックス 16">
            <a:extLst>
              <a:ext uri="{FF2B5EF4-FFF2-40B4-BE49-F238E27FC236}">
                <a16:creationId xmlns:a16="http://schemas.microsoft.com/office/drawing/2014/main" id="{D45360A9-77A6-4FB4-BFF4-544405B53709}"/>
              </a:ext>
            </a:extLst>
          </p:cNvPr>
          <p:cNvSpPr txBox="1"/>
          <p:nvPr userDrawn="1"/>
        </p:nvSpPr>
        <p:spPr>
          <a:xfrm>
            <a:off x="10884988" y="6482599"/>
            <a:ext cx="1080000" cy="223514"/>
          </a:xfrm>
          <a:prstGeom prst="rect">
            <a:avLst/>
          </a:prstGeom>
          <a:noFill/>
          <a:ln w="9525">
            <a:solidFill>
              <a:schemeClr val="tx1">
                <a:lumMod val="50000"/>
                <a:lumOff val="50000"/>
              </a:schemeClr>
            </a:solidFill>
          </a:ln>
        </p:spPr>
        <p:txBody>
          <a:bodyPr wrap="square" lIns="36000" tIns="36000" rIns="36000" bIns="36000" rtlCol="0" anchor="ctr">
            <a:spAutoFit/>
          </a:bodyPr>
          <a:lstStyle/>
          <a:p>
            <a:pPr algn="ctr"/>
            <a:r>
              <a:rPr kumimoji="1" lang="en-US" altLang="ja-JP" sz="980" b="0" i="0">
                <a:solidFill>
                  <a:schemeClr val="tx1">
                    <a:lumMod val="50000"/>
                    <a:lumOff val="50000"/>
                  </a:schemeClr>
                </a:solidFill>
                <a:latin typeface="+mj-lt"/>
                <a:ea typeface="MS Gothic" panose="020B0609070205080204" pitchFamily="49" charset="-128"/>
              </a:rPr>
              <a:t>CONFIDENTIAL</a:t>
            </a:r>
            <a:endParaRPr kumimoji="1" lang="ja-JP" altLang="en-US" sz="980" b="0" i="0">
              <a:solidFill>
                <a:schemeClr val="tx1">
                  <a:lumMod val="50000"/>
                  <a:lumOff val="50000"/>
                </a:schemeClr>
              </a:solidFill>
              <a:latin typeface="+mj-lt"/>
              <a:ea typeface="MS Gothic" panose="020B0609070205080204" pitchFamily="49" charset="-128"/>
            </a:endParaRPr>
          </a:p>
        </p:txBody>
      </p:sp>
    </p:spTree>
    <p:extLst>
      <p:ext uri="{BB962C8B-B14F-4D97-AF65-F5344CB8AC3E}">
        <p14:creationId xmlns:p14="http://schemas.microsoft.com/office/powerpoint/2010/main" val="286456441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p:cSld name="Text 2">
    <p:spTree>
      <p:nvGrpSpPr>
        <p:cNvPr id="1" name=""/>
        <p:cNvGrpSpPr/>
        <p:nvPr/>
      </p:nvGrpSpPr>
      <p:grpSpPr>
        <a:xfrm>
          <a:off x="0" y="0"/>
          <a:ext cx="0" cy="0"/>
          <a:chOff x="0" y="0"/>
          <a:chExt cx="0" cy="0"/>
        </a:xfrm>
      </p:grpSpPr>
      <p:sp>
        <p:nvSpPr>
          <p:cNvPr id="16" name="テキスト プレースホルダー 13">
            <a:extLst>
              <a:ext uri="{FF2B5EF4-FFF2-40B4-BE49-F238E27FC236}">
                <a16:creationId xmlns:a16="http://schemas.microsoft.com/office/drawing/2014/main" id="{00F0339F-31B1-E853-007B-4316C81C0E2E}"/>
              </a:ext>
            </a:extLst>
          </p:cNvPr>
          <p:cNvSpPr>
            <a:spLocks noGrp="1"/>
          </p:cNvSpPr>
          <p:nvPr>
            <p:ph type="body" sz="quarter" idx="11" hasCustomPrompt="1"/>
          </p:nvPr>
        </p:nvSpPr>
        <p:spPr>
          <a:xfrm>
            <a:off x="228988" y="1197288"/>
            <a:ext cx="5760000" cy="5040000"/>
          </a:xfrm>
        </p:spPr>
        <p:txBody>
          <a:bodyPr lIns="180000" tIns="72000" rIns="180000">
            <a:normAutofit/>
          </a:bodyPr>
          <a:lstStyle>
            <a:lvl1pPr marL="0" indent="0">
              <a:spcBef>
                <a:spcPts val="1000"/>
              </a:spcBef>
              <a:buNone/>
              <a:defRPr sz="1600">
                <a:latin typeface="メイリオ" panose="020B0604030504040204" pitchFamily="50" charset="-128"/>
                <a:ea typeface="メイリオ" panose="020B0604030504040204" pitchFamily="50" charset="-128"/>
              </a:defRPr>
            </a:lvl1pPr>
          </a:lstStyle>
          <a:p>
            <a:pPr lvl="0"/>
            <a:r>
              <a:rPr kumimoji="1" lang="ja-JP" altLang="en-US"/>
              <a:t>本文テキスト</a:t>
            </a:r>
            <a:r>
              <a:rPr kumimoji="1" lang="en-US" altLang="ja-JP"/>
              <a:t> MSP</a:t>
            </a:r>
            <a:r>
              <a:rPr kumimoji="1" lang="ja-JP" altLang="en-US"/>
              <a:t>ゴシック</a:t>
            </a:r>
            <a:r>
              <a:rPr kumimoji="1" lang="en-US" altLang="ja-JP"/>
              <a:t> 16pt / </a:t>
            </a:r>
            <a:r>
              <a:rPr kumimoji="1" lang="ja-JP" altLang="en-US"/>
              <a:t>行間</a:t>
            </a:r>
            <a:r>
              <a:rPr kumimoji="1" lang="en-US" altLang="ja-JP"/>
              <a:t>1.5</a:t>
            </a:r>
            <a:endParaRPr kumimoji="1" lang="ja-JP" altLang="en-US"/>
          </a:p>
        </p:txBody>
      </p:sp>
      <p:sp>
        <p:nvSpPr>
          <p:cNvPr id="20" name="テキスト プレースホルダー 13">
            <a:extLst>
              <a:ext uri="{FF2B5EF4-FFF2-40B4-BE49-F238E27FC236}">
                <a16:creationId xmlns:a16="http://schemas.microsoft.com/office/drawing/2014/main" id="{8B8C0042-761E-BFFD-163D-6ADF21538D65}"/>
              </a:ext>
            </a:extLst>
          </p:cNvPr>
          <p:cNvSpPr>
            <a:spLocks noGrp="1"/>
          </p:cNvSpPr>
          <p:nvPr>
            <p:ph type="body" sz="quarter" idx="12" hasCustomPrompt="1"/>
          </p:nvPr>
        </p:nvSpPr>
        <p:spPr>
          <a:xfrm>
            <a:off x="6204988" y="1197288"/>
            <a:ext cx="5760000" cy="5040000"/>
          </a:xfrm>
        </p:spPr>
        <p:txBody>
          <a:bodyPr lIns="180000" tIns="72000" rIns="180000">
            <a:normAutofit/>
          </a:bodyPr>
          <a:lstStyle>
            <a:lvl1pPr marL="0" indent="0">
              <a:spcBef>
                <a:spcPts val="1000"/>
              </a:spcBef>
              <a:buNone/>
              <a:defRPr sz="1600">
                <a:latin typeface="+mn-lt"/>
              </a:defRPr>
            </a:lvl1pPr>
          </a:lstStyle>
          <a:p>
            <a:pPr lvl="0"/>
            <a:r>
              <a:rPr kumimoji="1" lang="ja-JP" altLang="en-US"/>
              <a:t>本文テキスト</a:t>
            </a:r>
            <a:r>
              <a:rPr kumimoji="1" lang="en-US" altLang="ja-JP"/>
              <a:t> MSP</a:t>
            </a:r>
            <a:r>
              <a:rPr kumimoji="1" lang="ja-JP" altLang="en-US"/>
              <a:t>ゴシック</a:t>
            </a:r>
            <a:r>
              <a:rPr kumimoji="1" lang="en-US" altLang="ja-JP"/>
              <a:t> 16pt / </a:t>
            </a:r>
            <a:r>
              <a:rPr kumimoji="1" lang="ja-JP" altLang="en-US"/>
              <a:t>行間</a:t>
            </a:r>
            <a:r>
              <a:rPr kumimoji="1" lang="en-US" altLang="ja-JP"/>
              <a:t>1.5</a:t>
            </a:r>
            <a:endParaRPr kumimoji="1" lang="ja-JP" altLang="en-US"/>
          </a:p>
        </p:txBody>
      </p:sp>
      <p:sp>
        <p:nvSpPr>
          <p:cNvPr id="17" name="タイトル 1">
            <a:extLst>
              <a:ext uri="{FF2B5EF4-FFF2-40B4-BE49-F238E27FC236}">
                <a16:creationId xmlns:a16="http://schemas.microsoft.com/office/drawing/2014/main" id="{991BEEDA-5042-D78E-C736-CCA64FF8FA4D}"/>
              </a:ext>
            </a:extLst>
          </p:cNvPr>
          <p:cNvSpPr>
            <a:spLocks noGrp="1"/>
          </p:cNvSpPr>
          <p:nvPr>
            <p:ph type="title" hasCustomPrompt="1"/>
          </p:nvPr>
        </p:nvSpPr>
        <p:spPr>
          <a:xfrm>
            <a:off x="228988" y="188913"/>
            <a:ext cx="9000000" cy="540000"/>
          </a:xfrm>
        </p:spPr>
        <p:txBody>
          <a:bodyPr lIns="180000" tIns="72000" rIns="180000"/>
          <a:lstStyle>
            <a:lvl1pPr>
              <a:defRPr sz="2400">
                <a:latin typeface="メイリオ" panose="020B0604030504040204" pitchFamily="50" charset="-128"/>
                <a:ea typeface="メイリオ" panose="020B0604030504040204" pitchFamily="50" charset="-128"/>
              </a:defRPr>
            </a:lvl1pPr>
          </a:lstStyle>
          <a:p>
            <a:r>
              <a:rPr kumimoji="1" lang="ja-JP" altLang="en-US"/>
              <a:t>タイトル</a:t>
            </a:r>
            <a:r>
              <a:rPr kumimoji="1" lang="en-US" altLang="ja-JP"/>
              <a:t> MSP</a:t>
            </a:r>
            <a:r>
              <a:rPr kumimoji="1" lang="ja-JP" altLang="en-US"/>
              <a:t>ゴシック</a:t>
            </a:r>
            <a:r>
              <a:rPr kumimoji="1" lang="en-US" altLang="ja-JP"/>
              <a:t> 24pt</a:t>
            </a:r>
            <a:endParaRPr kumimoji="1" lang="ja-JP" altLang="en-US"/>
          </a:p>
        </p:txBody>
      </p:sp>
      <p:sp>
        <p:nvSpPr>
          <p:cNvPr id="18" name="正方形/長方形 17">
            <a:extLst>
              <a:ext uri="{FF2B5EF4-FFF2-40B4-BE49-F238E27FC236}">
                <a16:creationId xmlns:a16="http://schemas.microsoft.com/office/drawing/2014/main" id="{17DB059A-993A-AA54-0335-384E00B89AAC}"/>
              </a:ext>
            </a:extLst>
          </p:cNvPr>
          <p:cNvSpPr/>
          <p:nvPr/>
        </p:nvSpPr>
        <p:spPr>
          <a:xfrm>
            <a:off x="119063" y="6452663"/>
            <a:ext cx="11953875" cy="288000"/>
          </a:xfrm>
          <a:prstGeom prst="rect">
            <a:avLst/>
          </a:prstGeom>
          <a:solidFill>
            <a:srgbClr val="ECF1F4"/>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21" name="直線コネクタ 20">
            <a:extLst>
              <a:ext uri="{FF2B5EF4-FFF2-40B4-BE49-F238E27FC236}">
                <a16:creationId xmlns:a16="http://schemas.microsoft.com/office/drawing/2014/main" id="{5871354C-6BF6-FA2E-3C77-84B364ABC070}"/>
              </a:ext>
            </a:extLst>
          </p:cNvPr>
          <p:cNvCxnSpPr>
            <a:cxnSpLocks/>
          </p:cNvCxnSpPr>
          <p:nvPr/>
        </p:nvCxnSpPr>
        <p:spPr>
          <a:xfrm>
            <a:off x="550714" y="6504987"/>
            <a:ext cx="0" cy="19800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22" name="スライド番号プレースホルダー 3">
            <a:extLst>
              <a:ext uri="{FF2B5EF4-FFF2-40B4-BE49-F238E27FC236}">
                <a16:creationId xmlns:a16="http://schemas.microsoft.com/office/drawing/2014/main" id="{BD9A1FA5-B487-E837-4D52-49908F72E19E}"/>
              </a:ext>
            </a:extLst>
          </p:cNvPr>
          <p:cNvSpPr>
            <a:spLocks noGrp="1"/>
          </p:cNvSpPr>
          <p:nvPr>
            <p:ph type="sldNum" sz="quarter" idx="4"/>
          </p:nvPr>
        </p:nvSpPr>
        <p:spPr>
          <a:xfrm>
            <a:off x="242501" y="6474646"/>
            <a:ext cx="343672" cy="239418"/>
          </a:xfrm>
          <a:prstGeom prst="rect">
            <a:avLst/>
          </a:prstGeom>
        </p:spPr>
        <p:txBody>
          <a:bodyPr vert="horz" lIns="0" tIns="45720" rIns="91440" bIns="45720" rtlCol="0" anchor="t" anchorCtr="0"/>
          <a:lstStyle>
            <a:lvl1pPr algn="l">
              <a:defRPr sz="1100">
                <a:solidFill>
                  <a:schemeClr val="tx1"/>
                </a:solidFill>
                <a:latin typeface="+mj-lt"/>
              </a:defRPr>
            </a:lvl1pPr>
          </a:lstStyle>
          <a:p>
            <a:fld id="{48394356-8693-4048-8EAF-2BF05B04AA80}" type="slidenum">
              <a:rPr lang="ja-JP" altLang="en-US" smtClean="0"/>
              <a:pPr/>
              <a:t>‹#›</a:t>
            </a:fld>
            <a:endParaRPr lang="ja-JP" altLang="en-US"/>
          </a:p>
        </p:txBody>
      </p:sp>
      <p:sp>
        <p:nvSpPr>
          <p:cNvPr id="26" name="テキスト ボックス 25">
            <a:extLst>
              <a:ext uri="{FF2B5EF4-FFF2-40B4-BE49-F238E27FC236}">
                <a16:creationId xmlns:a16="http://schemas.microsoft.com/office/drawing/2014/main" id="{1C099CE2-37BA-BBA4-6D99-3A23AC91B8C5}"/>
              </a:ext>
            </a:extLst>
          </p:cNvPr>
          <p:cNvSpPr txBox="1"/>
          <p:nvPr/>
        </p:nvSpPr>
        <p:spPr>
          <a:xfrm>
            <a:off x="10884988" y="6482599"/>
            <a:ext cx="1080000" cy="223514"/>
          </a:xfrm>
          <a:prstGeom prst="rect">
            <a:avLst/>
          </a:prstGeom>
          <a:noFill/>
          <a:ln w="9525">
            <a:solidFill>
              <a:schemeClr val="tx1">
                <a:lumMod val="50000"/>
                <a:lumOff val="50000"/>
              </a:schemeClr>
            </a:solidFill>
          </a:ln>
        </p:spPr>
        <p:txBody>
          <a:bodyPr wrap="square" lIns="36000" tIns="36000" rIns="36000" bIns="36000" rtlCol="0" anchor="ctr">
            <a:spAutoFit/>
          </a:bodyPr>
          <a:lstStyle/>
          <a:p>
            <a:pPr algn="ctr"/>
            <a:r>
              <a:rPr kumimoji="1" lang="en-US" altLang="ja-JP" sz="980" b="0" i="0">
                <a:solidFill>
                  <a:schemeClr val="tx1">
                    <a:lumMod val="50000"/>
                    <a:lumOff val="50000"/>
                  </a:schemeClr>
                </a:solidFill>
                <a:latin typeface="+mj-lt"/>
                <a:ea typeface="MS Gothic" panose="020B0609070205080204" pitchFamily="49" charset="-128"/>
              </a:rPr>
              <a:t>CONFIDENTIAL</a:t>
            </a:r>
            <a:endParaRPr kumimoji="1" lang="ja-JP" altLang="en-US" sz="980" b="0" i="0">
              <a:solidFill>
                <a:schemeClr val="tx1">
                  <a:lumMod val="50000"/>
                  <a:lumOff val="50000"/>
                </a:schemeClr>
              </a:solidFill>
              <a:latin typeface="+mj-lt"/>
              <a:ea typeface="MS Gothic" panose="020B0609070205080204" pitchFamily="49" charset="-128"/>
            </a:endParaRPr>
          </a:p>
        </p:txBody>
      </p:sp>
      <p:sp>
        <p:nvSpPr>
          <p:cNvPr id="10" name="フッター プレースホルダー 2">
            <a:extLst>
              <a:ext uri="{FF2B5EF4-FFF2-40B4-BE49-F238E27FC236}">
                <a16:creationId xmlns:a16="http://schemas.microsoft.com/office/drawing/2014/main" id="{99CFE8A3-7C2C-9F8F-5D9B-F03ACBD67350}"/>
              </a:ext>
            </a:extLst>
          </p:cNvPr>
          <p:cNvSpPr>
            <a:spLocks noGrp="1"/>
          </p:cNvSpPr>
          <p:nvPr>
            <p:ph type="ftr" sz="quarter" idx="3"/>
          </p:nvPr>
        </p:nvSpPr>
        <p:spPr>
          <a:xfrm>
            <a:off x="638758" y="6474646"/>
            <a:ext cx="4456805" cy="239418"/>
          </a:xfrm>
          <a:prstGeom prst="rect">
            <a:avLst/>
          </a:prstGeom>
        </p:spPr>
        <p:txBody>
          <a:bodyPr/>
          <a:lstStyle>
            <a:lvl1pPr algn="l">
              <a:defRPr sz="1100">
                <a:solidFill>
                  <a:schemeClr val="tx1"/>
                </a:solidFill>
              </a:defRPr>
            </a:lvl1pPr>
          </a:lstStyle>
          <a:p>
            <a:r>
              <a:rPr lang="ja-JP" altLang="en-US"/>
              <a:t>三菱ケミカル□□□株式会社</a:t>
            </a:r>
          </a:p>
        </p:txBody>
      </p:sp>
      <p:sp>
        <p:nvSpPr>
          <p:cNvPr id="11" name="正方形/長方形 10">
            <a:extLst>
              <a:ext uri="{FF2B5EF4-FFF2-40B4-BE49-F238E27FC236}">
                <a16:creationId xmlns:a16="http://schemas.microsoft.com/office/drawing/2014/main" id="{D35CE456-F16B-4DAD-B71A-F84EB2B2CF4F}"/>
              </a:ext>
            </a:extLst>
          </p:cNvPr>
          <p:cNvSpPr/>
          <p:nvPr userDrawn="1"/>
        </p:nvSpPr>
        <p:spPr>
          <a:xfrm>
            <a:off x="119063" y="6452663"/>
            <a:ext cx="11953875" cy="288000"/>
          </a:xfrm>
          <a:prstGeom prst="rect">
            <a:avLst/>
          </a:prstGeom>
          <a:solidFill>
            <a:srgbClr val="ECF1F4"/>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2" name="直線コネクタ 11">
            <a:extLst>
              <a:ext uri="{FF2B5EF4-FFF2-40B4-BE49-F238E27FC236}">
                <a16:creationId xmlns:a16="http://schemas.microsoft.com/office/drawing/2014/main" id="{50DB6B1F-BAB1-406B-B0DF-E52CBC44389B}"/>
              </a:ext>
            </a:extLst>
          </p:cNvPr>
          <p:cNvCxnSpPr>
            <a:cxnSpLocks/>
          </p:cNvCxnSpPr>
          <p:nvPr userDrawn="1"/>
        </p:nvCxnSpPr>
        <p:spPr>
          <a:xfrm>
            <a:off x="550714" y="6504987"/>
            <a:ext cx="0" cy="19800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13" name="テキスト ボックス 12">
            <a:extLst>
              <a:ext uri="{FF2B5EF4-FFF2-40B4-BE49-F238E27FC236}">
                <a16:creationId xmlns:a16="http://schemas.microsoft.com/office/drawing/2014/main" id="{3129AD20-F9CE-4118-8700-6B9426214CA3}"/>
              </a:ext>
            </a:extLst>
          </p:cNvPr>
          <p:cNvSpPr txBox="1"/>
          <p:nvPr userDrawn="1"/>
        </p:nvSpPr>
        <p:spPr>
          <a:xfrm>
            <a:off x="10884988" y="6482599"/>
            <a:ext cx="1080000" cy="223514"/>
          </a:xfrm>
          <a:prstGeom prst="rect">
            <a:avLst/>
          </a:prstGeom>
          <a:noFill/>
          <a:ln w="9525">
            <a:solidFill>
              <a:schemeClr val="tx1">
                <a:lumMod val="50000"/>
                <a:lumOff val="50000"/>
              </a:schemeClr>
            </a:solidFill>
          </a:ln>
        </p:spPr>
        <p:txBody>
          <a:bodyPr wrap="square" lIns="36000" tIns="36000" rIns="36000" bIns="36000" rtlCol="0" anchor="ctr">
            <a:spAutoFit/>
          </a:bodyPr>
          <a:lstStyle/>
          <a:p>
            <a:pPr algn="ctr"/>
            <a:r>
              <a:rPr kumimoji="1" lang="en-US" altLang="ja-JP" sz="980" b="0" i="0">
                <a:solidFill>
                  <a:schemeClr val="tx1">
                    <a:lumMod val="50000"/>
                    <a:lumOff val="50000"/>
                  </a:schemeClr>
                </a:solidFill>
                <a:latin typeface="+mj-lt"/>
                <a:ea typeface="MS Gothic" panose="020B0609070205080204" pitchFamily="49" charset="-128"/>
              </a:rPr>
              <a:t>CONFIDENTIAL</a:t>
            </a:r>
            <a:endParaRPr kumimoji="1" lang="ja-JP" altLang="en-US" sz="980" b="0" i="0">
              <a:solidFill>
                <a:schemeClr val="tx1">
                  <a:lumMod val="50000"/>
                  <a:lumOff val="50000"/>
                </a:schemeClr>
              </a:solidFill>
              <a:latin typeface="+mj-lt"/>
              <a:ea typeface="MS Gothic" panose="020B0609070205080204" pitchFamily="49" charset="-128"/>
            </a:endParaRPr>
          </a:p>
        </p:txBody>
      </p:sp>
    </p:spTree>
    <p:extLst>
      <p:ext uri="{BB962C8B-B14F-4D97-AF65-F5344CB8AC3E}">
        <p14:creationId xmlns:p14="http://schemas.microsoft.com/office/powerpoint/2010/main" val="1499662002"/>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p:cSld name="Text 3">
    <p:spTree>
      <p:nvGrpSpPr>
        <p:cNvPr id="1" name=""/>
        <p:cNvGrpSpPr/>
        <p:nvPr/>
      </p:nvGrpSpPr>
      <p:grpSpPr>
        <a:xfrm>
          <a:off x="0" y="0"/>
          <a:ext cx="0" cy="0"/>
          <a:chOff x="0" y="0"/>
          <a:chExt cx="0" cy="0"/>
        </a:xfrm>
      </p:grpSpPr>
      <p:sp>
        <p:nvSpPr>
          <p:cNvPr id="17" name="図プレースホルダー 3">
            <a:extLst>
              <a:ext uri="{FF2B5EF4-FFF2-40B4-BE49-F238E27FC236}">
                <a16:creationId xmlns:a16="http://schemas.microsoft.com/office/drawing/2014/main" id="{25496A93-1D62-25AF-574D-09D81F48E3DC}"/>
              </a:ext>
            </a:extLst>
          </p:cNvPr>
          <p:cNvSpPr>
            <a:spLocks noGrp="1"/>
          </p:cNvSpPr>
          <p:nvPr>
            <p:ph type="pic" sz="quarter" idx="13" hasCustomPrompt="1"/>
          </p:nvPr>
        </p:nvSpPr>
        <p:spPr>
          <a:xfrm>
            <a:off x="228988" y="1197288"/>
            <a:ext cx="11736000" cy="5040000"/>
          </a:xfrm>
        </p:spPr>
        <p:txBody>
          <a:bodyPr lIns="180000" tIns="72000" rIns="180000">
            <a:normAutofit/>
          </a:bodyPr>
          <a:lstStyle>
            <a:lvl1pPr>
              <a:buNone/>
              <a:defRPr sz="1600"/>
            </a:lvl1pPr>
          </a:lstStyle>
          <a:p>
            <a:pPr lvl="0"/>
            <a:r>
              <a:rPr kumimoji="1" lang="en-US" altLang="ja-JP"/>
              <a:t> </a:t>
            </a:r>
            <a:r>
              <a:rPr kumimoji="1" lang="ja-JP" altLang="en-US"/>
              <a:t>図形や写真をここに配置してください</a:t>
            </a:r>
          </a:p>
        </p:txBody>
      </p:sp>
      <p:sp>
        <p:nvSpPr>
          <p:cNvPr id="16" name="タイトル 1">
            <a:extLst>
              <a:ext uri="{FF2B5EF4-FFF2-40B4-BE49-F238E27FC236}">
                <a16:creationId xmlns:a16="http://schemas.microsoft.com/office/drawing/2014/main" id="{8A9C86D2-FB33-30B7-DBCD-D48C205B6047}"/>
              </a:ext>
            </a:extLst>
          </p:cNvPr>
          <p:cNvSpPr>
            <a:spLocks noGrp="1"/>
          </p:cNvSpPr>
          <p:nvPr>
            <p:ph type="title" hasCustomPrompt="1"/>
          </p:nvPr>
        </p:nvSpPr>
        <p:spPr>
          <a:xfrm>
            <a:off x="228988" y="188913"/>
            <a:ext cx="9000000" cy="540000"/>
          </a:xfrm>
        </p:spPr>
        <p:txBody>
          <a:bodyPr lIns="180000" tIns="72000" rIns="180000"/>
          <a:lstStyle>
            <a:lvl1pPr>
              <a:defRPr sz="2400"/>
            </a:lvl1pPr>
          </a:lstStyle>
          <a:p>
            <a:r>
              <a:rPr kumimoji="1" lang="ja-JP" altLang="en-US"/>
              <a:t>タイトル</a:t>
            </a:r>
            <a:r>
              <a:rPr kumimoji="1" lang="en-US" altLang="ja-JP"/>
              <a:t> MSP</a:t>
            </a:r>
            <a:r>
              <a:rPr kumimoji="1" lang="ja-JP" altLang="en-US"/>
              <a:t>ゴシック</a:t>
            </a:r>
            <a:r>
              <a:rPr kumimoji="1" lang="en-US" altLang="ja-JP"/>
              <a:t> 24pt</a:t>
            </a:r>
            <a:endParaRPr kumimoji="1" lang="ja-JP" altLang="en-US"/>
          </a:p>
        </p:txBody>
      </p:sp>
      <p:sp>
        <p:nvSpPr>
          <p:cNvPr id="18" name="正方形/長方形 17">
            <a:extLst>
              <a:ext uri="{FF2B5EF4-FFF2-40B4-BE49-F238E27FC236}">
                <a16:creationId xmlns:a16="http://schemas.microsoft.com/office/drawing/2014/main" id="{1A18FD81-88FA-8D10-93A4-CA0238D592BD}"/>
              </a:ext>
            </a:extLst>
          </p:cNvPr>
          <p:cNvSpPr/>
          <p:nvPr/>
        </p:nvSpPr>
        <p:spPr>
          <a:xfrm>
            <a:off x="119063" y="6452663"/>
            <a:ext cx="11953875" cy="288000"/>
          </a:xfrm>
          <a:prstGeom prst="rect">
            <a:avLst/>
          </a:prstGeom>
          <a:solidFill>
            <a:srgbClr val="ECF1F4"/>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9" name="直線コネクタ 18">
            <a:extLst>
              <a:ext uri="{FF2B5EF4-FFF2-40B4-BE49-F238E27FC236}">
                <a16:creationId xmlns:a16="http://schemas.microsoft.com/office/drawing/2014/main" id="{EEA4F11D-ADDD-D51A-E30D-BAE8D43EB1FA}"/>
              </a:ext>
            </a:extLst>
          </p:cNvPr>
          <p:cNvCxnSpPr>
            <a:cxnSpLocks/>
          </p:cNvCxnSpPr>
          <p:nvPr/>
        </p:nvCxnSpPr>
        <p:spPr>
          <a:xfrm>
            <a:off x="550714" y="6504987"/>
            <a:ext cx="0" cy="19800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20" name="スライド番号プレースホルダー 3">
            <a:extLst>
              <a:ext uri="{FF2B5EF4-FFF2-40B4-BE49-F238E27FC236}">
                <a16:creationId xmlns:a16="http://schemas.microsoft.com/office/drawing/2014/main" id="{5A7337B3-8626-D6AB-2DD1-FE9C59C99FD4}"/>
              </a:ext>
            </a:extLst>
          </p:cNvPr>
          <p:cNvSpPr>
            <a:spLocks noGrp="1"/>
          </p:cNvSpPr>
          <p:nvPr>
            <p:ph type="sldNum" sz="quarter" idx="4"/>
          </p:nvPr>
        </p:nvSpPr>
        <p:spPr>
          <a:xfrm>
            <a:off x="242501" y="6474646"/>
            <a:ext cx="343672" cy="239418"/>
          </a:xfrm>
          <a:prstGeom prst="rect">
            <a:avLst/>
          </a:prstGeom>
        </p:spPr>
        <p:txBody>
          <a:bodyPr vert="horz" lIns="0" tIns="45720" rIns="91440" bIns="45720" rtlCol="0" anchor="t" anchorCtr="0"/>
          <a:lstStyle>
            <a:lvl1pPr algn="l">
              <a:defRPr sz="1100">
                <a:solidFill>
                  <a:schemeClr val="tx1"/>
                </a:solidFill>
                <a:latin typeface="+mj-lt"/>
              </a:defRPr>
            </a:lvl1pPr>
          </a:lstStyle>
          <a:p>
            <a:fld id="{48394356-8693-4048-8EAF-2BF05B04AA80}" type="slidenum">
              <a:rPr lang="ja-JP" altLang="en-US" smtClean="0"/>
              <a:pPr/>
              <a:t>‹#›</a:t>
            </a:fld>
            <a:endParaRPr lang="ja-JP" altLang="en-US"/>
          </a:p>
        </p:txBody>
      </p:sp>
      <p:sp>
        <p:nvSpPr>
          <p:cNvPr id="24" name="テキスト ボックス 23">
            <a:extLst>
              <a:ext uri="{FF2B5EF4-FFF2-40B4-BE49-F238E27FC236}">
                <a16:creationId xmlns:a16="http://schemas.microsoft.com/office/drawing/2014/main" id="{02ACC9CA-328D-1DE0-5047-D2A3A7B5F101}"/>
              </a:ext>
            </a:extLst>
          </p:cNvPr>
          <p:cNvSpPr txBox="1"/>
          <p:nvPr/>
        </p:nvSpPr>
        <p:spPr>
          <a:xfrm>
            <a:off x="10884988" y="6482599"/>
            <a:ext cx="1080000" cy="223514"/>
          </a:xfrm>
          <a:prstGeom prst="rect">
            <a:avLst/>
          </a:prstGeom>
          <a:noFill/>
          <a:ln w="9525">
            <a:solidFill>
              <a:schemeClr val="tx1">
                <a:lumMod val="50000"/>
                <a:lumOff val="50000"/>
              </a:schemeClr>
            </a:solidFill>
          </a:ln>
        </p:spPr>
        <p:txBody>
          <a:bodyPr wrap="square" lIns="36000" tIns="36000" rIns="36000" bIns="36000" rtlCol="0" anchor="ctr">
            <a:spAutoFit/>
          </a:bodyPr>
          <a:lstStyle/>
          <a:p>
            <a:pPr algn="ctr"/>
            <a:r>
              <a:rPr kumimoji="1" lang="en-US" altLang="ja-JP" sz="980" b="0" i="0">
                <a:solidFill>
                  <a:schemeClr val="tx1">
                    <a:lumMod val="50000"/>
                    <a:lumOff val="50000"/>
                  </a:schemeClr>
                </a:solidFill>
                <a:latin typeface="+mj-lt"/>
                <a:ea typeface="MS Gothic" panose="020B0609070205080204" pitchFamily="49" charset="-128"/>
              </a:rPr>
              <a:t>CONFIDENTIAL</a:t>
            </a:r>
            <a:endParaRPr kumimoji="1" lang="ja-JP" altLang="en-US" sz="980" b="0" i="0">
              <a:solidFill>
                <a:schemeClr val="tx1">
                  <a:lumMod val="50000"/>
                  <a:lumOff val="50000"/>
                </a:schemeClr>
              </a:solidFill>
              <a:latin typeface="+mj-lt"/>
              <a:ea typeface="MS Gothic" panose="020B0609070205080204" pitchFamily="49" charset="-128"/>
            </a:endParaRPr>
          </a:p>
        </p:txBody>
      </p:sp>
      <p:sp>
        <p:nvSpPr>
          <p:cNvPr id="9" name="フッター プレースホルダー 2">
            <a:extLst>
              <a:ext uri="{FF2B5EF4-FFF2-40B4-BE49-F238E27FC236}">
                <a16:creationId xmlns:a16="http://schemas.microsoft.com/office/drawing/2014/main" id="{DE83409D-7921-0DDF-2CE0-42FF2BF70DD5}"/>
              </a:ext>
            </a:extLst>
          </p:cNvPr>
          <p:cNvSpPr>
            <a:spLocks noGrp="1"/>
          </p:cNvSpPr>
          <p:nvPr>
            <p:ph type="ftr" sz="quarter" idx="3"/>
          </p:nvPr>
        </p:nvSpPr>
        <p:spPr>
          <a:xfrm>
            <a:off x="638758" y="6474646"/>
            <a:ext cx="4456805" cy="239418"/>
          </a:xfrm>
          <a:prstGeom prst="rect">
            <a:avLst/>
          </a:prstGeom>
        </p:spPr>
        <p:txBody>
          <a:bodyPr/>
          <a:lstStyle>
            <a:lvl1pPr algn="l">
              <a:defRPr sz="1100">
                <a:solidFill>
                  <a:schemeClr val="tx1"/>
                </a:solidFill>
              </a:defRPr>
            </a:lvl1pPr>
          </a:lstStyle>
          <a:p>
            <a:r>
              <a:rPr lang="ja-JP" altLang="en-US"/>
              <a:t>三菱ケミカル□□□株式会社</a:t>
            </a:r>
          </a:p>
        </p:txBody>
      </p:sp>
      <p:sp>
        <p:nvSpPr>
          <p:cNvPr id="10" name="正方形/長方形 9">
            <a:extLst>
              <a:ext uri="{FF2B5EF4-FFF2-40B4-BE49-F238E27FC236}">
                <a16:creationId xmlns:a16="http://schemas.microsoft.com/office/drawing/2014/main" id="{DAC223C7-C1D5-451E-8C36-D517889F041E}"/>
              </a:ext>
            </a:extLst>
          </p:cNvPr>
          <p:cNvSpPr/>
          <p:nvPr userDrawn="1"/>
        </p:nvSpPr>
        <p:spPr>
          <a:xfrm>
            <a:off x="119063" y="6452663"/>
            <a:ext cx="11953875" cy="288000"/>
          </a:xfrm>
          <a:prstGeom prst="rect">
            <a:avLst/>
          </a:prstGeom>
          <a:solidFill>
            <a:srgbClr val="ECF1F4"/>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1" name="直線コネクタ 10">
            <a:extLst>
              <a:ext uri="{FF2B5EF4-FFF2-40B4-BE49-F238E27FC236}">
                <a16:creationId xmlns:a16="http://schemas.microsoft.com/office/drawing/2014/main" id="{36373C03-8873-4C03-A3D2-CBA817FB5F8A}"/>
              </a:ext>
            </a:extLst>
          </p:cNvPr>
          <p:cNvCxnSpPr>
            <a:cxnSpLocks/>
          </p:cNvCxnSpPr>
          <p:nvPr userDrawn="1"/>
        </p:nvCxnSpPr>
        <p:spPr>
          <a:xfrm>
            <a:off x="550714" y="6504987"/>
            <a:ext cx="0" cy="19800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12" name="テキスト ボックス 11">
            <a:extLst>
              <a:ext uri="{FF2B5EF4-FFF2-40B4-BE49-F238E27FC236}">
                <a16:creationId xmlns:a16="http://schemas.microsoft.com/office/drawing/2014/main" id="{CD344371-E22E-4554-BB1E-202CA756CC48}"/>
              </a:ext>
            </a:extLst>
          </p:cNvPr>
          <p:cNvSpPr txBox="1"/>
          <p:nvPr userDrawn="1"/>
        </p:nvSpPr>
        <p:spPr>
          <a:xfrm>
            <a:off x="10884988" y="6482599"/>
            <a:ext cx="1080000" cy="223514"/>
          </a:xfrm>
          <a:prstGeom prst="rect">
            <a:avLst/>
          </a:prstGeom>
          <a:noFill/>
          <a:ln w="9525">
            <a:solidFill>
              <a:schemeClr val="tx1">
                <a:lumMod val="50000"/>
                <a:lumOff val="50000"/>
              </a:schemeClr>
            </a:solidFill>
          </a:ln>
        </p:spPr>
        <p:txBody>
          <a:bodyPr wrap="square" lIns="36000" tIns="36000" rIns="36000" bIns="36000" rtlCol="0" anchor="ctr">
            <a:spAutoFit/>
          </a:bodyPr>
          <a:lstStyle/>
          <a:p>
            <a:pPr algn="ctr"/>
            <a:r>
              <a:rPr kumimoji="1" lang="en-US" altLang="ja-JP" sz="980" b="0" i="0">
                <a:solidFill>
                  <a:schemeClr val="tx1">
                    <a:lumMod val="50000"/>
                    <a:lumOff val="50000"/>
                  </a:schemeClr>
                </a:solidFill>
                <a:latin typeface="+mj-lt"/>
                <a:ea typeface="MS Gothic" panose="020B0609070205080204" pitchFamily="49" charset="-128"/>
              </a:rPr>
              <a:t>CONFIDENTIAL</a:t>
            </a:r>
            <a:endParaRPr kumimoji="1" lang="ja-JP" altLang="en-US" sz="980" b="0" i="0">
              <a:solidFill>
                <a:schemeClr val="tx1">
                  <a:lumMod val="50000"/>
                  <a:lumOff val="50000"/>
                </a:schemeClr>
              </a:solidFill>
              <a:latin typeface="+mj-lt"/>
              <a:ea typeface="MS Gothic" panose="020B0609070205080204" pitchFamily="49" charset="-128"/>
            </a:endParaRPr>
          </a:p>
        </p:txBody>
      </p:sp>
    </p:spTree>
    <p:extLst>
      <p:ext uri="{BB962C8B-B14F-4D97-AF65-F5344CB8AC3E}">
        <p14:creationId xmlns:p14="http://schemas.microsoft.com/office/powerpoint/2010/main" val="697216644"/>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p:cSld name="Topic 1">
    <p:spTree>
      <p:nvGrpSpPr>
        <p:cNvPr id="1" name=""/>
        <p:cNvGrpSpPr/>
        <p:nvPr/>
      </p:nvGrpSpPr>
      <p:grpSpPr>
        <a:xfrm>
          <a:off x="0" y="0"/>
          <a:ext cx="0" cy="0"/>
          <a:chOff x="0" y="0"/>
          <a:chExt cx="0" cy="0"/>
        </a:xfrm>
      </p:grpSpPr>
      <p:sp>
        <p:nvSpPr>
          <p:cNvPr id="22" name="テキスト プレースホルダー 13">
            <a:extLst>
              <a:ext uri="{FF2B5EF4-FFF2-40B4-BE49-F238E27FC236}">
                <a16:creationId xmlns:a16="http://schemas.microsoft.com/office/drawing/2014/main" id="{127C7B05-3C0F-B20D-2360-54A754ACA7E7}"/>
              </a:ext>
            </a:extLst>
          </p:cNvPr>
          <p:cNvSpPr>
            <a:spLocks noGrp="1"/>
          </p:cNvSpPr>
          <p:nvPr>
            <p:ph type="body" sz="quarter" idx="11" hasCustomPrompt="1"/>
          </p:nvPr>
        </p:nvSpPr>
        <p:spPr>
          <a:xfrm>
            <a:off x="2604988" y="1203105"/>
            <a:ext cx="9360000" cy="432000"/>
          </a:xfrm>
        </p:spPr>
        <p:txBody>
          <a:bodyPr lIns="180000" tIns="72000" rIns="180000" anchor="t">
            <a:noAutofit/>
          </a:bodyPr>
          <a:lstStyle>
            <a:lvl1pPr marL="0" indent="0">
              <a:lnSpc>
                <a:spcPct val="100000"/>
              </a:lnSpc>
              <a:spcBef>
                <a:spcPts val="400"/>
              </a:spcBef>
              <a:buNone/>
              <a:defRPr sz="1800" b="1">
                <a:latin typeface="メイリオ" panose="020B0604030504040204" pitchFamily="50" charset="-128"/>
                <a:ea typeface="メイリオ" panose="020B0604030504040204" pitchFamily="50" charset="-128"/>
              </a:defRPr>
            </a:lvl1pPr>
            <a:lvl4pPr marL="1080000" indent="0">
              <a:lnSpc>
                <a:spcPct val="100000"/>
              </a:lnSpc>
              <a:spcBef>
                <a:spcPts val="400"/>
              </a:spcBef>
              <a:buNone/>
              <a:defRPr sz="1400"/>
            </a:lvl4pPr>
          </a:lstStyle>
          <a:p>
            <a:pPr lvl="0"/>
            <a:r>
              <a:rPr kumimoji="1" lang="en-US" altLang="ja-JP"/>
              <a:t>1. </a:t>
            </a:r>
            <a:r>
              <a:rPr kumimoji="1" lang="ja-JP" altLang="en-US"/>
              <a:t>トピックタイトル</a:t>
            </a:r>
            <a:r>
              <a:rPr kumimoji="1" lang="en-US" altLang="ja-JP"/>
              <a:t> MSP</a:t>
            </a:r>
            <a:r>
              <a:rPr kumimoji="1" lang="ja-JP" altLang="en-US"/>
              <a:t>ゴシック</a:t>
            </a:r>
            <a:r>
              <a:rPr kumimoji="1" lang="en-US" altLang="ja-JP"/>
              <a:t> 18pt</a:t>
            </a:r>
          </a:p>
        </p:txBody>
      </p:sp>
      <p:sp>
        <p:nvSpPr>
          <p:cNvPr id="16" name="テキスト プレースホルダー 13">
            <a:extLst>
              <a:ext uri="{FF2B5EF4-FFF2-40B4-BE49-F238E27FC236}">
                <a16:creationId xmlns:a16="http://schemas.microsoft.com/office/drawing/2014/main" id="{08E509E5-6002-968F-9689-949702FAAA3C}"/>
              </a:ext>
            </a:extLst>
          </p:cNvPr>
          <p:cNvSpPr>
            <a:spLocks noGrp="1"/>
          </p:cNvSpPr>
          <p:nvPr>
            <p:ph type="body" sz="quarter" idx="17" hasCustomPrompt="1"/>
          </p:nvPr>
        </p:nvSpPr>
        <p:spPr>
          <a:xfrm>
            <a:off x="3324988" y="1656914"/>
            <a:ext cx="8640000" cy="396000"/>
          </a:xfrm>
        </p:spPr>
        <p:txBody>
          <a:bodyPr lIns="180000" tIns="72000" rIns="180000" anchor="t">
            <a:noAutofit/>
          </a:bodyPr>
          <a:lstStyle>
            <a:lvl1pPr marL="0" indent="0">
              <a:lnSpc>
                <a:spcPct val="100000"/>
              </a:lnSpc>
              <a:spcBef>
                <a:spcPts val="400"/>
              </a:spcBef>
              <a:buNone/>
              <a:defRPr sz="1600" b="0">
                <a:latin typeface="メイリオ" panose="020B0604030504040204" pitchFamily="50" charset="-128"/>
                <a:ea typeface="メイリオ" panose="020B0604030504040204" pitchFamily="50" charset="-128"/>
              </a:defRPr>
            </a:lvl1pPr>
            <a:lvl4pPr marL="1080000" indent="0">
              <a:lnSpc>
                <a:spcPct val="100000"/>
              </a:lnSpc>
              <a:spcBef>
                <a:spcPts val="400"/>
              </a:spcBef>
              <a:buNone/>
              <a:defRPr sz="1400"/>
            </a:lvl4pPr>
          </a:lstStyle>
          <a:p>
            <a:pPr lvl="0"/>
            <a:r>
              <a:rPr kumimoji="1" lang="ja-JP" altLang="en-US"/>
              <a:t>トピック補足テキスト</a:t>
            </a:r>
            <a:r>
              <a:rPr kumimoji="1" lang="en-US" altLang="ja-JP"/>
              <a:t> MSP</a:t>
            </a:r>
            <a:r>
              <a:rPr kumimoji="1" lang="ja-JP" altLang="en-US"/>
              <a:t>ゴシック</a:t>
            </a:r>
            <a:r>
              <a:rPr kumimoji="1" lang="en-US" altLang="ja-JP"/>
              <a:t> 16pt</a:t>
            </a:r>
          </a:p>
        </p:txBody>
      </p:sp>
      <p:sp>
        <p:nvSpPr>
          <p:cNvPr id="25" name="正方形/長方形 24">
            <a:extLst>
              <a:ext uri="{FF2B5EF4-FFF2-40B4-BE49-F238E27FC236}">
                <a16:creationId xmlns:a16="http://schemas.microsoft.com/office/drawing/2014/main" id="{BA4C5561-56F1-2BE3-183C-F2F6B7D263C1}"/>
              </a:ext>
            </a:extLst>
          </p:cNvPr>
          <p:cNvSpPr/>
          <p:nvPr/>
        </p:nvSpPr>
        <p:spPr>
          <a:xfrm>
            <a:off x="119063" y="6452663"/>
            <a:ext cx="11953875" cy="288000"/>
          </a:xfrm>
          <a:prstGeom prst="rect">
            <a:avLst/>
          </a:prstGeom>
          <a:solidFill>
            <a:srgbClr val="ECF1F4"/>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26" name="直線コネクタ 25">
            <a:extLst>
              <a:ext uri="{FF2B5EF4-FFF2-40B4-BE49-F238E27FC236}">
                <a16:creationId xmlns:a16="http://schemas.microsoft.com/office/drawing/2014/main" id="{59B74494-99C6-7456-B8EB-CA07D45A6FE5}"/>
              </a:ext>
            </a:extLst>
          </p:cNvPr>
          <p:cNvCxnSpPr>
            <a:cxnSpLocks/>
          </p:cNvCxnSpPr>
          <p:nvPr/>
        </p:nvCxnSpPr>
        <p:spPr>
          <a:xfrm>
            <a:off x="550714" y="6504987"/>
            <a:ext cx="0" cy="19800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29" name="スライド番号プレースホルダー 3">
            <a:extLst>
              <a:ext uri="{FF2B5EF4-FFF2-40B4-BE49-F238E27FC236}">
                <a16:creationId xmlns:a16="http://schemas.microsoft.com/office/drawing/2014/main" id="{4E8E9449-5E24-597D-2466-BC4A4D331AB9}"/>
              </a:ext>
            </a:extLst>
          </p:cNvPr>
          <p:cNvSpPr>
            <a:spLocks noGrp="1"/>
          </p:cNvSpPr>
          <p:nvPr>
            <p:ph type="sldNum" sz="quarter" idx="4"/>
          </p:nvPr>
        </p:nvSpPr>
        <p:spPr>
          <a:xfrm>
            <a:off x="242501" y="6474646"/>
            <a:ext cx="343672" cy="239418"/>
          </a:xfrm>
          <a:prstGeom prst="rect">
            <a:avLst/>
          </a:prstGeom>
        </p:spPr>
        <p:txBody>
          <a:bodyPr vert="horz" lIns="0" tIns="45720" rIns="91440" bIns="45720" rtlCol="0" anchor="t" anchorCtr="0"/>
          <a:lstStyle>
            <a:lvl1pPr algn="l">
              <a:defRPr sz="1100">
                <a:solidFill>
                  <a:schemeClr val="tx1"/>
                </a:solidFill>
                <a:latin typeface="+mj-lt"/>
              </a:defRPr>
            </a:lvl1pPr>
          </a:lstStyle>
          <a:p>
            <a:fld id="{48394356-8693-4048-8EAF-2BF05B04AA80}" type="slidenum">
              <a:rPr lang="ja-JP" altLang="en-US" smtClean="0"/>
              <a:pPr/>
              <a:t>‹#›</a:t>
            </a:fld>
            <a:endParaRPr lang="ja-JP" altLang="en-US"/>
          </a:p>
        </p:txBody>
      </p:sp>
      <p:sp>
        <p:nvSpPr>
          <p:cNvPr id="34" name="タイトル 1">
            <a:extLst>
              <a:ext uri="{FF2B5EF4-FFF2-40B4-BE49-F238E27FC236}">
                <a16:creationId xmlns:a16="http://schemas.microsoft.com/office/drawing/2014/main" id="{66BFCDF4-6469-27EF-8B87-DB88B89E361E}"/>
              </a:ext>
            </a:extLst>
          </p:cNvPr>
          <p:cNvSpPr>
            <a:spLocks noGrp="1"/>
          </p:cNvSpPr>
          <p:nvPr>
            <p:ph type="title" hasCustomPrompt="1"/>
          </p:nvPr>
        </p:nvSpPr>
        <p:spPr>
          <a:xfrm>
            <a:off x="228988" y="188913"/>
            <a:ext cx="9000000" cy="540000"/>
          </a:xfrm>
        </p:spPr>
        <p:txBody>
          <a:bodyPr lIns="180000" tIns="72000" rIns="180000"/>
          <a:lstStyle>
            <a:lvl1pPr>
              <a:defRPr sz="2400">
                <a:latin typeface="メイリオ" panose="020B0604030504040204" pitchFamily="50" charset="-128"/>
                <a:ea typeface="メイリオ" panose="020B0604030504040204" pitchFamily="50" charset="-128"/>
              </a:defRPr>
            </a:lvl1pPr>
          </a:lstStyle>
          <a:p>
            <a:r>
              <a:rPr kumimoji="1" lang="ja-JP" altLang="en-US"/>
              <a:t>タイトル</a:t>
            </a:r>
            <a:r>
              <a:rPr kumimoji="1" lang="en-US" altLang="ja-JP"/>
              <a:t> MSP</a:t>
            </a:r>
            <a:r>
              <a:rPr kumimoji="1" lang="ja-JP" altLang="en-US"/>
              <a:t>ゴシック</a:t>
            </a:r>
            <a:r>
              <a:rPr kumimoji="1" lang="en-US" altLang="ja-JP"/>
              <a:t> 24pt</a:t>
            </a:r>
            <a:endParaRPr kumimoji="1" lang="ja-JP" altLang="en-US"/>
          </a:p>
        </p:txBody>
      </p:sp>
      <p:sp>
        <p:nvSpPr>
          <p:cNvPr id="36" name="テキスト プレースホルダー 13">
            <a:extLst>
              <a:ext uri="{FF2B5EF4-FFF2-40B4-BE49-F238E27FC236}">
                <a16:creationId xmlns:a16="http://schemas.microsoft.com/office/drawing/2014/main" id="{862BB816-54BD-4205-E9D3-A4AB25995AD7}"/>
              </a:ext>
            </a:extLst>
          </p:cNvPr>
          <p:cNvSpPr>
            <a:spLocks noGrp="1"/>
          </p:cNvSpPr>
          <p:nvPr>
            <p:ph type="body" sz="quarter" idx="18" hasCustomPrompt="1"/>
          </p:nvPr>
        </p:nvSpPr>
        <p:spPr>
          <a:xfrm>
            <a:off x="2604988" y="2254032"/>
            <a:ext cx="9360000" cy="432000"/>
          </a:xfrm>
        </p:spPr>
        <p:txBody>
          <a:bodyPr lIns="180000" tIns="72000" rIns="180000" anchor="t">
            <a:noAutofit/>
          </a:bodyPr>
          <a:lstStyle>
            <a:lvl1pPr marL="0" indent="0">
              <a:lnSpc>
                <a:spcPct val="100000"/>
              </a:lnSpc>
              <a:spcBef>
                <a:spcPts val="400"/>
              </a:spcBef>
              <a:buNone/>
              <a:defRPr sz="1800" b="1">
                <a:latin typeface="メイリオ" panose="020B0604030504040204" pitchFamily="50" charset="-128"/>
                <a:ea typeface="メイリオ" panose="020B0604030504040204" pitchFamily="50" charset="-128"/>
              </a:defRPr>
            </a:lvl1pPr>
            <a:lvl4pPr marL="1080000" indent="0">
              <a:lnSpc>
                <a:spcPct val="100000"/>
              </a:lnSpc>
              <a:spcBef>
                <a:spcPts val="400"/>
              </a:spcBef>
              <a:buNone/>
              <a:defRPr sz="1400"/>
            </a:lvl4pPr>
          </a:lstStyle>
          <a:p>
            <a:pPr lvl="0"/>
            <a:r>
              <a:rPr kumimoji="1" lang="en-US" altLang="ja-JP"/>
              <a:t>2. </a:t>
            </a:r>
            <a:r>
              <a:rPr kumimoji="1" lang="ja-JP" altLang="en-US"/>
              <a:t>トピックタイトル</a:t>
            </a:r>
            <a:endParaRPr kumimoji="1" lang="en-US" altLang="ja-JP"/>
          </a:p>
        </p:txBody>
      </p:sp>
      <p:sp>
        <p:nvSpPr>
          <p:cNvPr id="37" name="テキスト プレースホルダー 13">
            <a:extLst>
              <a:ext uri="{FF2B5EF4-FFF2-40B4-BE49-F238E27FC236}">
                <a16:creationId xmlns:a16="http://schemas.microsoft.com/office/drawing/2014/main" id="{9BB17FC1-42EC-2674-0BCD-AF1B06257F3B}"/>
              </a:ext>
            </a:extLst>
          </p:cNvPr>
          <p:cNvSpPr>
            <a:spLocks noGrp="1"/>
          </p:cNvSpPr>
          <p:nvPr>
            <p:ph type="body" sz="quarter" idx="19" hasCustomPrompt="1"/>
          </p:nvPr>
        </p:nvSpPr>
        <p:spPr>
          <a:xfrm>
            <a:off x="3324988" y="2707841"/>
            <a:ext cx="8640000" cy="396000"/>
          </a:xfrm>
        </p:spPr>
        <p:txBody>
          <a:bodyPr lIns="180000" tIns="72000" rIns="180000" anchor="t">
            <a:noAutofit/>
          </a:bodyPr>
          <a:lstStyle>
            <a:lvl1pPr marL="0" indent="0">
              <a:lnSpc>
                <a:spcPct val="100000"/>
              </a:lnSpc>
              <a:spcBef>
                <a:spcPts val="400"/>
              </a:spcBef>
              <a:buNone/>
              <a:defRPr sz="1600" b="0">
                <a:latin typeface="メイリオ" panose="020B0604030504040204" pitchFamily="50" charset="-128"/>
                <a:ea typeface="メイリオ" panose="020B0604030504040204" pitchFamily="50" charset="-128"/>
              </a:defRPr>
            </a:lvl1pPr>
            <a:lvl4pPr marL="1080000" indent="0">
              <a:lnSpc>
                <a:spcPct val="100000"/>
              </a:lnSpc>
              <a:spcBef>
                <a:spcPts val="400"/>
              </a:spcBef>
              <a:buNone/>
              <a:defRPr sz="1400"/>
            </a:lvl4pPr>
          </a:lstStyle>
          <a:p>
            <a:pPr lvl="0"/>
            <a:r>
              <a:rPr kumimoji="1" lang="ja-JP" altLang="en-US"/>
              <a:t>補足テキスト</a:t>
            </a:r>
            <a:endParaRPr kumimoji="1" lang="en-US" altLang="ja-JP"/>
          </a:p>
        </p:txBody>
      </p:sp>
      <p:sp>
        <p:nvSpPr>
          <p:cNvPr id="40" name="テキスト プレースホルダー 13">
            <a:extLst>
              <a:ext uri="{FF2B5EF4-FFF2-40B4-BE49-F238E27FC236}">
                <a16:creationId xmlns:a16="http://schemas.microsoft.com/office/drawing/2014/main" id="{C262D9F1-170C-FEE2-2472-3FF004C93A0A}"/>
              </a:ext>
            </a:extLst>
          </p:cNvPr>
          <p:cNvSpPr>
            <a:spLocks noGrp="1"/>
          </p:cNvSpPr>
          <p:nvPr>
            <p:ph type="body" sz="quarter" idx="20" hasCustomPrompt="1"/>
          </p:nvPr>
        </p:nvSpPr>
        <p:spPr>
          <a:xfrm>
            <a:off x="2604988" y="3304959"/>
            <a:ext cx="9360000" cy="432000"/>
          </a:xfrm>
        </p:spPr>
        <p:txBody>
          <a:bodyPr lIns="180000" tIns="72000" rIns="180000" anchor="t">
            <a:noAutofit/>
          </a:bodyPr>
          <a:lstStyle>
            <a:lvl1pPr marL="0" indent="0">
              <a:lnSpc>
                <a:spcPct val="100000"/>
              </a:lnSpc>
              <a:spcBef>
                <a:spcPts val="400"/>
              </a:spcBef>
              <a:buNone/>
              <a:defRPr sz="1800" b="1">
                <a:latin typeface="メイリオ" panose="020B0604030504040204" pitchFamily="50" charset="-128"/>
                <a:ea typeface="メイリオ" panose="020B0604030504040204" pitchFamily="50" charset="-128"/>
              </a:defRPr>
            </a:lvl1pPr>
            <a:lvl4pPr marL="1080000" indent="0">
              <a:lnSpc>
                <a:spcPct val="100000"/>
              </a:lnSpc>
              <a:spcBef>
                <a:spcPts val="400"/>
              </a:spcBef>
              <a:buNone/>
              <a:defRPr sz="1400"/>
            </a:lvl4pPr>
          </a:lstStyle>
          <a:p>
            <a:pPr lvl="0"/>
            <a:r>
              <a:rPr kumimoji="1" lang="en-US" altLang="ja-JP"/>
              <a:t>3. </a:t>
            </a:r>
            <a:r>
              <a:rPr kumimoji="1" lang="ja-JP" altLang="en-US"/>
              <a:t>トピックタイトル</a:t>
            </a:r>
            <a:endParaRPr kumimoji="1" lang="en-US" altLang="ja-JP"/>
          </a:p>
        </p:txBody>
      </p:sp>
      <p:sp>
        <p:nvSpPr>
          <p:cNvPr id="41" name="テキスト プレースホルダー 13">
            <a:extLst>
              <a:ext uri="{FF2B5EF4-FFF2-40B4-BE49-F238E27FC236}">
                <a16:creationId xmlns:a16="http://schemas.microsoft.com/office/drawing/2014/main" id="{D36E4D91-1BF9-091F-E926-8382E7EDEEFD}"/>
              </a:ext>
            </a:extLst>
          </p:cNvPr>
          <p:cNvSpPr>
            <a:spLocks noGrp="1"/>
          </p:cNvSpPr>
          <p:nvPr>
            <p:ph type="body" sz="quarter" idx="21" hasCustomPrompt="1"/>
          </p:nvPr>
        </p:nvSpPr>
        <p:spPr>
          <a:xfrm>
            <a:off x="3324988" y="3758768"/>
            <a:ext cx="8640000" cy="396000"/>
          </a:xfrm>
        </p:spPr>
        <p:txBody>
          <a:bodyPr lIns="180000" tIns="72000" rIns="180000" anchor="t">
            <a:noAutofit/>
          </a:bodyPr>
          <a:lstStyle>
            <a:lvl1pPr marL="0" indent="0">
              <a:lnSpc>
                <a:spcPct val="100000"/>
              </a:lnSpc>
              <a:spcBef>
                <a:spcPts val="400"/>
              </a:spcBef>
              <a:buNone/>
              <a:defRPr sz="1600" b="0">
                <a:latin typeface="メイリオ" panose="020B0604030504040204" pitchFamily="50" charset="-128"/>
                <a:ea typeface="メイリオ" panose="020B0604030504040204" pitchFamily="50" charset="-128"/>
              </a:defRPr>
            </a:lvl1pPr>
            <a:lvl4pPr marL="1080000" indent="0">
              <a:lnSpc>
                <a:spcPct val="100000"/>
              </a:lnSpc>
              <a:spcBef>
                <a:spcPts val="400"/>
              </a:spcBef>
              <a:buNone/>
              <a:defRPr sz="1400"/>
            </a:lvl4pPr>
          </a:lstStyle>
          <a:p>
            <a:pPr lvl="0"/>
            <a:r>
              <a:rPr kumimoji="1" lang="ja-JP" altLang="en-US"/>
              <a:t>補足テキスト</a:t>
            </a:r>
            <a:endParaRPr kumimoji="1" lang="en-US" altLang="ja-JP"/>
          </a:p>
        </p:txBody>
      </p:sp>
      <p:sp>
        <p:nvSpPr>
          <p:cNvPr id="42" name="テキスト プレースホルダー 13">
            <a:extLst>
              <a:ext uri="{FF2B5EF4-FFF2-40B4-BE49-F238E27FC236}">
                <a16:creationId xmlns:a16="http://schemas.microsoft.com/office/drawing/2014/main" id="{5E539ABA-F91D-8A2F-E544-DB3EBFAC9108}"/>
              </a:ext>
            </a:extLst>
          </p:cNvPr>
          <p:cNvSpPr>
            <a:spLocks noGrp="1"/>
          </p:cNvSpPr>
          <p:nvPr>
            <p:ph type="body" sz="quarter" idx="22" hasCustomPrompt="1"/>
          </p:nvPr>
        </p:nvSpPr>
        <p:spPr>
          <a:xfrm>
            <a:off x="2604988" y="4355885"/>
            <a:ext cx="9360000" cy="432000"/>
          </a:xfrm>
        </p:spPr>
        <p:txBody>
          <a:bodyPr lIns="180000" tIns="72000" rIns="180000" anchor="t">
            <a:noAutofit/>
          </a:bodyPr>
          <a:lstStyle>
            <a:lvl1pPr marL="0" indent="0">
              <a:lnSpc>
                <a:spcPct val="100000"/>
              </a:lnSpc>
              <a:spcBef>
                <a:spcPts val="400"/>
              </a:spcBef>
              <a:buNone/>
              <a:defRPr sz="1800" b="1">
                <a:latin typeface="メイリオ" panose="020B0604030504040204" pitchFamily="50" charset="-128"/>
                <a:ea typeface="メイリオ" panose="020B0604030504040204" pitchFamily="50" charset="-128"/>
              </a:defRPr>
            </a:lvl1pPr>
            <a:lvl4pPr marL="1080000" indent="0">
              <a:lnSpc>
                <a:spcPct val="100000"/>
              </a:lnSpc>
              <a:spcBef>
                <a:spcPts val="400"/>
              </a:spcBef>
              <a:buNone/>
              <a:defRPr sz="1400"/>
            </a:lvl4pPr>
          </a:lstStyle>
          <a:p>
            <a:pPr lvl="0"/>
            <a:r>
              <a:rPr kumimoji="1" lang="en-US" altLang="ja-JP"/>
              <a:t>4. </a:t>
            </a:r>
            <a:r>
              <a:rPr kumimoji="1" lang="ja-JP" altLang="en-US"/>
              <a:t>トピックタイトル</a:t>
            </a:r>
            <a:endParaRPr kumimoji="1" lang="en-US" altLang="ja-JP"/>
          </a:p>
        </p:txBody>
      </p:sp>
      <p:sp>
        <p:nvSpPr>
          <p:cNvPr id="43" name="テキスト プレースホルダー 13">
            <a:extLst>
              <a:ext uri="{FF2B5EF4-FFF2-40B4-BE49-F238E27FC236}">
                <a16:creationId xmlns:a16="http://schemas.microsoft.com/office/drawing/2014/main" id="{F67B5B7A-896A-DE29-E75A-80E790F361FA}"/>
              </a:ext>
            </a:extLst>
          </p:cNvPr>
          <p:cNvSpPr>
            <a:spLocks noGrp="1"/>
          </p:cNvSpPr>
          <p:nvPr>
            <p:ph type="body" sz="quarter" idx="23" hasCustomPrompt="1"/>
          </p:nvPr>
        </p:nvSpPr>
        <p:spPr>
          <a:xfrm>
            <a:off x="3324988" y="4809694"/>
            <a:ext cx="8640000" cy="396000"/>
          </a:xfrm>
        </p:spPr>
        <p:txBody>
          <a:bodyPr lIns="180000" tIns="72000" rIns="180000" anchor="t">
            <a:noAutofit/>
          </a:bodyPr>
          <a:lstStyle>
            <a:lvl1pPr marL="0" indent="0">
              <a:lnSpc>
                <a:spcPct val="100000"/>
              </a:lnSpc>
              <a:spcBef>
                <a:spcPts val="400"/>
              </a:spcBef>
              <a:buNone/>
              <a:defRPr sz="1600" b="0">
                <a:latin typeface="メイリオ" panose="020B0604030504040204" pitchFamily="50" charset="-128"/>
                <a:ea typeface="メイリオ" panose="020B0604030504040204" pitchFamily="50" charset="-128"/>
              </a:defRPr>
            </a:lvl1pPr>
            <a:lvl4pPr marL="1080000" indent="0">
              <a:lnSpc>
                <a:spcPct val="100000"/>
              </a:lnSpc>
              <a:spcBef>
                <a:spcPts val="400"/>
              </a:spcBef>
              <a:buNone/>
              <a:defRPr sz="1400"/>
            </a:lvl4pPr>
          </a:lstStyle>
          <a:p>
            <a:pPr lvl="0"/>
            <a:r>
              <a:rPr kumimoji="1" lang="ja-JP" altLang="en-US"/>
              <a:t>補足テキスト</a:t>
            </a:r>
            <a:endParaRPr kumimoji="1" lang="en-US" altLang="ja-JP"/>
          </a:p>
        </p:txBody>
      </p:sp>
      <p:sp>
        <p:nvSpPr>
          <p:cNvPr id="44" name="テキスト プレースホルダー 13">
            <a:extLst>
              <a:ext uri="{FF2B5EF4-FFF2-40B4-BE49-F238E27FC236}">
                <a16:creationId xmlns:a16="http://schemas.microsoft.com/office/drawing/2014/main" id="{433031D6-DD50-5095-0CC8-23D614EBC922}"/>
              </a:ext>
            </a:extLst>
          </p:cNvPr>
          <p:cNvSpPr>
            <a:spLocks noGrp="1"/>
          </p:cNvSpPr>
          <p:nvPr>
            <p:ph type="body" sz="quarter" idx="24" hasCustomPrompt="1"/>
          </p:nvPr>
        </p:nvSpPr>
        <p:spPr>
          <a:xfrm>
            <a:off x="2604988" y="5406811"/>
            <a:ext cx="9360000" cy="432000"/>
          </a:xfrm>
        </p:spPr>
        <p:txBody>
          <a:bodyPr lIns="180000" tIns="72000" rIns="180000" anchor="t">
            <a:noAutofit/>
          </a:bodyPr>
          <a:lstStyle>
            <a:lvl1pPr marL="0" indent="0">
              <a:lnSpc>
                <a:spcPct val="100000"/>
              </a:lnSpc>
              <a:spcBef>
                <a:spcPts val="400"/>
              </a:spcBef>
              <a:buNone/>
              <a:defRPr sz="1800" b="1">
                <a:latin typeface="メイリオ" panose="020B0604030504040204" pitchFamily="50" charset="-128"/>
                <a:ea typeface="メイリオ" panose="020B0604030504040204" pitchFamily="50" charset="-128"/>
              </a:defRPr>
            </a:lvl1pPr>
            <a:lvl4pPr marL="1080000" indent="0">
              <a:lnSpc>
                <a:spcPct val="100000"/>
              </a:lnSpc>
              <a:spcBef>
                <a:spcPts val="400"/>
              </a:spcBef>
              <a:buNone/>
              <a:defRPr sz="1400"/>
            </a:lvl4pPr>
          </a:lstStyle>
          <a:p>
            <a:pPr lvl="0"/>
            <a:r>
              <a:rPr kumimoji="1" lang="en-US" altLang="ja-JP"/>
              <a:t>5. </a:t>
            </a:r>
            <a:r>
              <a:rPr kumimoji="1" lang="ja-JP" altLang="en-US"/>
              <a:t>トピックタイトル</a:t>
            </a:r>
            <a:endParaRPr kumimoji="1" lang="en-US" altLang="ja-JP"/>
          </a:p>
        </p:txBody>
      </p:sp>
      <p:sp>
        <p:nvSpPr>
          <p:cNvPr id="45" name="テキスト プレースホルダー 13">
            <a:extLst>
              <a:ext uri="{FF2B5EF4-FFF2-40B4-BE49-F238E27FC236}">
                <a16:creationId xmlns:a16="http://schemas.microsoft.com/office/drawing/2014/main" id="{6345B59D-EA5D-4847-AC94-092E01E40DFE}"/>
              </a:ext>
            </a:extLst>
          </p:cNvPr>
          <p:cNvSpPr>
            <a:spLocks noGrp="1"/>
          </p:cNvSpPr>
          <p:nvPr>
            <p:ph type="body" sz="quarter" idx="25" hasCustomPrompt="1"/>
          </p:nvPr>
        </p:nvSpPr>
        <p:spPr>
          <a:xfrm>
            <a:off x="3324988" y="5860620"/>
            <a:ext cx="8640000" cy="396000"/>
          </a:xfrm>
        </p:spPr>
        <p:txBody>
          <a:bodyPr lIns="180000" tIns="72000" rIns="180000" anchor="t">
            <a:noAutofit/>
          </a:bodyPr>
          <a:lstStyle>
            <a:lvl1pPr marL="0" indent="0">
              <a:lnSpc>
                <a:spcPct val="100000"/>
              </a:lnSpc>
              <a:spcBef>
                <a:spcPts val="400"/>
              </a:spcBef>
              <a:buNone/>
              <a:defRPr sz="1600" b="0">
                <a:latin typeface="メイリオ" panose="020B0604030504040204" pitchFamily="50" charset="-128"/>
                <a:ea typeface="メイリオ" panose="020B0604030504040204" pitchFamily="50" charset="-128"/>
              </a:defRPr>
            </a:lvl1pPr>
            <a:lvl4pPr marL="1080000" indent="0">
              <a:lnSpc>
                <a:spcPct val="100000"/>
              </a:lnSpc>
              <a:spcBef>
                <a:spcPts val="400"/>
              </a:spcBef>
              <a:buNone/>
              <a:defRPr sz="1400"/>
            </a:lvl4pPr>
          </a:lstStyle>
          <a:p>
            <a:pPr lvl="0"/>
            <a:r>
              <a:rPr kumimoji="1" lang="ja-JP" altLang="en-US"/>
              <a:t>補足テキスト</a:t>
            </a:r>
            <a:endParaRPr kumimoji="1" lang="en-US" altLang="ja-JP"/>
          </a:p>
        </p:txBody>
      </p:sp>
      <p:sp>
        <p:nvSpPr>
          <p:cNvPr id="46" name="テキスト ボックス 45">
            <a:extLst>
              <a:ext uri="{FF2B5EF4-FFF2-40B4-BE49-F238E27FC236}">
                <a16:creationId xmlns:a16="http://schemas.microsoft.com/office/drawing/2014/main" id="{9E132C20-8123-1012-8F31-644C815BC48B}"/>
              </a:ext>
            </a:extLst>
          </p:cNvPr>
          <p:cNvSpPr txBox="1"/>
          <p:nvPr/>
        </p:nvSpPr>
        <p:spPr>
          <a:xfrm>
            <a:off x="10884988" y="6482599"/>
            <a:ext cx="1080000" cy="223514"/>
          </a:xfrm>
          <a:prstGeom prst="rect">
            <a:avLst/>
          </a:prstGeom>
          <a:noFill/>
          <a:ln w="9525">
            <a:solidFill>
              <a:schemeClr val="tx1">
                <a:lumMod val="50000"/>
                <a:lumOff val="50000"/>
              </a:schemeClr>
            </a:solidFill>
          </a:ln>
        </p:spPr>
        <p:txBody>
          <a:bodyPr wrap="square" lIns="36000" tIns="36000" rIns="36000" bIns="36000" rtlCol="0" anchor="ctr">
            <a:spAutoFit/>
          </a:bodyPr>
          <a:lstStyle/>
          <a:p>
            <a:pPr algn="ctr"/>
            <a:r>
              <a:rPr kumimoji="1" lang="en-US" altLang="ja-JP" sz="980" b="0" i="0">
                <a:solidFill>
                  <a:schemeClr val="tx1">
                    <a:lumMod val="50000"/>
                    <a:lumOff val="50000"/>
                  </a:schemeClr>
                </a:solidFill>
                <a:latin typeface="+mj-lt"/>
                <a:ea typeface="MS Gothic" panose="020B0609070205080204" pitchFamily="49" charset="-128"/>
              </a:rPr>
              <a:t>CONFIDENTIAL</a:t>
            </a:r>
            <a:endParaRPr kumimoji="1" lang="ja-JP" altLang="en-US" sz="980" b="0" i="0">
              <a:solidFill>
                <a:schemeClr val="tx1">
                  <a:lumMod val="50000"/>
                  <a:lumOff val="50000"/>
                </a:schemeClr>
              </a:solidFill>
              <a:latin typeface="+mj-lt"/>
              <a:ea typeface="MS Gothic" panose="020B0609070205080204" pitchFamily="49" charset="-128"/>
            </a:endParaRPr>
          </a:p>
        </p:txBody>
      </p:sp>
      <p:sp>
        <p:nvSpPr>
          <p:cNvPr id="18" name="フッター プレースホルダー 2">
            <a:extLst>
              <a:ext uri="{FF2B5EF4-FFF2-40B4-BE49-F238E27FC236}">
                <a16:creationId xmlns:a16="http://schemas.microsoft.com/office/drawing/2014/main" id="{8C54F341-AE34-F552-2D9E-21DD0C65F08B}"/>
              </a:ext>
            </a:extLst>
          </p:cNvPr>
          <p:cNvSpPr>
            <a:spLocks noGrp="1"/>
          </p:cNvSpPr>
          <p:nvPr>
            <p:ph type="ftr" sz="quarter" idx="3"/>
          </p:nvPr>
        </p:nvSpPr>
        <p:spPr>
          <a:xfrm>
            <a:off x="638758" y="6474646"/>
            <a:ext cx="4456805" cy="239418"/>
          </a:xfrm>
          <a:prstGeom prst="rect">
            <a:avLst/>
          </a:prstGeom>
        </p:spPr>
        <p:txBody>
          <a:bodyPr/>
          <a:lstStyle>
            <a:lvl1pPr algn="l">
              <a:defRPr sz="1100">
                <a:solidFill>
                  <a:schemeClr val="tx1"/>
                </a:solidFill>
              </a:defRPr>
            </a:lvl1pPr>
          </a:lstStyle>
          <a:p>
            <a:r>
              <a:rPr lang="ja-JP" altLang="en-US"/>
              <a:t>三菱ケミカル□□□株式会社</a:t>
            </a:r>
          </a:p>
        </p:txBody>
      </p:sp>
      <p:sp>
        <p:nvSpPr>
          <p:cNvPr id="19" name="正方形/長方形 18">
            <a:extLst>
              <a:ext uri="{FF2B5EF4-FFF2-40B4-BE49-F238E27FC236}">
                <a16:creationId xmlns:a16="http://schemas.microsoft.com/office/drawing/2014/main" id="{AA40949F-DE6F-42C7-938C-647037EFDAC3}"/>
              </a:ext>
            </a:extLst>
          </p:cNvPr>
          <p:cNvSpPr/>
          <p:nvPr userDrawn="1"/>
        </p:nvSpPr>
        <p:spPr>
          <a:xfrm>
            <a:off x="119063" y="6452663"/>
            <a:ext cx="11953875" cy="288000"/>
          </a:xfrm>
          <a:prstGeom prst="rect">
            <a:avLst/>
          </a:prstGeom>
          <a:solidFill>
            <a:srgbClr val="ECF1F4"/>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20" name="直線コネクタ 19">
            <a:extLst>
              <a:ext uri="{FF2B5EF4-FFF2-40B4-BE49-F238E27FC236}">
                <a16:creationId xmlns:a16="http://schemas.microsoft.com/office/drawing/2014/main" id="{3D049C27-527D-4DAA-B422-9EE504424655}"/>
              </a:ext>
            </a:extLst>
          </p:cNvPr>
          <p:cNvCxnSpPr>
            <a:cxnSpLocks/>
          </p:cNvCxnSpPr>
          <p:nvPr userDrawn="1"/>
        </p:nvCxnSpPr>
        <p:spPr>
          <a:xfrm>
            <a:off x="550714" y="6504987"/>
            <a:ext cx="0" cy="19800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21" name="テキスト ボックス 20">
            <a:extLst>
              <a:ext uri="{FF2B5EF4-FFF2-40B4-BE49-F238E27FC236}">
                <a16:creationId xmlns:a16="http://schemas.microsoft.com/office/drawing/2014/main" id="{1770CE58-926D-4CD6-AFFC-668151530C57}"/>
              </a:ext>
            </a:extLst>
          </p:cNvPr>
          <p:cNvSpPr txBox="1"/>
          <p:nvPr userDrawn="1"/>
        </p:nvSpPr>
        <p:spPr>
          <a:xfrm>
            <a:off x="10884988" y="6482599"/>
            <a:ext cx="1080000" cy="223514"/>
          </a:xfrm>
          <a:prstGeom prst="rect">
            <a:avLst/>
          </a:prstGeom>
          <a:noFill/>
          <a:ln w="9525">
            <a:solidFill>
              <a:schemeClr val="tx1">
                <a:lumMod val="50000"/>
                <a:lumOff val="50000"/>
              </a:schemeClr>
            </a:solidFill>
          </a:ln>
        </p:spPr>
        <p:txBody>
          <a:bodyPr wrap="square" lIns="36000" tIns="36000" rIns="36000" bIns="36000" rtlCol="0" anchor="ctr">
            <a:spAutoFit/>
          </a:bodyPr>
          <a:lstStyle/>
          <a:p>
            <a:pPr algn="ctr"/>
            <a:r>
              <a:rPr kumimoji="1" lang="en-US" altLang="ja-JP" sz="980" b="0" i="0">
                <a:solidFill>
                  <a:schemeClr val="tx1">
                    <a:lumMod val="50000"/>
                    <a:lumOff val="50000"/>
                  </a:schemeClr>
                </a:solidFill>
                <a:latin typeface="+mj-lt"/>
                <a:ea typeface="MS Gothic" panose="020B0609070205080204" pitchFamily="49" charset="-128"/>
              </a:rPr>
              <a:t>CONFIDENTIAL</a:t>
            </a:r>
            <a:endParaRPr kumimoji="1" lang="ja-JP" altLang="en-US" sz="980" b="0" i="0">
              <a:solidFill>
                <a:schemeClr val="tx1">
                  <a:lumMod val="50000"/>
                  <a:lumOff val="50000"/>
                </a:schemeClr>
              </a:solidFill>
              <a:latin typeface="+mj-lt"/>
              <a:ea typeface="MS Gothic" panose="020B0609070205080204" pitchFamily="49" charset="-128"/>
            </a:endParaRPr>
          </a:p>
        </p:txBody>
      </p:sp>
    </p:spTree>
    <p:extLst>
      <p:ext uri="{BB962C8B-B14F-4D97-AF65-F5344CB8AC3E}">
        <p14:creationId xmlns:p14="http://schemas.microsoft.com/office/powerpoint/2010/main" val="211716584"/>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p:cSld name="Topic 2">
    <p:spTree>
      <p:nvGrpSpPr>
        <p:cNvPr id="1" name=""/>
        <p:cNvGrpSpPr/>
        <p:nvPr/>
      </p:nvGrpSpPr>
      <p:grpSpPr>
        <a:xfrm>
          <a:off x="0" y="0"/>
          <a:ext cx="0" cy="0"/>
          <a:chOff x="0" y="0"/>
          <a:chExt cx="0" cy="0"/>
        </a:xfrm>
      </p:grpSpPr>
      <p:sp>
        <p:nvSpPr>
          <p:cNvPr id="20" name="テキスト プレースホルダー 13">
            <a:extLst>
              <a:ext uri="{FF2B5EF4-FFF2-40B4-BE49-F238E27FC236}">
                <a16:creationId xmlns:a16="http://schemas.microsoft.com/office/drawing/2014/main" id="{68D846FA-517A-1BDC-FC39-E177F82B1D6A}"/>
              </a:ext>
            </a:extLst>
          </p:cNvPr>
          <p:cNvSpPr>
            <a:spLocks noGrp="1"/>
          </p:cNvSpPr>
          <p:nvPr>
            <p:ph type="body" sz="quarter" idx="11" hasCustomPrompt="1"/>
          </p:nvPr>
        </p:nvSpPr>
        <p:spPr>
          <a:xfrm>
            <a:off x="227013" y="1202636"/>
            <a:ext cx="2232000" cy="1620000"/>
          </a:xfrm>
        </p:spPr>
        <p:txBody>
          <a:bodyPr lIns="180000" tIns="72000" rIns="180000">
            <a:normAutofit/>
          </a:bodyPr>
          <a:lstStyle>
            <a:lvl1pPr marL="0" indent="0">
              <a:lnSpc>
                <a:spcPct val="100000"/>
              </a:lnSpc>
              <a:spcBef>
                <a:spcPts val="400"/>
              </a:spcBef>
              <a:buNone/>
              <a:defRPr sz="1800" b="1">
                <a:latin typeface="メイリオ" panose="020B0604030504040204" pitchFamily="50" charset="-128"/>
                <a:ea typeface="メイリオ" panose="020B0604030504040204" pitchFamily="50" charset="-128"/>
              </a:defRPr>
            </a:lvl1pPr>
          </a:lstStyle>
          <a:p>
            <a:pPr lvl="0"/>
            <a:r>
              <a:rPr kumimoji="1" lang="en-US" altLang="ja-JP"/>
              <a:t>1.</a:t>
            </a:r>
            <a:br>
              <a:rPr kumimoji="1" lang="en-US" altLang="ja-JP"/>
            </a:br>
            <a:r>
              <a:rPr kumimoji="1" lang="ja-JP" altLang="en-US"/>
              <a:t>トピックタイトル</a:t>
            </a:r>
            <a:br>
              <a:rPr kumimoji="1" lang="en-US" altLang="ja-JP"/>
            </a:br>
            <a:r>
              <a:rPr kumimoji="1" lang="en-US" altLang="ja-JP"/>
              <a:t>MSP</a:t>
            </a:r>
            <a:r>
              <a:rPr kumimoji="1" lang="ja-JP" altLang="en-US"/>
              <a:t>ゴシック</a:t>
            </a:r>
            <a:br>
              <a:rPr kumimoji="1" lang="en-US" altLang="ja-JP"/>
            </a:br>
            <a:r>
              <a:rPr kumimoji="1" lang="en-US" altLang="ja-JP"/>
              <a:t>18pt / </a:t>
            </a:r>
            <a:r>
              <a:rPr kumimoji="1" lang="ja-JP" altLang="en-US"/>
              <a:t>行間</a:t>
            </a:r>
            <a:r>
              <a:rPr kumimoji="1" lang="en-US" altLang="ja-JP"/>
              <a:t>1</a:t>
            </a:r>
          </a:p>
        </p:txBody>
      </p:sp>
      <p:sp>
        <p:nvSpPr>
          <p:cNvPr id="21" name="テキスト プレースホルダー 13">
            <a:extLst>
              <a:ext uri="{FF2B5EF4-FFF2-40B4-BE49-F238E27FC236}">
                <a16:creationId xmlns:a16="http://schemas.microsoft.com/office/drawing/2014/main" id="{2E896B08-519F-1B49-CAEA-B43D1178AF68}"/>
              </a:ext>
            </a:extLst>
          </p:cNvPr>
          <p:cNvSpPr>
            <a:spLocks noGrp="1"/>
          </p:cNvSpPr>
          <p:nvPr>
            <p:ph type="body" sz="quarter" idx="37" hasCustomPrompt="1"/>
          </p:nvPr>
        </p:nvSpPr>
        <p:spPr>
          <a:xfrm>
            <a:off x="227013" y="2853288"/>
            <a:ext cx="2232000" cy="3384000"/>
          </a:xfrm>
        </p:spPr>
        <p:txBody>
          <a:bodyPr lIns="180000" tIns="72000" rIns="180000">
            <a:normAutofit/>
          </a:bodyPr>
          <a:lstStyle>
            <a:lvl1pPr marL="0" indent="0">
              <a:lnSpc>
                <a:spcPct val="100000"/>
              </a:lnSpc>
              <a:spcBef>
                <a:spcPts val="400"/>
              </a:spcBef>
              <a:buNone/>
              <a:defRPr sz="1600">
                <a:latin typeface="メイリオ" panose="020B0604030504040204" pitchFamily="50" charset="-128"/>
                <a:ea typeface="メイリオ" panose="020B0604030504040204" pitchFamily="50" charset="-128"/>
              </a:defRPr>
            </a:lvl1pPr>
          </a:lstStyle>
          <a:p>
            <a:pPr lvl="0"/>
            <a:r>
              <a:rPr kumimoji="1" lang="ja-JP" altLang="en-US"/>
              <a:t>トピック補足テキスト</a:t>
            </a:r>
            <a:br>
              <a:rPr kumimoji="1" lang="en-US" altLang="ja-JP"/>
            </a:br>
            <a:r>
              <a:rPr kumimoji="1" lang="en-US" altLang="ja-JP"/>
              <a:t>MSP</a:t>
            </a:r>
            <a:r>
              <a:rPr kumimoji="1" lang="ja-JP" altLang="en-US"/>
              <a:t>ゴシック</a:t>
            </a:r>
            <a:br>
              <a:rPr kumimoji="1" lang="en-US" altLang="ja-JP"/>
            </a:br>
            <a:r>
              <a:rPr kumimoji="1" lang="en-US" altLang="ja-JP"/>
              <a:t>16pt / </a:t>
            </a:r>
            <a:r>
              <a:rPr kumimoji="1" lang="ja-JP" altLang="en-US"/>
              <a:t>行間</a:t>
            </a:r>
            <a:r>
              <a:rPr kumimoji="1" lang="en-US" altLang="ja-JP"/>
              <a:t>1</a:t>
            </a:r>
            <a:endParaRPr kumimoji="1" lang="ja-JP" altLang="en-US"/>
          </a:p>
        </p:txBody>
      </p:sp>
      <p:sp>
        <p:nvSpPr>
          <p:cNvPr id="25" name="正方形/長方形 24">
            <a:extLst>
              <a:ext uri="{FF2B5EF4-FFF2-40B4-BE49-F238E27FC236}">
                <a16:creationId xmlns:a16="http://schemas.microsoft.com/office/drawing/2014/main" id="{7B82DFB4-8892-789E-B2CD-7983B9B4CF0D}"/>
              </a:ext>
            </a:extLst>
          </p:cNvPr>
          <p:cNvSpPr/>
          <p:nvPr/>
        </p:nvSpPr>
        <p:spPr>
          <a:xfrm>
            <a:off x="119063" y="6452663"/>
            <a:ext cx="11953875" cy="288000"/>
          </a:xfrm>
          <a:prstGeom prst="rect">
            <a:avLst/>
          </a:prstGeom>
          <a:solidFill>
            <a:srgbClr val="ECF1F4"/>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26" name="直線コネクタ 25">
            <a:extLst>
              <a:ext uri="{FF2B5EF4-FFF2-40B4-BE49-F238E27FC236}">
                <a16:creationId xmlns:a16="http://schemas.microsoft.com/office/drawing/2014/main" id="{6A81A413-E438-061D-7C90-F5C58FADD165}"/>
              </a:ext>
            </a:extLst>
          </p:cNvPr>
          <p:cNvCxnSpPr>
            <a:cxnSpLocks/>
          </p:cNvCxnSpPr>
          <p:nvPr/>
        </p:nvCxnSpPr>
        <p:spPr>
          <a:xfrm>
            <a:off x="550714" y="6504987"/>
            <a:ext cx="0" cy="19800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27" name="スライド番号プレースホルダー 3">
            <a:extLst>
              <a:ext uri="{FF2B5EF4-FFF2-40B4-BE49-F238E27FC236}">
                <a16:creationId xmlns:a16="http://schemas.microsoft.com/office/drawing/2014/main" id="{6109E172-85B5-D6BA-35E2-71BC0EBAEF77}"/>
              </a:ext>
            </a:extLst>
          </p:cNvPr>
          <p:cNvSpPr>
            <a:spLocks noGrp="1"/>
          </p:cNvSpPr>
          <p:nvPr>
            <p:ph type="sldNum" sz="quarter" idx="4"/>
          </p:nvPr>
        </p:nvSpPr>
        <p:spPr>
          <a:xfrm>
            <a:off x="242501" y="6474646"/>
            <a:ext cx="343672" cy="239418"/>
          </a:xfrm>
          <a:prstGeom prst="rect">
            <a:avLst/>
          </a:prstGeom>
        </p:spPr>
        <p:txBody>
          <a:bodyPr vert="horz" lIns="0" tIns="45720" rIns="91440" bIns="45720" rtlCol="0" anchor="t" anchorCtr="0"/>
          <a:lstStyle>
            <a:lvl1pPr algn="l">
              <a:defRPr sz="1100">
                <a:solidFill>
                  <a:schemeClr val="tx1"/>
                </a:solidFill>
                <a:latin typeface="+mj-lt"/>
              </a:defRPr>
            </a:lvl1pPr>
          </a:lstStyle>
          <a:p>
            <a:fld id="{48394356-8693-4048-8EAF-2BF05B04AA80}" type="slidenum">
              <a:rPr lang="ja-JP" altLang="en-US" smtClean="0"/>
              <a:pPr/>
              <a:t>‹#›</a:t>
            </a:fld>
            <a:endParaRPr lang="ja-JP" altLang="en-US"/>
          </a:p>
        </p:txBody>
      </p:sp>
      <p:sp>
        <p:nvSpPr>
          <p:cNvPr id="30" name="タイトル 1">
            <a:extLst>
              <a:ext uri="{FF2B5EF4-FFF2-40B4-BE49-F238E27FC236}">
                <a16:creationId xmlns:a16="http://schemas.microsoft.com/office/drawing/2014/main" id="{B9A141CF-F022-534F-2B0D-5484A16D3D37}"/>
              </a:ext>
            </a:extLst>
          </p:cNvPr>
          <p:cNvSpPr>
            <a:spLocks noGrp="1"/>
          </p:cNvSpPr>
          <p:nvPr>
            <p:ph type="title" hasCustomPrompt="1"/>
          </p:nvPr>
        </p:nvSpPr>
        <p:spPr>
          <a:xfrm>
            <a:off x="228988" y="188913"/>
            <a:ext cx="9000000" cy="540000"/>
          </a:xfrm>
        </p:spPr>
        <p:txBody>
          <a:bodyPr lIns="180000" tIns="72000" rIns="180000"/>
          <a:lstStyle>
            <a:lvl1pPr>
              <a:defRPr sz="2400">
                <a:latin typeface="メイリオ" panose="020B0604030504040204" pitchFamily="50" charset="-128"/>
                <a:ea typeface="メイリオ" panose="020B0604030504040204" pitchFamily="50" charset="-128"/>
              </a:defRPr>
            </a:lvl1pPr>
          </a:lstStyle>
          <a:p>
            <a:r>
              <a:rPr kumimoji="1" lang="ja-JP" altLang="en-US"/>
              <a:t>タイトル</a:t>
            </a:r>
            <a:r>
              <a:rPr kumimoji="1" lang="en-US" altLang="ja-JP"/>
              <a:t> MSP</a:t>
            </a:r>
            <a:r>
              <a:rPr kumimoji="1" lang="ja-JP" altLang="en-US"/>
              <a:t>ゴシック</a:t>
            </a:r>
            <a:r>
              <a:rPr kumimoji="1" lang="en-US" altLang="ja-JP"/>
              <a:t> 24pt</a:t>
            </a:r>
            <a:endParaRPr kumimoji="1" lang="ja-JP" altLang="en-US"/>
          </a:p>
        </p:txBody>
      </p:sp>
      <p:sp>
        <p:nvSpPr>
          <p:cNvPr id="31" name="テキスト プレースホルダー 13">
            <a:extLst>
              <a:ext uri="{FF2B5EF4-FFF2-40B4-BE49-F238E27FC236}">
                <a16:creationId xmlns:a16="http://schemas.microsoft.com/office/drawing/2014/main" id="{091E2DBB-7DB9-2686-95D3-4E80875ED02D}"/>
              </a:ext>
            </a:extLst>
          </p:cNvPr>
          <p:cNvSpPr>
            <a:spLocks noGrp="1"/>
          </p:cNvSpPr>
          <p:nvPr>
            <p:ph type="body" sz="quarter" idx="38" hasCustomPrompt="1"/>
          </p:nvPr>
        </p:nvSpPr>
        <p:spPr>
          <a:xfrm>
            <a:off x="9729232" y="1202636"/>
            <a:ext cx="2232000" cy="1620000"/>
          </a:xfrm>
        </p:spPr>
        <p:txBody>
          <a:bodyPr lIns="180000" tIns="72000" rIns="180000">
            <a:normAutofit/>
          </a:bodyPr>
          <a:lstStyle>
            <a:lvl1pPr marL="0" indent="0">
              <a:lnSpc>
                <a:spcPct val="100000"/>
              </a:lnSpc>
              <a:spcBef>
                <a:spcPts val="400"/>
              </a:spcBef>
              <a:buNone/>
              <a:defRPr sz="1800" b="1">
                <a:latin typeface="メイリオ" panose="020B0604030504040204" pitchFamily="50" charset="-128"/>
                <a:ea typeface="メイリオ" panose="020B0604030504040204" pitchFamily="50" charset="-128"/>
              </a:defRPr>
            </a:lvl1pPr>
          </a:lstStyle>
          <a:p>
            <a:pPr lvl="0"/>
            <a:r>
              <a:rPr kumimoji="1" lang="en-US" altLang="ja-JP"/>
              <a:t>5.</a:t>
            </a:r>
            <a:br>
              <a:rPr kumimoji="1" lang="en-US" altLang="ja-JP"/>
            </a:br>
            <a:r>
              <a:rPr kumimoji="1" lang="ja-JP" altLang="en-US"/>
              <a:t>トピックタイトル</a:t>
            </a:r>
            <a:endParaRPr kumimoji="1" lang="en-US" altLang="ja-JP"/>
          </a:p>
        </p:txBody>
      </p:sp>
      <p:sp>
        <p:nvSpPr>
          <p:cNvPr id="32" name="テキスト プレースホルダー 13">
            <a:extLst>
              <a:ext uri="{FF2B5EF4-FFF2-40B4-BE49-F238E27FC236}">
                <a16:creationId xmlns:a16="http://schemas.microsoft.com/office/drawing/2014/main" id="{078B0A2C-258F-D3A0-16EC-3E1972B716E7}"/>
              </a:ext>
            </a:extLst>
          </p:cNvPr>
          <p:cNvSpPr>
            <a:spLocks noGrp="1"/>
          </p:cNvSpPr>
          <p:nvPr>
            <p:ph type="body" sz="quarter" idx="39" hasCustomPrompt="1"/>
          </p:nvPr>
        </p:nvSpPr>
        <p:spPr>
          <a:xfrm>
            <a:off x="9729232" y="2853288"/>
            <a:ext cx="2232000" cy="3384000"/>
          </a:xfrm>
        </p:spPr>
        <p:txBody>
          <a:bodyPr lIns="180000" tIns="72000" rIns="180000">
            <a:normAutofit/>
          </a:bodyPr>
          <a:lstStyle>
            <a:lvl1pPr marL="0" indent="0">
              <a:lnSpc>
                <a:spcPct val="100000"/>
              </a:lnSpc>
              <a:spcBef>
                <a:spcPts val="400"/>
              </a:spcBef>
              <a:buNone/>
              <a:defRPr sz="1600">
                <a:latin typeface="メイリオ" panose="020B0604030504040204" pitchFamily="50" charset="-128"/>
                <a:ea typeface="メイリオ" panose="020B0604030504040204" pitchFamily="50" charset="-128"/>
              </a:defRPr>
            </a:lvl1pPr>
          </a:lstStyle>
          <a:p>
            <a:pPr lvl="0"/>
            <a:r>
              <a:rPr kumimoji="1" lang="ja-JP" altLang="en-US"/>
              <a:t>補足テキスト</a:t>
            </a:r>
          </a:p>
        </p:txBody>
      </p:sp>
      <p:sp>
        <p:nvSpPr>
          <p:cNvPr id="33" name="テキスト プレースホルダー 13">
            <a:extLst>
              <a:ext uri="{FF2B5EF4-FFF2-40B4-BE49-F238E27FC236}">
                <a16:creationId xmlns:a16="http://schemas.microsoft.com/office/drawing/2014/main" id="{D8A912AB-567C-A54D-4F1D-3027E27F6316}"/>
              </a:ext>
            </a:extLst>
          </p:cNvPr>
          <p:cNvSpPr>
            <a:spLocks noGrp="1"/>
          </p:cNvSpPr>
          <p:nvPr>
            <p:ph type="body" sz="quarter" idx="40" hasCustomPrompt="1"/>
          </p:nvPr>
        </p:nvSpPr>
        <p:spPr>
          <a:xfrm>
            <a:off x="4980000" y="1202636"/>
            <a:ext cx="2232000" cy="1620000"/>
          </a:xfrm>
        </p:spPr>
        <p:txBody>
          <a:bodyPr lIns="180000" tIns="72000" rIns="180000">
            <a:normAutofit/>
          </a:bodyPr>
          <a:lstStyle>
            <a:lvl1pPr marL="0" indent="0">
              <a:lnSpc>
                <a:spcPct val="100000"/>
              </a:lnSpc>
              <a:spcBef>
                <a:spcPts val="400"/>
              </a:spcBef>
              <a:buNone/>
              <a:defRPr sz="1800" b="1">
                <a:latin typeface="メイリオ" panose="020B0604030504040204" pitchFamily="50" charset="-128"/>
                <a:ea typeface="メイリオ" panose="020B0604030504040204" pitchFamily="50" charset="-128"/>
              </a:defRPr>
            </a:lvl1pPr>
          </a:lstStyle>
          <a:p>
            <a:pPr lvl="0"/>
            <a:r>
              <a:rPr kumimoji="1" lang="en-US" altLang="ja-JP"/>
              <a:t>3.</a:t>
            </a:r>
            <a:br>
              <a:rPr kumimoji="1" lang="en-US" altLang="ja-JP"/>
            </a:br>
            <a:r>
              <a:rPr kumimoji="1" lang="ja-JP" altLang="en-US"/>
              <a:t>トピックタイトル</a:t>
            </a:r>
            <a:endParaRPr kumimoji="1" lang="en-US" altLang="ja-JP"/>
          </a:p>
        </p:txBody>
      </p:sp>
      <p:sp>
        <p:nvSpPr>
          <p:cNvPr id="34" name="テキスト プレースホルダー 13">
            <a:extLst>
              <a:ext uri="{FF2B5EF4-FFF2-40B4-BE49-F238E27FC236}">
                <a16:creationId xmlns:a16="http://schemas.microsoft.com/office/drawing/2014/main" id="{A1CC399C-A256-16A8-5421-852FF5919F5D}"/>
              </a:ext>
            </a:extLst>
          </p:cNvPr>
          <p:cNvSpPr>
            <a:spLocks noGrp="1"/>
          </p:cNvSpPr>
          <p:nvPr>
            <p:ph type="body" sz="quarter" idx="41" hasCustomPrompt="1"/>
          </p:nvPr>
        </p:nvSpPr>
        <p:spPr>
          <a:xfrm>
            <a:off x="4980000" y="2853288"/>
            <a:ext cx="2232000" cy="3384000"/>
          </a:xfrm>
        </p:spPr>
        <p:txBody>
          <a:bodyPr lIns="180000" tIns="72000" rIns="180000">
            <a:normAutofit/>
          </a:bodyPr>
          <a:lstStyle>
            <a:lvl1pPr marL="0" indent="0">
              <a:lnSpc>
                <a:spcPct val="100000"/>
              </a:lnSpc>
              <a:spcBef>
                <a:spcPts val="400"/>
              </a:spcBef>
              <a:buNone/>
              <a:defRPr sz="1600">
                <a:latin typeface="メイリオ" panose="020B0604030504040204" pitchFamily="50" charset="-128"/>
                <a:ea typeface="メイリオ" panose="020B0604030504040204" pitchFamily="50" charset="-128"/>
              </a:defRPr>
            </a:lvl1pPr>
          </a:lstStyle>
          <a:p>
            <a:pPr lvl="0"/>
            <a:r>
              <a:rPr kumimoji="1" lang="ja-JP" altLang="en-US"/>
              <a:t>補足テキスト</a:t>
            </a:r>
          </a:p>
        </p:txBody>
      </p:sp>
      <p:sp>
        <p:nvSpPr>
          <p:cNvPr id="35" name="テキスト プレースホルダー 13">
            <a:extLst>
              <a:ext uri="{FF2B5EF4-FFF2-40B4-BE49-F238E27FC236}">
                <a16:creationId xmlns:a16="http://schemas.microsoft.com/office/drawing/2014/main" id="{F59B86E8-736F-B28D-D00E-E953A7F41FBC}"/>
              </a:ext>
            </a:extLst>
          </p:cNvPr>
          <p:cNvSpPr>
            <a:spLocks noGrp="1"/>
          </p:cNvSpPr>
          <p:nvPr>
            <p:ph type="body" sz="quarter" idx="42" hasCustomPrompt="1"/>
          </p:nvPr>
        </p:nvSpPr>
        <p:spPr>
          <a:xfrm>
            <a:off x="2601629" y="1202636"/>
            <a:ext cx="2232000" cy="1620000"/>
          </a:xfrm>
        </p:spPr>
        <p:txBody>
          <a:bodyPr lIns="180000" tIns="72000" rIns="180000">
            <a:normAutofit/>
          </a:bodyPr>
          <a:lstStyle>
            <a:lvl1pPr marL="0" indent="0">
              <a:lnSpc>
                <a:spcPct val="100000"/>
              </a:lnSpc>
              <a:spcBef>
                <a:spcPts val="400"/>
              </a:spcBef>
              <a:buNone/>
              <a:defRPr sz="1800" b="1">
                <a:latin typeface="メイリオ" panose="020B0604030504040204" pitchFamily="50" charset="-128"/>
                <a:ea typeface="メイリオ" panose="020B0604030504040204" pitchFamily="50" charset="-128"/>
              </a:defRPr>
            </a:lvl1pPr>
          </a:lstStyle>
          <a:p>
            <a:pPr lvl="0"/>
            <a:r>
              <a:rPr kumimoji="1" lang="en-US" altLang="ja-JP"/>
              <a:t>2.</a:t>
            </a:r>
            <a:br>
              <a:rPr kumimoji="1" lang="en-US" altLang="ja-JP"/>
            </a:br>
            <a:r>
              <a:rPr kumimoji="1" lang="ja-JP" altLang="en-US"/>
              <a:t>トピックタイトル</a:t>
            </a:r>
            <a:endParaRPr kumimoji="1" lang="en-US" altLang="ja-JP"/>
          </a:p>
        </p:txBody>
      </p:sp>
      <p:sp>
        <p:nvSpPr>
          <p:cNvPr id="36" name="テキスト プレースホルダー 13">
            <a:extLst>
              <a:ext uri="{FF2B5EF4-FFF2-40B4-BE49-F238E27FC236}">
                <a16:creationId xmlns:a16="http://schemas.microsoft.com/office/drawing/2014/main" id="{147CC392-487E-2E0C-B50A-061957F777ED}"/>
              </a:ext>
            </a:extLst>
          </p:cNvPr>
          <p:cNvSpPr>
            <a:spLocks noGrp="1"/>
          </p:cNvSpPr>
          <p:nvPr>
            <p:ph type="body" sz="quarter" idx="43" hasCustomPrompt="1"/>
          </p:nvPr>
        </p:nvSpPr>
        <p:spPr>
          <a:xfrm>
            <a:off x="2601629" y="2853288"/>
            <a:ext cx="2232000" cy="3384000"/>
          </a:xfrm>
        </p:spPr>
        <p:txBody>
          <a:bodyPr lIns="180000" tIns="72000" rIns="180000">
            <a:normAutofit/>
          </a:bodyPr>
          <a:lstStyle>
            <a:lvl1pPr marL="0" indent="0">
              <a:lnSpc>
                <a:spcPct val="100000"/>
              </a:lnSpc>
              <a:spcBef>
                <a:spcPts val="400"/>
              </a:spcBef>
              <a:buNone/>
              <a:defRPr sz="1600">
                <a:latin typeface="メイリオ" panose="020B0604030504040204" pitchFamily="50" charset="-128"/>
                <a:ea typeface="メイリオ" panose="020B0604030504040204" pitchFamily="50" charset="-128"/>
              </a:defRPr>
            </a:lvl1pPr>
          </a:lstStyle>
          <a:p>
            <a:pPr lvl="0"/>
            <a:r>
              <a:rPr kumimoji="1" lang="ja-JP" altLang="en-US"/>
              <a:t>補足テキスト</a:t>
            </a:r>
          </a:p>
        </p:txBody>
      </p:sp>
      <p:sp>
        <p:nvSpPr>
          <p:cNvPr id="37" name="テキスト プレースホルダー 13">
            <a:extLst>
              <a:ext uri="{FF2B5EF4-FFF2-40B4-BE49-F238E27FC236}">
                <a16:creationId xmlns:a16="http://schemas.microsoft.com/office/drawing/2014/main" id="{7BEA0843-78F0-59BF-C130-00A11B0158B0}"/>
              </a:ext>
            </a:extLst>
          </p:cNvPr>
          <p:cNvSpPr>
            <a:spLocks noGrp="1"/>
          </p:cNvSpPr>
          <p:nvPr>
            <p:ph type="body" sz="quarter" idx="44" hasCustomPrompt="1"/>
          </p:nvPr>
        </p:nvSpPr>
        <p:spPr>
          <a:xfrm>
            <a:off x="7350861" y="1202636"/>
            <a:ext cx="2232000" cy="1620000"/>
          </a:xfrm>
        </p:spPr>
        <p:txBody>
          <a:bodyPr lIns="180000" tIns="72000" rIns="180000">
            <a:normAutofit/>
          </a:bodyPr>
          <a:lstStyle>
            <a:lvl1pPr marL="0" indent="0">
              <a:lnSpc>
                <a:spcPct val="100000"/>
              </a:lnSpc>
              <a:spcBef>
                <a:spcPts val="400"/>
              </a:spcBef>
              <a:buNone/>
              <a:defRPr sz="1800" b="1">
                <a:latin typeface="メイリオ" panose="020B0604030504040204" pitchFamily="50" charset="-128"/>
                <a:ea typeface="メイリオ" panose="020B0604030504040204" pitchFamily="50" charset="-128"/>
              </a:defRPr>
            </a:lvl1pPr>
          </a:lstStyle>
          <a:p>
            <a:pPr lvl="0"/>
            <a:r>
              <a:rPr kumimoji="1" lang="en-US" altLang="ja-JP"/>
              <a:t>4.</a:t>
            </a:r>
            <a:br>
              <a:rPr kumimoji="1" lang="en-US" altLang="ja-JP"/>
            </a:br>
            <a:r>
              <a:rPr kumimoji="1" lang="ja-JP" altLang="en-US"/>
              <a:t>トピックタイトル</a:t>
            </a:r>
            <a:endParaRPr kumimoji="1" lang="en-US" altLang="ja-JP"/>
          </a:p>
        </p:txBody>
      </p:sp>
      <p:sp>
        <p:nvSpPr>
          <p:cNvPr id="38" name="テキスト プレースホルダー 13">
            <a:extLst>
              <a:ext uri="{FF2B5EF4-FFF2-40B4-BE49-F238E27FC236}">
                <a16:creationId xmlns:a16="http://schemas.microsoft.com/office/drawing/2014/main" id="{A4EC413B-D1FB-83CD-AFD7-13B9F7201C46}"/>
              </a:ext>
            </a:extLst>
          </p:cNvPr>
          <p:cNvSpPr>
            <a:spLocks noGrp="1"/>
          </p:cNvSpPr>
          <p:nvPr>
            <p:ph type="body" sz="quarter" idx="45" hasCustomPrompt="1"/>
          </p:nvPr>
        </p:nvSpPr>
        <p:spPr>
          <a:xfrm>
            <a:off x="7350861" y="2853288"/>
            <a:ext cx="2232000" cy="3384000"/>
          </a:xfrm>
        </p:spPr>
        <p:txBody>
          <a:bodyPr lIns="180000" tIns="72000" rIns="180000">
            <a:normAutofit/>
          </a:bodyPr>
          <a:lstStyle>
            <a:lvl1pPr marL="0" indent="0">
              <a:lnSpc>
                <a:spcPct val="100000"/>
              </a:lnSpc>
              <a:spcBef>
                <a:spcPts val="400"/>
              </a:spcBef>
              <a:buNone/>
              <a:defRPr sz="1600">
                <a:latin typeface="メイリオ" panose="020B0604030504040204" pitchFamily="50" charset="-128"/>
                <a:ea typeface="メイリオ" panose="020B0604030504040204" pitchFamily="50" charset="-128"/>
              </a:defRPr>
            </a:lvl1pPr>
          </a:lstStyle>
          <a:p>
            <a:pPr lvl="0"/>
            <a:r>
              <a:rPr kumimoji="1" lang="ja-JP" altLang="en-US"/>
              <a:t>補足テキスト</a:t>
            </a:r>
          </a:p>
        </p:txBody>
      </p:sp>
      <p:sp>
        <p:nvSpPr>
          <p:cNvPr id="39" name="テキスト ボックス 38">
            <a:extLst>
              <a:ext uri="{FF2B5EF4-FFF2-40B4-BE49-F238E27FC236}">
                <a16:creationId xmlns:a16="http://schemas.microsoft.com/office/drawing/2014/main" id="{9528192A-F077-FEE2-59A7-9B8112A6FFB7}"/>
              </a:ext>
            </a:extLst>
          </p:cNvPr>
          <p:cNvSpPr txBox="1"/>
          <p:nvPr/>
        </p:nvSpPr>
        <p:spPr>
          <a:xfrm>
            <a:off x="10884988" y="6482599"/>
            <a:ext cx="1080000" cy="223514"/>
          </a:xfrm>
          <a:prstGeom prst="rect">
            <a:avLst/>
          </a:prstGeom>
          <a:noFill/>
          <a:ln w="9525">
            <a:solidFill>
              <a:schemeClr val="tx1">
                <a:lumMod val="50000"/>
                <a:lumOff val="50000"/>
              </a:schemeClr>
            </a:solidFill>
          </a:ln>
        </p:spPr>
        <p:txBody>
          <a:bodyPr wrap="square" lIns="36000" tIns="36000" rIns="36000" bIns="36000" rtlCol="0" anchor="ctr">
            <a:spAutoFit/>
          </a:bodyPr>
          <a:lstStyle/>
          <a:p>
            <a:pPr algn="ctr"/>
            <a:r>
              <a:rPr kumimoji="1" lang="en-US" altLang="ja-JP" sz="980" b="0" i="0">
                <a:solidFill>
                  <a:schemeClr val="tx1">
                    <a:lumMod val="50000"/>
                    <a:lumOff val="50000"/>
                  </a:schemeClr>
                </a:solidFill>
                <a:latin typeface="+mj-lt"/>
                <a:ea typeface="MS Gothic" panose="020B0609070205080204" pitchFamily="49" charset="-128"/>
              </a:rPr>
              <a:t>CONFIDENTIAL</a:t>
            </a:r>
            <a:endParaRPr kumimoji="1" lang="ja-JP" altLang="en-US" sz="980" b="0" i="0">
              <a:solidFill>
                <a:schemeClr val="tx1">
                  <a:lumMod val="50000"/>
                  <a:lumOff val="50000"/>
                </a:schemeClr>
              </a:solidFill>
              <a:latin typeface="+mj-lt"/>
              <a:ea typeface="MS Gothic" panose="020B0609070205080204" pitchFamily="49" charset="-128"/>
            </a:endParaRPr>
          </a:p>
        </p:txBody>
      </p:sp>
      <p:sp>
        <p:nvSpPr>
          <p:cNvPr id="18" name="フッター プレースホルダー 2">
            <a:extLst>
              <a:ext uri="{FF2B5EF4-FFF2-40B4-BE49-F238E27FC236}">
                <a16:creationId xmlns:a16="http://schemas.microsoft.com/office/drawing/2014/main" id="{8B7B2490-5B69-9356-577C-5A2BF46F6414}"/>
              </a:ext>
            </a:extLst>
          </p:cNvPr>
          <p:cNvSpPr>
            <a:spLocks noGrp="1"/>
          </p:cNvSpPr>
          <p:nvPr>
            <p:ph type="ftr" sz="quarter" idx="3"/>
          </p:nvPr>
        </p:nvSpPr>
        <p:spPr>
          <a:xfrm>
            <a:off x="638758" y="6474646"/>
            <a:ext cx="4456805" cy="239418"/>
          </a:xfrm>
          <a:prstGeom prst="rect">
            <a:avLst/>
          </a:prstGeom>
        </p:spPr>
        <p:txBody>
          <a:bodyPr/>
          <a:lstStyle>
            <a:lvl1pPr algn="l">
              <a:defRPr sz="1100">
                <a:solidFill>
                  <a:schemeClr val="tx1"/>
                </a:solidFill>
              </a:defRPr>
            </a:lvl1pPr>
          </a:lstStyle>
          <a:p>
            <a:r>
              <a:rPr lang="ja-JP" altLang="en-US"/>
              <a:t>三菱ケミカル□□□株式会社</a:t>
            </a:r>
          </a:p>
        </p:txBody>
      </p:sp>
      <p:sp>
        <p:nvSpPr>
          <p:cNvPr id="19" name="正方形/長方形 18">
            <a:extLst>
              <a:ext uri="{FF2B5EF4-FFF2-40B4-BE49-F238E27FC236}">
                <a16:creationId xmlns:a16="http://schemas.microsoft.com/office/drawing/2014/main" id="{64F1DFEB-89E7-4E93-8F93-D7C095311E96}"/>
              </a:ext>
            </a:extLst>
          </p:cNvPr>
          <p:cNvSpPr/>
          <p:nvPr userDrawn="1"/>
        </p:nvSpPr>
        <p:spPr>
          <a:xfrm>
            <a:off x="119063" y="6452663"/>
            <a:ext cx="11953875" cy="288000"/>
          </a:xfrm>
          <a:prstGeom prst="rect">
            <a:avLst/>
          </a:prstGeom>
          <a:solidFill>
            <a:srgbClr val="ECF1F4"/>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22" name="直線コネクタ 21">
            <a:extLst>
              <a:ext uri="{FF2B5EF4-FFF2-40B4-BE49-F238E27FC236}">
                <a16:creationId xmlns:a16="http://schemas.microsoft.com/office/drawing/2014/main" id="{CB170C04-AF08-47E4-B742-193C7C0877D5}"/>
              </a:ext>
            </a:extLst>
          </p:cNvPr>
          <p:cNvCxnSpPr>
            <a:cxnSpLocks/>
          </p:cNvCxnSpPr>
          <p:nvPr userDrawn="1"/>
        </p:nvCxnSpPr>
        <p:spPr>
          <a:xfrm>
            <a:off x="550714" y="6504987"/>
            <a:ext cx="0" cy="19800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23" name="テキスト ボックス 22">
            <a:extLst>
              <a:ext uri="{FF2B5EF4-FFF2-40B4-BE49-F238E27FC236}">
                <a16:creationId xmlns:a16="http://schemas.microsoft.com/office/drawing/2014/main" id="{46D5C4C8-66B9-4DDB-981E-55A0A5F3E896}"/>
              </a:ext>
            </a:extLst>
          </p:cNvPr>
          <p:cNvSpPr txBox="1"/>
          <p:nvPr userDrawn="1"/>
        </p:nvSpPr>
        <p:spPr>
          <a:xfrm>
            <a:off x="10884988" y="6482599"/>
            <a:ext cx="1080000" cy="223514"/>
          </a:xfrm>
          <a:prstGeom prst="rect">
            <a:avLst/>
          </a:prstGeom>
          <a:noFill/>
          <a:ln w="9525">
            <a:solidFill>
              <a:schemeClr val="tx1">
                <a:lumMod val="50000"/>
                <a:lumOff val="50000"/>
              </a:schemeClr>
            </a:solidFill>
          </a:ln>
        </p:spPr>
        <p:txBody>
          <a:bodyPr wrap="square" lIns="36000" tIns="36000" rIns="36000" bIns="36000" rtlCol="0" anchor="ctr">
            <a:spAutoFit/>
          </a:bodyPr>
          <a:lstStyle/>
          <a:p>
            <a:pPr algn="ctr"/>
            <a:r>
              <a:rPr kumimoji="1" lang="en-US" altLang="ja-JP" sz="980" b="0" i="0">
                <a:solidFill>
                  <a:schemeClr val="tx1">
                    <a:lumMod val="50000"/>
                    <a:lumOff val="50000"/>
                  </a:schemeClr>
                </a:solidFill>
                <a:latin typeface="+mj-lt"/>
                <a:ea typeface="MS Gothic" panose="020B0609070205080204" pitchFamily="49" charset="-128"/>
              </a:rPr>
              <a:t>CONFIDENTIAL</a:t>
            </a:r>
            <a:endParaRPr kumimoji="1" lang="ja-JP" altLang="en-US" sz="980" b="0" i="0">
              <a:solidFill>
                <a:schemeClr val="tx1">
                  <a:lumMod val="50000"/>
                  <a:lumOff val="50000"/>
                </a:schemeClr>
              </a:solidFill>
              <a:latin typeface="+mj-lt"/>
              <a:ea typeface="MS Gothic" panose="020B0609070205080204" pitchFamily="49" charset="-128"/>
            </a:endParaRPr>
          </a:p>
        </p:txBody>
      </p:sp>
    </p:spTree>
    <p:extLst>
      <p:ext uri="{BB962C8B-B14F-4D97-AF65-F5344CB8AC3E}">
        <p14:creationId xmlns:p14="http://schemas.microsoft.com/office/powerpoint/2010/main" val="4041269036"/>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obj">
  <p:cSld name="タイトルとコンテンツ">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noAutofit/>
          </a:bodyPr>
          <a:lstStyle>
            <a:lvl1pPr>
              <a:defRPr sz="3200">
                <a:latin typeface="ＭＳ ゴシック" panose="020B0609070205080204" pitchFamily="49" charset="-128"/>
                <a:ea typeface="ＭＳ ゴシック" panose="020B0609070205080204" pitchFamily="49" charset="-128"/>
              </a:defRPr>
            </a:lvl1pPr>
          </a:lstStyle>
          <a:p>
            <a:r>
              <a:rPr kumimoji="1" lang="ja-JP" altLang="en-US"/>
              <a:t>マスター タイトルの書式設定</a:t>
            </a:r>
          </a:p>
        </p:txBody>
      </p:sp>
      <p:sp>
        <p:nvSpPr>
          <p:cNvPr id="3" name="コンテンツ プレースホルダー 2"/>
          <p:cNvSpPr>
            <a:spLocks noGrp="1"/>
          </p:cNvSpPr>
          <p:nvPr>
            <p:ph idx="1"/>
          </p:nvPr>
        </p:nvSpPr>
        <p:spPr/>
        <p:txBody>
          <a:bodyPr>
            <a:noAutofit/>
          </a:bodyPr>
          <a:lstStyle>
            <a:lvl1pPr>
              <a:defRPr>
                <a:latin typeface="ＭＳ ゴシック" panose="020B0609070205080204" pitchFamily="49" charset="-128"/>
                <a:ea typeface="ＭＳ ゴシック" panose="020B0609070205080204" pitchFamily="49" charset="-128"/>
              </a:defRPr>
            </a:lvl1pPr>
            <a:lvl2pPr>
              <a:defRPr>
                <a:latin typeface="ＭＳ ゴシック" panose="020B0609070205080204" pitchFamily="49" charset="-128"/>
                <a:ea typeface="ＭＳ ゴシック" panose="020B0609070205080204" pitchFamily="49" charset="-128"/>
              </a:defRPr>
            </a:lvl2pPr>
            <a:lvl3pPr>
              <a:defRPr>
                <a:latin typeface="ＭＳ ゴシック" panose="020B0609070205080204" pitchFamily="49" charset="-128"/>
                <a:ea typeface="ＭＳ ゴシック" panose="020B0609070205080204" pitchFamily="49" charset="-128"/>
              </a:defRPr>
            </a:lvl3pPr>
            <a:lvl4pPr>
              <a:defRPr>
                <a:latin typeface="ＭＳ ゴシック" panose="020B0609070205080204" pitchFamily="49" charset="-128"/>
                <a:ea typeface="ＭＳ ゴシック" panose="020B0609070205080204" pitchFamily="49" charset="-128"/>
              </a:defRPr>
            </a:lvl4pPr>
            <a:lvl5pPr>
              <a:defRPr>
                <a:latin typeface="ＭＳ ゴシック" panose="020B0609070205080204" pitchFamily="49" charset="-128"/>
                <a:ea typeface="ＭＳ ゴシック" panose="020B0609070205080204" pitchFamily="49" charset="-128"/>
              </a:defRPr>
            </a:lvl5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p:cNvSpPr>
            <a:spLocks noGrp="1"/>
          </p:cNvSpPr>
          <p:nvPr>
            <p:ph type="dt" sz="half" idx="10"/>
          </p:nvPr>
        </p:nvSpPr>
        <p:spPr/>
        <p:txBody>
          <a:bodyPr/>
          <a:lstStyle/>
          <a:p>
            <a:endParaRPr lang="ja-JP" altLang="en-US">
              <a:solidFill>
                <a:prstClr val="black">
                  <a:tint val="75000"/>
                </a:prstClr>
              </a:solidFill>
            </a:endParaRPr>
          </a:p>
        </p:txBody>
      </p:sp>
      <p:sp>
        <p:nvSpPr>
          <p:cNvPr id="5" name="フッター プレースホルダー 4"/>
          <p:cNvSpPr>
            <a:spLocks noGrp="1"/>
          </p:cNvSpPr>
          <p:nvPr>
            <p:ph type="ftr" sz="quarter" idx="11"/>
          </p:nvPr>
        </p:nvSpPr>
        <p:spPr/>
        <p:txBody>
          <a:bodyPr/>
          <a:lstStyle/>
          <a:p>
            <a:r>
              <a:rPr lang="ja-JP" altLang="en-US">
                <a:solidFill>
                  <a:prstClr val="black">
                    <a:tint val="75000"/>
                  </a:prstClr>
                </a:solidFill>
              </a:rPr>
              <a:t>三菱ケミカル株式会社</a:t>
            </a:r>
          </a:p>
        </p:txBody>
      </p:sp>
      <p:sp>
        <p:nvSpPr>
          <p:cNvPr id="6" name="スライド番号プレースホルダー 5"/>
          <p:cNvSpPr>
            <a:spLocks noGrp="1"/>
          </p:cNvSpPr>
          <p:nvPr>
            <p:ph type="sldNum" sz="quarter" idx="12"/>
          </p:nvPr>
        </p:nvSpPr>
        <p:spPr/>
        <p:txBody>
          <a:bodyPr/>
          <a:lstStyle/>
          <a:p>
            <a:fld id="{049A76EA-301C-46AF-8EE1-E964137727D1}" type="slidenum">
              <a:rPr lang="ja-JP" altLang="en-US" smtClean="0">
                <a:solidFill>
                  <a:prstClr val="black">
                    <a:tint val="75000"/>
                  </a:prstClr>
                </a:solidFill>
              </a:rPr>
              <a:pPr/>
              <a:t>‹#›</a:t>
            </a:fld>
            <a:endParaRPr lang="ja-JP" altLang="en-US">
              <a:solidFill>
                <a:prstClr val="black">
                  <a:tint val="75000"/>
                </a:prstClr>
              </a:solidFill>
            </a:endParaRPr>
          </a:p>
        </p:txBody>
      </p:sp>
    </p:spTree>
    <p:extLst>
      <p:ext uri="{BB962C8B-B14F-4D97-AF65-F5344CB8AC3E}">
        <p14:creationId xmlns:p14="http://schemas.microsoft.com/office/powerpoint/2010/main" val="3321525533"/>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slideLayout" Target="../slideLayouts/slideLayout19.xml"/><Relationship Id="rId3" Type="http://schemas.openxmlformats.org/officeDocument/2006/relationships/slideLayout" Target="../slideLayouts/slideLayout20.xml"/><Relationship Id="rId4" Type="http://schemas.openxmlformats.org/officeDocument/2006/relationships/slideLayout" Target="../slideLayouts/slideLayout21.xml"/><Relationship Id="rId5" Type="http://schemas.openxmlformats.org/officeDocument/2006/relationships/slideLayout" Target="../slideLayouts/slideLayout22.xml"/><Relationship Id="rId6" Type="http://schemas.openxmlformats.org/officeDocument/2006/relationships/slideLayout" Target="../slideLayouts/slideLayout23.xml"/><Relationship Id="rId7" Type="http://schemas.openxmlformats.org/officeDocument/2006/relationships/slideLayout" Target="../slideLayouts/slideLayout24.xml"/><Relationship Id="rId8" Type="http://schemas.openxmlformats.org/officeDocument/2006/relationships/slideLayout" Target="../slideLayouts/slideLayout25.xml"/><Relationship Id="rId9" Type="http://schemas.openxmlformats.org/officeDocument/2006/relationships/theme" Target="../theme/theme2.xml"/><Relationship Id="rId10" Type="http://schemas.openxmlformats.org/officeDocument/2006/relationships/image" Target="../media/image12.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8" name="フッター プレースホルダー 2">
            <a:extLst>
              <a:ext uri="{FF2B5EF4-FFF2-40B4-BE49-F238E27FC236}">
                <a16:creationId xmlns:a16="http://schemas.microsoft.com/office/drawing/2014/main" id="{793D33C9-6286-93AD-F690-DD106EE41887}"/>
              </a:ext>
            </a:extLst>
          </p:cNvPr>
          <p:cNvSpPr>
            <a:spLocks noGrp="1"/>
          </p:cNvSpPr>
          <p:nvPr>
            <p:ph type="ftr" sz="quarter" idx="3"/>
          </p:nvPr>
        </p:nvSpPr>
        <p:spPr>
          <a:xfrm>
            <a:off x="638758" y="6474646"/>
            <a:ext cx="4456805" cy="239418"/>
          </a:xfrm>
          <a:prstGeom prst="rect">
            <a:avLst/>
          </a:prstGeom>
        </p:spPr>
        <p:txBody>
          <a:bodyPr/>
          <a:lstStyle>
            <a:lvl1pPr algn="l">
              <a:defRPr sz="1100">
                <a:solidFill>
                  <a:schemeClr val="tx1"/>
                </a:solidFill>
              </a:defRPr>
            </a:lvl1pPr>
          </a:lstStyle>
          <a:p>
            <a:r>
              <a:rPr lang="ja-JP" altLang="en-US"/>
              <a:t>三菱ケミカル株式会社</a:t>
            </a:r>
          </a:p>
        </p:txBody>
      </p:sp>
      <p:sp>
        <p:nvSpPr>
          <p:cNvPr id="39" name="スライド番号プレースホルダー 3">
            <a:extLst>
              <a:ext uri="{FF2B5EF4-FFF2-40B4-BE49-F238E27FC236}">
                <a16:creationId xmlns:a16="http://schemas.microsoft.com/office/drawing/2014/main" id="{1E9F7E52-3585-A248-DCF9-10FD61D02510}"/>
              </a:ext>
            </a:extLst>
          </p:cNvPr>
          <p:cNvSpPr>
            <a:spLocks noGrp="1"/>
          </p:cNvSpPr>
          <p:nvPr>
            <p:ph type="sldNum" sz="quarter" idx="4"/>
          </p:nvPr>
        </p:nvSpPr>
        <p:spPr>
          <a:xfrm>
            <a:off x="242501" y="6474646"/>
            <a:ext cx="343672" cy="239418"/>
          </a:xfrm>
          <a:prstGeom prst="rect">
            <a:avLst/>
          </a:prstGeom>
        </p:spPr>
        <p:txBody>
          <a:bodyPr vert="horz" lIns="0" tIns="45720" rIns="91440" bIns="45720" rtlCol="0" anchor="t" anchorCtr="0"/>
          <a:lstStyle>
            <a:lvl1pPr algn="l">
              <a:defRPr sz="1130">
                <a:solidFill>
                  <a:schemeClr val="tx1"/>
                </a:solidFill>
                <a:latin typeface="+mj-lt"/>
              </a:defRPr>
            </a:lvl1pPr>
          </a:lstStyle>
          <a:p>
            <a:fld id="{48394356-8693-4048-8EAF-2BF05B04AA80}" type="slidenum">
              <a:rPr lang="ja-JP" altLang="en-US" smtClean="0"/>
              <a:pPr/>
              <a:t>‹#›</a:t>
            </a:fld>
            <a:endParaRPr lang="ja-JP" altLang="en-US"/>
          </a:p>
        </p:txBody>
      </p:sp>
      <p:sp>
        <p:nvSpPr>
          <p:cNvPr id="5" name="タイトル プレースホルダー 4">
            <a:extLst>
              <a:ext uri="{FF2B5EF4-FFF2-40B4-BE49-F238E27FC236}">
                <a16:creationId xmlns:a16="http://schemas.microsoft.com/office/drawing/2014/main" id="{20757BDD-7C5A-9847-972C-E62918DA2709}"/>
              </a:ext>
            </a:extLst>
          </p:cNvPr>
          <p:cNvSpPr>
            <a:spLocks noGrp="1"/>
          </p:cNvSpPr>
          <p:nvPr>
            <p:ph type="title"/>
          </p:nvPr>
        </p:nvSpPr>
        <p:spPr>
          <a:xfrm>
            <a:off x="414336" y="255264"/>
            <a:ext cx="9548530" cy="369332"/>
          </a:xfrm>
          <a:prstGeom prst="rect">
            <a:avLst/>
          </a:prstGeom>
        </p:spPr>
        <p:txBody>
          <a:bodyPr vert="horz" wrap="square" lIns="0" tIns="0" rIns="0" bIns="0" rtlCol="0" anchor="b">
            <a:noAutofit/>
          </a:bodyPr>
          <a:lstStyle/>
          <a:p>
            <a:r>
              <a:rPr kumimoji="1" lang="ja-JP" altLang="en-US"/>
              <a:t>マスター タイトルの書式設定</a:t>
            </a:r>
          </a:p>
        </p:txBody>
      </p:sp>
      <p:sp>
        <p:nvSpPr>
          <p:cNvPr id="6" name="テキスト プレースホルダー 5">
            <a:extLst>
              <a:ext uri="{FF2B5EF4-FFF2-40B4-BE49-F238E27FC236}">
                <a16:creationId xmlns:a16="http://schemas.microsoft.com/office/drawing/2014/main" id="{DAEC7C21-0104-334A-9DA4-A217535898C9}"/>
              </a:ext>
            </a:extLst>
          </p:cNvPr>
          <p:cNvSpPr>
            <a:spLocks noGrp="1"/>
          </p:cNvSpPr>
          <p:nvPr>
            <p:ph type="body" idx="1"/>
          </p:nvPr>
        </p:nvSpPr>
        <p:spPr>
          <a:xfrm>
            <a:off x="407988" y="1187354"/>
            <a:ext cx="11556999" cy="5049933"/>
          </a:xfrm>
          <a:prstGeom prst="rect">
            <a:avLst/>
          </a:prstGeom>
        </p:spPr>
        <p:txBody>
          <a:bodyPr vert="horz" lIns="0" tIns="0" rIns="0" bIns="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Tree>
    <p:extLst>
      <p:ext uri="{BB962C8B-B14F-4D97-AF65-F5344CB8AC3E}">
        <p14:creationId xmlns:p14="http://schemas.microsoft.com/office/powerpoint/2010/main" val="1696390841"/>
      </p:ext>
    </p:extLst>
  </p:cSld>
  <p:clrMap bg1="lt1" tx1="dk1" bg2="lt2" tx2="dk2" accent1="accent1" accent2="accent2" accent3="accent3" accent4="accent4" accent5="accent5" accent6="accent6" hlink="hlink" folHlink="folHlink"/>
  <p:sldLayoutIdLst>
    <p:sldLayoutId id="2147483821" r:id="rId1"/>
    <p:sldLayoutId id="2147483858" r:id="rId2"/>
    <p:sldLayoutId id="2147483864" r:id="rId3"/>
    <p:sldLayoutId id="2147483862" r:id="rId4"/>
    <p:sldLayoutId id="2147483863" r:id="rId5"/>
    <p:sldLayoutId id="2147483859" r:id="rId6"/>
    <p:sldLayoutId id="2147483874" r:id="rId7"/>
    <p:sldLayoutId id="2147483875" r:id="rId8"/>
    <p:sldLayoutId id="2147483876" r:id="rId9"/>
    <p:sldLayoutId id="2147483880" r:id="rId10"/>
    <p:sldLayoutId id="2147483881" r:id="rId11"/>
    <p:sldLayoutId id="2147483888" r:id="rId12"/>
    <p:sldLayoutId id="2147483890" r:id="rId13"/>
    <p:sldLayoutId id="2147483885" r:id="rId14"/>
    <p:sldLayoutId id="2147483886" r:id="rId15"/>
    <p:sldLayoutId id="2147483891" r:id="rId16"/>
    <p:sldLayoutId id="2147483996" r:id="rId17"/>
  </p:sldLayoutIdLst>
  <p:hf hdr="0" dt="0"/>
  <p:txStyles>
    <p:titleStyle>
      <a:lvl1pPr algn="l" defTabSz="914400" rtl="0" eaLnBrk="1" latinLnBrk="0" hangingPunct="1">
        <a:lnSpc>
          <a:spcPct val="100000"/>
        </a:lnSpc>
        <a:spcBef>
          <a:spcPct val="0"/>
        </a:spcBef>
        <a:buNone/>
        <a:defRPr kumimoji="1" sz="2400" b="1" i="0" kern="1200" spc="-50" baseline="0">
          <a:solidFill>
            <a:schemeClr val="tx1"/>
          </a:solidFill>
          <a:latin typeface="+mj-lt"/>
          <a:ea typeface="+mj-ea"/>
          <a:cs typeface="Meiryo" charset="-128"/>
        </a:defRPr>
      </a:lvl1pPr>
    </p:titleStyle>
    <p:bodyStyle>
      <a:lvl1pPr marL="0" indent="0" algn="l" defTabSz="914400" rtl="0" eaLnBrk="1" latinLnBrk="0" hangingPunct="1">
        <a:lnSpc>
          <a:spcPct val="100000"/>
        </a:lnSpc>
        <a:spcBef>
          <a:spcPts val="1000"/>
        </a:spcBef>
        <a:buFont typeface="Arial" panose="020B0604020202020204" pitchFamily="34" charset="0"/>
        <a:buNone/>
        <a:defRPr kumimoji="1" sz="2600" kern="1200" baseline="0">
          <a:solidFill>
            <a:schemeClr val="tx1"/>
          </a:solidFill>
          <a:latin typeface="+mn-lt"/>
          <a:ea typeface="+mn-ea"/>
          <a:cs typeface="+mn-cs"/>
        </a:defRPr>
      </a:lvl1pPr>
      <a:lvl2pPr marL="360000" indent="0" algn="l" defTabSz="914400" rtl="0" eaLnBrk="1" latinLnBrk="0" hangingPunct="1">
        <a:lnSpc>
          <a:spcPct val="100000"/>
        </a:lnSpc>
        <a:spcBef>
          <a:spcPts val="1000"/>
        </a:spcBef>
        <a:buFont typeface="Arial" panose="020B0604020202020204" pitchFamily="34" charset="0"/>
        <a:buNone/>
        <a:defRPr kumimoji="1" sz="2200" kern="1200">
          <a:solidFill>
            <a:schemeClr val="tx1"/>
          </a:solidFill>
          <a:latin typeface="+mn-lt"/>
          <a:ea typeface="+mn-ea"/>
          <a:cs typeface="+mn-cs"/>
        </a:defRPr>
      </a:lvl2pPr>
      <a:lvl3pPr marL="720000" indent="0" algn="l" defTabSz="914400" rtl="0" eaLnBrk="1" latinLnBrk="0" hangingPunct="1">
        <a:lnSpc>
          <a:spcPct val="100000"/>
        </a:lnSpc>
        <a:spcBef>
          <a:spcPts val="1000"/>
        </a:spcBef>
        <a:buFont typeface="Arial" panose="020B0604020202020204" pitchFamily="34" charset="0"/>
        <a:buNone/>
        <a:defRPr kumimoji="1" sz="1800" kern="1200">
          <a:solidFill>
            <a:schemeClr val="tx1"/>
          </a:solidFill>
          <a:latin typeface="+mn-lt"/>
          <a:ea typeface="+mn-ea"/>
          <a:cs typeface="+mn-cs"/>
        </a:defRPr>
      </a:lvl3pPr>
      <a:lvl4pPr marL="1080000" indent="0" algn="l" defTabSz="914400" rtl="0" eaLnBrk="1" latinLnBrk="0" hangingPunct="1">
        <a:lnSpc>
          <a:spcPct val="100000"/>
        </a:lnSpc>
        <a:spcBef>
          <a:spcPts val="1000"/>
        </a:spcBef>
        <a:buFont typeface="Arial" panose="020B0604020202020204" pitchFamily="34" charset="0"/>
        <a:buNone/>
        <a:defRPr kumimoji="1" sz="1600" kern="1200">
          <a:solidFill>
            <a:schemeClr val="tx1"/>
          </a:solidFill>
          <a:latin typeface="+mn-lt"/>
          <a:ea typeface="+mn-ea"/>
          <a:cs typeface="+mn-cs"/>
        </a:defRPr>
      </a:lvl4pPr>
      <a:lvl5pPr marL="1440000" indent="0" algn="l" defTabSz="914400" rtl="0" eaLnBrk="1" latinLnBrk="0" hangingPunct="1">
        <a:lnSpc>
          <a:spcPct val="100000"/>
        </a:lnSpc>
        <a:spcBef>
          <a:spcPts val="1000"/>
        </a:spcBef>
        <a:buFont typeface="Arial" panose="020B0604020202020204" pitchFamily="34" charset="0"/>
        <a:buNone/>
        <a:defRPr kumimoji="1" sz="1000" kern="1200">
          <a:solidFill>
            <a:schemeClr val="tx1"/>
          </a:solidFill>
          <a:latin typeface="+mn-lt"/>
          <a:ea typeface="+mn-ea"/>
          <a:cs typeface="+mn-cs"/>
        </a:defRPr>
      </a:lvl5pPr>
      <a:lvl6pPr marL="1980000" indent="-180000" algn="l" defTabSz="914400" rtl="0" eaLnBrk="1" latinLnBrk="0" hangingPunct="1">
        <a:lnSpc>
          <a:spcPct val="100000"/>
        </a:lnSpc>
        <a:spcBef>
          <a:spcPts val="1000"/>
        </a:spcBef>
        <a:buFont typeface="Arial" panose="020B0604020202020204" pitchFamily="34" charset="0"/>
        <a:buChar char="•"/>
        <a:defRPr kumimoji="1" sz="9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en-US"/>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799" userDrawn="1">
          <p15:clr>
            <a:srgbClr val="F26B43"/>
          </p15:clr>
        </p15:guide>
        <p15:guide id="2" pos="3840" userDrawn="1">
          <p15:clr>
            <a:srgbClr val="F26B43"/>
          </p15:clr>
        </p15:guide>
        <p15:guide id="4" pos="7537" userDrawn="1">
          <p15:clr>
            <a:srgbClr val="F26B43"/>
          </p15:clr>
        </p15:guide>
        <p15:guide id="5" pos="257"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5" name="正方形/長方形 14">
            <a:extLst>
              <a:ext uri="{FF2B5EF4-FFF2-40B4-BE49-F238E27FC236}">
                <a16:creationId xmlns:a16="http://schemas.microsoft.com/office/drawing/2014/main" id="{FCDCF539-2533-44B3-A5FE-169A800A8363}"/>
              </a:ext>
            </a:extLst>
          </p:cNvPr>
          <p:cNvSpPr/>
          <p:nvPr/>
        </p:nvSpPr>
        <p:spPr>
          <a:xfrm>
            <a:off x="119063" y="6452663"/>
            <a:ext cx="11953875" cy="288000"/>
          </a:xfrm>
          <a:prstGeom prst="rect">
            <a:avLst/>
          </a:prstGeom>
          <a:solidFill>
            <a:srgbClr val="ECF1F4"/>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タイトル プレースホルダー 9"/>
          <p:cNvSpPr>
            <a:spLocks noGrp="1"/>
          </p:cNvSpPr>
          <p:nvPr>
            <p:ph type="title"/>
          </p:nvPr>
        </p:nvSpPr>
        <p:spPr>
          <a:xfrm>
            <a:off x="242502" y="198450"/>
            <a:ext cx="9000000" cy="540000"/>
          </a:xfrm>
          <a:prstGeom prst="rect">
            <a:avLst/>
          </a:prstGeom>
        </p:spPr>
        <p:txBody>
          <a:bodyPr vert="horz" wrap="none" lIns="180000" tIns="72000" rIns="180000" bIns="0" rtlCol="0" anchor="ctr">
            <a:noAutofit/>
          </a:bodyPr>
          <a:lstStyle/>
          <a:p>
            <a:r>
              <a:rPr kumimoji="1" lang="ja-JP" altLang="en-US"/>
              <a:t>タイトル</a:t>
            </a:r>
            <a:r>
              <a:rPr kumimoji="1" lang="en-US" altLang="ja-JP"/>
              <a:t> MSP</a:t>
            </a:r>
            <a:r>
              <a:rPr kumimoji="1" lang="ja-JP" altLang="en-US"/>
              <a:t>ゴシック</a:t>
            </a:r>
            <a:r>
              <a:rPr kumimoji="1" lang="en-US" altLang="ja-JP"/>
              <a:t> 24pt</a:t>
            </a:r>
            <a:endParaRPr kumimoji="1" lang="ja-JP" altLang="en-US"/>
          </a:p>
        </p:txBody>
      </p:sp>
      <p:sp>
        <p:nvSpPr>
          <p:cNvPr id="3" name="テキスト プレースホルダー 2"/>
          <p:cNvSpPr>
            <a:spLocks noGrp="1"/>
          </p:cNvSpPr>
          <p:nvPr>
            <p:ph type="body" idx="1"/>
          </p:nvPr>
        </p:nvSpPr>
        <p:spPr>
          <a:xfrm>
            <a:off x="238814" y="1184732"/>
            <a:ext cx="11736000" cy="5040000"/>
          </a:xfrm>
          <a:prstGeom prst="rect">
            <a:avLst/>
          </a:prstGeom>
        </p:spPr>
        <p:txBody>
          <a:bodyPr vert="horz" lIns="180000" tIns="72000" rIns="180000" bIns="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a:p>
            <a:pPr lvl="0"/>
            <a:endParaRPr kumimoji="1" lang="ja-JP" altLang="en-US"/>
          </a:p>
        </p:txBody>
      </p:sp>
      <p:sp>
        <p:nvSpPr>
          <p:cNvPr id="39" name="スライド番号プレースホルダー 3">
            <a:extLst>
              <a:ext uri="{FF2B5EF4-FFF2-40B4-BE49-F238E27FC236}">
                <a16:creationId xmlns:a16="http://schemas.microsoft.com/office/drawing/2014/main" id="{1E9F7E52-3585-A248-DCF9-10FD61D02510}"/>
              </a:ext>
            </a:extLst>
          </p:cNvPr>
          <p:cNvSpPr>
            <a:spLocks noGrp="1"/>
          </p:cNvSpPr>
          <p:nvPr>
            <p:ph type="sldNum" sz="quarter" idx="4"/>
          </p:nvPr>
        </p:nvSpPr>
        <p:spPr>
          <a:xfrm>
            <a:off x="242501" y="6474646"/>
            <a:ext cx="343672" cy="239418"/>
          </a:xfrm>
          <a:prstGeom prst="rect">
            <a:avLst/>
          </a:prstGeom>
        </p:spPr>
        <p:txBody>
          <a:bodyPr vert="horz" lIns="0" tIns="45720" rIns="91440" bIns="45720" rtlCol="0" anchor="t" anchorCtr="0"/>
          <a:lstStyle>
            <a:lvl1pPr algn="l">
              <a:defRPr sz="1100">
                <a:solidFill>
                  <a:schemeClr val="tx1"/>
                </a:solidFill>
                <a:latin typeface="+mj-lt"/>
              </a:defRPr>
            </a:lvl1pPr>
          </a:lstStyle>
          <a:p>
            <a:pPr fontAlgn="auto">
              <a:spcBef>
                <a:spcPts val="0"/>
              </a:spcBef>
              <a:spcAft>
                <a:spcPts val="0"/>
              </a:spcAft>
            </a:pPr>
            <a:fld id="{049A76EA-301C-46AF-8EE1-E964137727D1}" type="slidenum">
              <a:rPr lang="ja-JP" altLang="en-US" smtClean="0">
                <a:solidFill>
                  <a:prstClr val="black">
                    <a:tint val="75000"/>
                  </a:prstClr>
                </a:solidFill>
                <a:latin typeface="Calibri"/>
                <a:ea typeface="ＭＳ Ｐゴシック"/>
              </a:rPr>
              <a:pPr fontAlgn="auto">
                <a:spcBef>
                  <a:spcPts val="0"/>
                </a:spcBef>
                <a:spcAft>
                  <a:spcPts val="0"/>
                </a:spcAft>
              </a:pPr>
              <a:t>‹#›</a:t>
            </a:fld>
            <a:endParaRPr lang="ja-JP" altLang="en-US">
              <a:solidFill>
                <a:prstClr val="black">
                  <a:tint val="75000"/>
                </a:prstClr>
              </a:solidFill>
              <a:latin typeface="Calibri"/>
              <a:ea typeface="ＭＳ Ｐゴシック"/>
            </a:endParaRPr>
          </a:p>
        </p:txBody>
      </p:sp>
      <p:pic>
        <p:nvPicPr>
          <p:cNvPr id="13" name="図 12" descr="アイコン&#10;&#10;低い精度で自動的に生成された説明">
            <a:extLst>
              <a:ext uri="{FF2B5EF4-FFF2-40B4-BE49-F238E27FC236}">
                <a16:creationId xmlns:a16="http://schemas.microsoft.com/office/drawing/2014/main" id="{8379A01F-8105-4DFA-DC55-B0DA44C858B2}"/>
              </a:ext>
            </a:extLst>
          </p:cNvPr>
          <p:cNvPicPr>
            <a:picLocks noChangeAspect="1"/>
          </p:cNvPicPr>
          <p:nvPr/>
        </p:nvPicPr>
        <p:blipFill>
          <a:blip r:embed="rId10" cstate="print">
            <a:extLst>
              <a:ext uri="{28A0092B-C50C-407E-A947-70E740481C1C}">
                <a14:useLocalDpi xmlns:a14="http://schemas.microsoft.com/office/drawing/2010/main" val="0"/>
              </a:ext>
            </a:extLst>
          </a:blip>
          <a:stretch>
            <a:fillRect/>
          </a:stretch>
        </p:blipFill>
        <p:spPr>
          <a:xfrm>
            <a:off x="10689431" y="66162"/>
            <a:ext cx="1441424" cy="662901"/>
          </a:xfrm>
          <a:prstGeom prst="rect">
            <a:avLst/>
          </a:prstGeom>
        </p:spPr>
      </p:pic>
      <p:sp>
        <p:nvSpPr>
          <p:cNvPr id="11" name="フッター プレースホルダー 2">
            <a:extLst>
              <a:ext uri="{FF2B5EF4-FFF2-40B4-BE49-F238E27FC236}">
                <a16:creationId xmlns:a16="http://schemas.microsoft.com/office/drawing/2014/main" id="{C13510D1-AC76-68D5-73DF-F042E714DF62}"/>
              </a:ext>
            </a:extLst>
          </p:cNvPr>
          <p:cNvSpPr>
            <a:spLocks noGrp="1"/>
          </p:cNvSpPr>
          <p:nvPr>
            <p:ph type="ftr" sz="quarter" idx="3"/>
          </p:nvPr>
        </p:nvSpPr>
        <p:spPr>
          <a:xfrm>
            <a:off x="638758" y="6474646"/>
            <a:ext cx="4456805" cy="239418"/>
          </a:xfrm>
          <a:prstGeom prst="rect">
            <a:avLst/>
          </a:prstGeom>
        </p:spPr>
        <p:txBody>
          <a:bodyPr/>
          <a:lstStyle>
            <a:lvl1pPr algn="l">
              <a:defRPr sz="1100">
                <a:solidFill>
                  <a:schemeClr val="tx1"/>
                </a:solidFill>
              </a:defRPr>
            </a:lvl1pPr>
          </a:lstStyle>
          <a:p>
            <a:pPr fontAlgn="auto">
              <a:spcBef>
                <a:spcPts val="0"/>
              </a:spcBef>
              <a:spcAft>
                <a:spcPts val="0"/>
              </a:spcAft>
            </a:pPr>
            <a:r>
              <a:rPr lang="ja-JP" altLang="en-US">
                <a:solidFill>
                  <a:prstClr val="black">
                    <a:tint val="75000"/>
                  </a:prstClr>
                </a:solidFill>
                <a:latin typeface="Calibri"/>
                <a:ea typeface="ＭＳ Ｐゴシック"/>
              </a:rPr>
              <a:t>三菱ケミカル株式会社</a:t>
            </a:r>
          </a:p>
        </p:txBody>
      </p:sp>
      <p:sp>
        <p:nvSpPr>
          <p:cNvPr id="8" name="テキスト ボックス 7">
            <a:extLst>
              <a:ext uri="{FF2B5EF4-FFF2-40B4-BE49-F238E27FC236}">
                <a16:creationId xmlns:a16="http://schemas.microsoft.com/office/drawing/2014/main" id="{36486B22-793D-4127-9434-7D2C566CA628}"/>
              </a:ext>
            </a:extLst>
          </p:cNvPr>
          <p:cNvSpPr txBox="1"/>
          <p:nvPr/>
        </p:nvSpPr>
        <p:spPr>
          <a:xfrm>
            <a:off x="10884988" y="6482599"/>
            <a:ext cx="1080000" cy="223514"/>
          </a:xfrm>
          <a:prstGeom prst="rect">
            <a:avLst/>
          </a:prstGeom>
          <a:noFill/>
          <a:ln w="9525">
            <a:solidFill>
              <a:schemeClr val="tx1">
                <a:lumMod val="50000"/>
                <a:lumOff val="50000"/>
              </a:schemeClr>
            </a:solidFill>
          </a:ln>
        </p:spPr>
        <p:txBody>
          <a:bodyPr wrap="square" lIns="36000" tIns="36000" rIns="36000" bIns="36000" rtlCol="0" anchor="ctr">
            <a:spAutoFit/>
          </a:bodyPr>
          <a:lstStyle/>
          <a:p>
            <a:pPr algn="ctr"/>
            <a:r>
              <a:rPr kumimoji="1" lang="en-US" altLang="ja-JP" sz="980" b="0" i="0">
                <a:solidFill>
                  <a:schemeClr val="tx1">
                    <a:lumMod val="50000"/>
                    <a:lumOff val="50000"/>
                  </a:schemeClr>
                </a:solidFill>
                <a:latin typeface="+mj-lt"/>
                <a:ea typeface="MS Gothic" panose="020B0609070205080204" pitchFamily="49" charset="-128"/>
              </a:rPr>
              <a:t>CONFIDENTIAL</a:t>
            </a:r>
            <a:endParaRPr kumimoji="1" lang="ja-JP" altLang="en-US" sz="980" b="0" i="0">
              <a:solidFill>
                <a:schemeClr val="tx1">
                  <a:lumMod val="50000"/>
                  <a:lumOff val="50000"/>
                </a:schemeClr>
              </a:solidFill>
              <a:latin typeface="+mj-lt"/>
              <a:ea typeface="MS Gothic" panose="020B0609070205080204" pitchFamily="49" charset="-128"/>
            </a:endParaRPr>
          </a:p>
        </p:txBody>
      </p:sp>
      <p:cxnSp>
        <p:nvCxnSpPr>
          <p:cNvPr id="14" name="直線コネクタ 13">
            <a:extLst>
              <a:ext uri="{FF2B5EF4-FFF2-40B4-BE49-F238E27FC236}">
                <a16:creationId xmlns:a16="http://schemas.microsoft.com/office/drawing/2014/main" id="{8D308650-E3E1-452C-8427-1CC5240704A0}"/>
              </a:ext>
            </a:extLst>
          </p:cNvPr>
          <p:cNvCxnSpPr>
            <a:cxnSpLocks/>
          </p:cNvCxnSpPr>
          <p:nvPr/>
        </p:nvCxnSpPr>
        <p:spPr>
          <a:xfrm>
            <a:off x="550714" y="6504987"/>
            <a:ext cx="0" cy="19800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82663861"/>
      </p:ext>
    </p:extLst>
  </p:cSld>
  <p:clrMap bg1="lt1" tx1="dk1" bg2="lt2" tx2="dk2" accent1="accent1" accent2="accent2" accent3="accent3" accent4="accent4" accent5="accent5" accent6="accent6" hlink="hlink" folHlink="folHlink"/>
  <p:sldLayoutIdLst>
    <p:sldLayoutId id="2147483988" r:id="rId1"/>
    <p:sldLayoutId id="2147483989" r:id="rId2"/>
    <p:sldLayoutId id="2147483990" r:id="rId3"/>
    <p:sldLayoutId id="2147483991" r:id="rId4"/>
    <p:sldLayoutId id="2147483992" r:id="rId5"/>
    <p:sldLayoutId id="2147483993" r:id="rId6"/>
    <p:sldLayoutId id="2147483994" r:id="rId7"/>
    <p:sldLayoutId id="2147483995" r:id="rId8"/>
  </p:sldLayoutIdLst>
  <p:hf hdr="0" dt="0"/>
  <p:txStyles>
    <p:titleStyle>
      <a:lvl1pPr algn="l" defTabSz="914400" rtl="0" eaLnBrk="1" latinLnBrk="0" hangingPunct="1">
        <a:lnSpc>
          <a:spcPct val="100000"/>
        </a:lnSpc>
        <a:spcBef>
          <a:spcPct val="0"/>
        </a:spcBef>
        <a:buNone/>
        <a:defRPr kumimoji="1" sz="2400" b="1" i="0" kern="1200" spc="-50" baseline="0">
          <a:solidFill>
            <a:schemeClr val="tx1"/>
          </a:solidFill>
          <a:latin typeface="メイリオ" panose="020B0604030504040204" pitchFamily="50" charset="-128"/>
          <a:ea typeface="メイリオ" panose="020B0604030504040204" pitchFamily="50" charset="-128"/>
          <a:cs typeface="メイリオ" panose="020B0604030504040204" pitchFamily="50" charset="-128"/>
        </a:defRPr>
      </a:lvl1pPr>
    </p:titleStyle>
    <p:bodyStyle>
      <a:lvl1pPr marL="285750" indent="-285750" algn="l" defTabSz="914400" rtl="0" eaLnBrk="1" latinLnBrk="0" hangingPunct="1">
        <a:lnSpc>
          <a:spcPct val="150000"/>
        </a:lnSpc>
        <a:spcBef>
          <a:spcPts val="1000"/>
        </a:spcBef>
        <a:buFont typeface="メイリオ" panose="020B0604030504040204" pitchFamily="50" charset="-128"/>
        <a:buChar char="•"/>
        <a:defRPr kumimoji="1" sz="1800" kern="1200" baseline="0">
          <a:solidFill>
            <a:schemeClr val="tx1"/>
          </a:solidFill>
          <a:latin typeface="メイリオ" panose="020B0604030504040204" pitchFamily="50" charset="-128"/>
          <a:ea typeface="メイリオ" panose="020B0604030504040204" pitchFamily="50" charset="-128"/>
          <a:cs typeface="+mn-cs"/>
        </a:defRPr>
      </a:lvl1pPr>
      <a:lvl2pPr marL="540000" indent="-180000" algn="l" defTabSz="914400" rtl="0" eaLnBrk="1" latinLnBrk="0" hangingPunct="1">
        <a:lnSpc>
          <a:spcPct val="100000"/>
        </a:lnSpc>
        <a:spcBef>
          <a:spcPts val="1000"/>
        </a:spcBef>
        <a:buFont typeface="メイリオ" panose="020B0604030504040204" pitchFamily="50" charset="-128"/>
        <a:buChar char="‒"/>
        <a:defRPr kumimoji="1" sz="1600" kern="1200">
          <a:solidFill>
            <a:schemeClr val="tx1"/>
          </a:solidFill>
          <a:latin typeface="メイリオ" panose="020B0604030504040204" pitchFamily="50" charset="-128"/>
          <a:ea typeface="メイリオ" panose="020B0604030504040204" pitchFamily="50" charset="-128"/>
          <a:cs typeface="+mn-cs"/>
        </a:defRPr>
      </a:lvl2pPr>
      <a:lvl3pPr marL="900000" indent="-180000" algn="l" defTabSz="914400" rtl="0" eaLnBrk="1" latinLnBrk="0" hangingPunct="1">
        <a:lnSpc>
          <a:spcPct val="100000"/>
        </a:lnSpc>
        <a:spcBef>
          <a:spcPts val="1000"/>
        </a:spcBef>
        <a:buFont typeface="Arial" panose="020B0604020202020204" pitchFamily="34" charset="0"/>
        <a:buChar char="•"/>
        <a:defRPr kumimoji="1" sz="1400" kern="1200">
          <a:solidFill>
            <a:schemeClr val="tx1"/>
          </a:solidFill>
          <a:latin typeface="メイリオ" panose="020B0604030504040204" pitchFamily="50" charset="-128"/>
          <a:ea typeface="メイリオ" panose="020B0604030504040204" pitchFamily="50" charset="-128"/>
          <a:cs typeface="+mn-cs"/>
        </a:defRPr>
      </a:lvl3pPr>
      <a:lvl4pPr marL="1260000" indent="-180000" algn="l" defTabSz="914400" rtl="0" eaLnBrk="1" latinLnBrk="0" hangingPunct="1">
        <a:lnSpc>
          <a:spcPct val="100000"/>
        </a:lnSpc>
        <a:spcBef>
          <a:spcPts val="1000"/>
        </a:spcBef>
        <a:buFont typeface="メイリオ" panose="020B0604030504040204" pitchFamily="50" charset="-128"/>
        <a:buChar char="‒"/>
        <a:defRPr kumimoji="1" sz="1200" kern="1200">
          <a:solidFill>
            <a:schemeClr val="tx1"/>
          </a:solidFill>
          <a:latin typeface="メイリオ" panose="020B0604030504040204" pitchFamily="50" charset="-128"/>
          <a:ea typeface="メイリオ" panose="020B0604030504040204" pitchFamily="50" charset="-128"/>
          <a:cs typeface="+mn-cs"/>
        </a:defRPr>
      </a:lvl4pPr>
      <a:lvl5pPr marL="1620000" indent="-180000" algn="l" defTabSz="914400" rtl="0" eaLnBrk="1" latinLnBrk="0" hangingPunct="1">
        <a:lnSpc>
          <a:spcPct val="100000"/>
        </a:lnSpc>
        <a:spcBef>
          <a:spcPts val="1000"/>
        </a:spcBef>
        <a:buFont typeface="メイリオ" panose="020B0604030504040204" pitchFamily="50" charset="-128"/>
        <a:buChar char="»"/>
        <a:defRPr kumimoji="1" sz="1050" kern="1200">
          <a:solidFill>
            <a:schemeClr val="tx1"/>
          </a:solidFill>
          <a:latin typeface="メイリオ" panose="020B0604030504040204" pitchFamily="50" charset="-128"/>
          <a:ea typeface="メイリオ" panose="020B0604030504040204" pitchFamily="50" charset="-128"/>
          <a:cs typeface="+mn-cs"/>
        </a:defRPr>
      </a:lvl5pPr>
      <a:lvl6pPr marL="1980000" indent="-180000" algn="l" defTabSz="914400" rtl="0" eaLnBrk="1" latinLnBrk="0" hangingPunct="1">
        <a:lnSpc>
          <a:spcPct val="100000"/>
        </a:lnSpc>
        <a:spcBef>
          <a:spcPts val="1000"/>
        </a:spcBef>
        <a:buFont typeface="Arial" panose="020B0604020202020204" pitchFamily="34" charset="0"/>
        <a:buChar char="•"/>
        <a:defRPr kumimoji="1" sz="900" kern="1200">
          <a:solidFill>
            <a:schemeClr val="tx1"/>
          </a:solidFill>
          <a:latin typeface="メイリオ" panose="020B0604030504040204" pitchFamily="50" charset="-128"/>
          <a:ea typeface="メイリオ" panose="020B0604030504040204" pitchFamily="50" charset="-128"/>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en-US"/>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3840">
          <p15:clr>
            <a:srgbClr val="F26B43"/>
          </p15:clr>
        </p15:guide>
        <p15:guide id="3" orient="horz" pos="4178">
          <p15:clr>
            <a:srgbClr val="F26B43"/>
          </p15:clr>
        </p15:guide>
        <p15:guide id="4" orient="horz" pos="119">
          <p15:clr>
            <a:srgbClr val="F26B43"/>
          </p15:clr>
        </p15:guide>
        <p15:guide id="5" pos="7537">
          <p15:clr>
            <a:srgbClr val="F26B43"/>
          </p15:clr>
        </p15:guide>
        <p15:guide id="6" pos="143">
          <p15:clr>
            <a:srgbClr val="F26B43"/>
          </p15:clr>
        </p15:guide>
        <p15:guide id="7" orient="horz" pos="3929">
          <p15:clr>
            <a:srgbClr val="F26B43"/>
          </p15:clr>
        </p15:guide>
        <p15:guide id="8" orient="horz" pos="459">
          <p15:clr>
            <a:srgbClr val="F26B43"/>
          </p15:clr>
        </p15:guide>
        <p15:guide id="9" orient="horz" pos="368">
          <p15:clr>
            <a:srgbClr val="F26B43"/>
          </p15:clr>
        </p15:guide>
      </p15:sldGuideLst>
    </p:ext>
  </p:extLst>
</p:sldMaster>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image" Target="../media/image1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image" Target="../media/image17.png"/><Relationship Id="rId3" Type="http://schemas.openxmlformats.org/officeDocument/2006/relationships/image" Target="../media/image1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image" Target="../media/image19.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Rounded Rectangle 2"/>
          <p:cNvSpPr/>
          <p:nvPr/>
        </p:nvSpPr>
        <p:spPr>
          <a:xfrm>
            <a:off x="0" y="2240280"/>
            <a:ext cx="12191695" cy="54864"/>
          </a:xfrm>
          <a:prstGeom prst="roundRect">
            <a:avLst/>
          </a:prstGeom>
          <a:solidFill>
            <a:srgbClr val="005B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0" y="4160520"/>
            <a:ext cx="12191695" cy="36576"/>
          </a:xfrm>
          <a:prstGeom prst="roundRect">
            <a:avLst/>
          </a:prstGeom>
          <a:solidFill>
            <a:srgbClr val="C9D2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514600"/>
            <a:ext cx="10515600" cy="1463040"/>
          </a:xfrm>
          <a:prstGeom prst="rect">
            <a:avLst/>
          </a:prstGeom>
          <a:noFill/>
        </p:spPr>
        <p:txBody>
          <a:bodyPr wrap="square">
            <a:spAutoFit/>
          </a:bodyPr>
          <a:lstStyle/>
          <a:p>
            <a:pPr>
              <a:spcBef>
                <a:spcPts val="0"/>
              </a:spcBef>
              <a:spcAft>
                <a:spcPts val="400"/>
              </a:spcAft>
            </a:pPr>
            <a:r>
              <a:rPr sz="3400" b="1">
                <a:solidFill>
                  <a:srgbClr val="000000"/>
                </a:solidFill>
                <a:latin typeface="游ゴシック"/>
                <a:ea typeface="游ゴシック"/>
                <a:cs typeface="游ゴシック"/>
              </a:rPr>
              <a:t>製品DEG色相悪化　対応</a:t>
            </a:r>
          </a:p>
          <a:p>
            <a:pPr>
              <a:spcBef>
                <a:spcPts val="0"/>
              </a:spcBef>
              <a:spcAft>
                <a:spcPts val="200"/>
              </a:spcAft>
            </a:pPr>
            <a:r>
              <a:rPr sz="1700" b="0">
                <a:solidFill>
                  <a:srgbClr val="666666"/>
                </a:solidFill>
                <a:latin typeface="游ゴシック"/>
                <a:ea typeface="游ゴシック"/>
                <a:cs typeface="游ゴシック"/>
              </a:rPr>
              <a:t>事実の整理 → 推定メカニズム → 対応</a:t>
            </a:r>
          </a:p>
        </p:txBody>
      </p:sp>
      <p:sp>
        <p:nvSpPr>
          <p:cNvPr id="6" name="TextBox 5"/>
          <p:cNvSpPr txBox="1"/>
          <p:nvPr/>
        </p:nvSpPr>
        <p:spPr>
          <a:xfrm>
            <a:off x="822960" y="4343400"/>
            <a:ext cx="10515600" cy="548640"/>
          </a:xfrm>
          <a:prstGeom prst="rect">
            <a:avLst/>
          </a:prstGeom>
          <a:noFill/>
        </p:spPr>
        <p:txBody>
          <a:bodyPr wrap="square">
            <a:spAutoFit/>
          </a:bodyPr>
          <a:lstStyle/>
          <a:p>
            <a:pPr>
              <a:spcBef>
                <a:spcPts val="0"/>
              </a:spcBef>
              <a:spcAft>
                <a:spcPts val="400"/>
              </a:spcAft>
            </a:pPr>
            <a:r>
              <a:rPr sz="1400" b="0">
                <a:solidFill>
                  <a:srgbClr val="666666"/>
                </a:solidFill>
                <a:latin typeface="游ゴシック"/>
                <a:ea typeface="游ゴシック"/>
                <a:cs typeface="游ゴシック"/>
              </a:rPr>
              <a:t>2026年6月</a:t>
            </a:r>
          </a:p>
        </p:txBody>
      </p:sp>
      <p:sp>
        <p:nvSpPr>
          <p:cNvPr id="7" name="Rounded Rectangle 6"/>
          <p:cNvSpPr/>
          <p:nvPr/>
        </p:nvSpPr>
        <p:spPr>
          <a:xfrm>
            <a:off x="822960" y="5257800"/>
            <a:ext cx="3474720" cy="960120"/>
          </a:xfrm>
          <a:prstGeom prst="roundRect">
            <a:avLst/>
          </a:prstGeom>
          <a:solidFill>
            <a:srgbClr val="EBEFF2"/>
          </a:solidFill>
          <a:ln w="12700">
            <a:solidFill>
              <a:srgbClr val="005BAB"/>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73152"/>
          <a:lstStyle/>
          <a:p>
            <a:pPr algn="ctr"/>
            <a:r>
              <a:rPr sz="1400" b="1">
                <a:solidFill>
                  <a:srgbClr val="003F7E"/>
                </a:solidFill>
                <a:latin typeface="游ゴシック"/>
                <a:ea typeface="游ゴシック"/>
                <a:cs typeface="游ゴシック"/>
              </a:rPr>
              <a:t>① 事実の整理</a:t>
            </a:r>
          </a:p>
          <a:p>
            <a:pPr algn="ctr"/>
            <a:r>
              <a:rPr sz="900" b="0">
                <a:solidFill>
                  <a:srgbClr val="666666"/>
                </a:solidFill>
                <a:latin typeface="游ゴシック"/>
                <a:ea typeface="游ゴシック"/>
                <a:cs typeface="游ゴシック"/>
              </a:rPr>
              <a:t>発生事象・着色物質・工程別グリッド</a:t>
            </a:r>
          </a:p>
        </p:txBody>
      </p:sp>
      <p:sp>
        <p:nvSpPr>
          <p:cNvPr id="8" name="Rounded Rectangle 7"/>
          <p:cNvSpPr/>
          <p:nvPr/>
        </p:nvSpPr>
        <p:spPr>
          <a:xfrm>
            <a:off x="4572000" y="5257800"/>
            <a:ext cx="3474720" cy="960120"/>
          </a:xfrm>
          <a:prstGeom prst="roundRect">
            <a:avLst/>
          </a:prstGeom>
          <a:solidFill>
            <a:srgbClr val="EBEFF2"/>
          </a:solidFill>
          <a:ln w="12700">
            <a:solidFill>
              <a:srgbClr val="005BAB"/>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73152"/>
          <a:lstStyle/>
          <a:p>
            <a:pPr algn="ctr"/>
            <a:r>
              <a:rPr sz="1400" b="1">
                <a:solidFill>
                  <a:srgbClr val="003F7E"/>
                </a:solidFill>
                <a:latin typeface="游ゴシック"/>
                <a:ea typeface="游ゴシック"/>
                <a:cs typeface="游ゴシック"/>
              </a:rPr>
              <a:t>② 推定メカニズム</a:t>
            </a:r>
          </a:p>
          <a:p>
            <a:pPr algn="ctr"/>
            <a:r>
              <a:rPr sz="900" b="0">
                <a:solidFill>
                  <a:srgbClr val="666666"/>
                </a:solidFill>
                <a:latin typeface="游ゴシック"/>
                <a:ea typeface="游ゴシック"/>
                <a:cs typeface="游ゴシック"/>
              </a:rPr>
              <a:t>アルドール縮合→前駆体→タンク熟成→450nm</a:t>
            </a:r>
          </a:p>
        </p:txBody>
      </p:sp>
      <p:sp>
        <p:nvSpPr>
          <p:cNvPr id="9" name="Rounded Rectangle 8"/>
          <p:cNvSpPr/>
          <p:nvPr/>
        </p:nvSpPr>
        <p:spPr>
          <a:xfrm>
            <a:off x="8321040" y="5257800"/>
            <a:ext cx="3474720" cy="960120"/>
          </a:xfrm>
          <a:prstGeom prst="roundRect">
            <a:avLst/>
          </a:prstGeom>
          <a:solidFill>
            <a:srgbClr val="EBEFF2"/>
          </a:solidFill>
          <a:ln w="12700">
            <a:solidFill>
              <a:srgbClr val="005BAB"/>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73152"/>
          <a:lstStyle/>
          <a:p>
            <a:pPr algn="ctr"/>
            <a:r>
              <a:rPr sz="1400" b="1">
                <a:solidFill>
                  <a:srgbClr val="003F7E"/>
                </a:solidFill>
                <a:latin typeface="游ゴシック"/>
                <a:ea typeface="游ゴシック"/>
                <a:cs typeface="游ゴシック"/>
              </a:rPr>
              <a:t>③ 対応</a:t>
            </a:r>
          </a:p>
          <a:p>
            <a:pPr algn="ctr"/>
            <a:r>
              <a:rPr sz="900" b="0">
                <a:solidFill>
                  <a:srgbClr val="666666"/>
                </a:solidFill>
                <a:latin typeface="游ゴシック"/>
                <a:ea typeface="游ゴシック"/>
                <a:cs typeface="游ゴシック"/>
              </a:rPr>
              <a:t>触媒交換・運転条件・UV450判定</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400" b="1">
                <a:solidFill>
                  <a:srgbClr val="000000"/>
                </a:solidFill>
                <a:latin typeface="游ゴシック"/>
                <a:ea typeface="游ゴシック"/>
                <a:cs typeface="游ゴシック"/>
              </a:rPr>
              <a:t>概要</a:t>
            </a:r>
          </a:p>
        </p:txBody>
      </p:sp>
      <p:sp>
        <p:nvSpPr>
          <p:cNvPr id="3" name="Rounded Rectangle 2"/>
          <p:cNvSpPr/>
          <p:nvPr/>
        </p:nvSpPr>
        <p:spPr>
          <a:xfrm>
            <a:off x="548640" y="1417320"/>
            <a:ext cx="11064240" cy="1078992"/>
          </a:xfrm>
          <a:prstGeom prst="roundRect">
            <a:avLst/>
          </a:prstGeom>
          <a:solidFill>
            <a:srgbClr val="E8F1E5"/>
          </a:solidFill>
          <a:ln w="12700">
            <a:solidFill>
              <a:srgbClr val="C9D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20" y="1709928"/>
            <a:ext cx="1371600" cy="493776"/>
          </a:xfrm>
          <a:prstGeom prst="roundRect">
            <a:avLst/>
          </a:prstGeom>
          <a:solidFill>
            <a:srgbClr val="FFFFFF"/>
          </a:solidFill>
          <a:ln w="15875">
            <a:solidFill>
              <a:srgbClr val="005BAB"/>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73152"/>
          <a:lstStyle/>
          <a:p>
            <a:pPr algn="ctr"/>
            <a:r>
              <a:rPr sz="1400" b="1">
                <a:solidFill>
                  <a:srgbClr val="003F7E"/>
                </a:solidFill>
                <a:latin typeface="游ゴシック"/>
                <a:ea typeface="游ゴシック"/>
                <a:cs typeface="游ゴシック"/>
              </a:rPr>
              <a:t>事実</a:t>
            </a:r>
          </a:p>
        </p:txBody>
      </p:sp>
      <p:sp>
        <p:nvSpPr>
          <p:cNvPr id="5" name="TextBox 4"/>
          <p:cNvSpPr txBox="1"/>
          <p:nvPr/>
        </p:nvSpPr>
        <p:spPr>
          <a:xfrm>
            <a:off x="2331720" y="1527048"/>
            <a:ext cx="9144000" cy="868680"/>
          </a:xfrm>
          <a:prstGeom prst="rect">
            <a:avLst/>
          </a:prstGeom>
          <a:noFill/>
        </p:spPr>
        <p:txBody>
          <a:bodyPr wrap="square">
            <a:spAutoFit/>
          </a:bodyPr>
          <a:lstStyle/>
          <a:p>
            <a:pPr>
              <a:spcBef>
                <a:spcPts val="0"/>
              </a:spcBef>
              <a:spcAft>
                <a:spcPts val="400"/>
              </a:spcAft>
            </a:pPr>
            <a:r>
              <a:rPr sz="1300" b="0">
                <a:solidFill>
                  <a:srgbClr val="222222"/>
                </a:solidFill>
                <a:latin typeface="游ゴシック"/>
                <a:ea typeface="游ゴシック"/>
                <a:cs typeface="游ゴシック"/>
              </a:rPr>
              <a:t>出口（ストリーム品）は常に規格内。窒素封入タンクの保管で約6週間にAPHA&lt;5→25〜35へ上昇。大気接触（ドラム・SP）では進まず止まる。</a:t>
            </a:r>
          </a:p>
        </p:txBody>
      </p:sp>
      <p:sp>
        <p:nvSpPr>
          <p:cNvPr id="6" name="Rounded Rectangle 5"/>
          <p:cNvSpPr/>
          <p:nvPr/>
        </p:nvSpPr>
        <p:spPr>
          <a:xfrm>
            <a:off x="548640" y="2624328"/>
            <a:ext cx="11064240" cy="1078992"/>
          </a:xfrm>
          <a:prstGeom prst="roundRect">
            <a:avLst/>
          </a:prstGeom>
          <a:solidFill>
            <a:srgbClr val="E9F0F7"/>
          </a:solidFill>
          <a:ln w="12700">
            <a:solidFill>
              <a:srgbClr val="C9D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31520" y="2916936"/>
            <a:ext cx="1371600" cy="493776"/>
          </a:xfrm>
          <a:prstGeom prst="roundRect">
            <a:avLst/>
          </a:prstGeom>
          <a:solidFill>
            <a:srgbClr val="FFFFFF"/>
          </a:solidFill>
          <a:ln w="15875">
            <a:solidFill>
              <a:srgbClr val="005BAB"/>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73152"/>
          <a:lstStyle/>
          <a:p>
            <a:pPr algn="ctr"/>
            <a:r>
              <a:rPr sz="1400" b="1">
                <a:solidFill>
                  <a:srgbClr val="003F7E"/>
                </a:solidFill>
                <a:latin typeface="游ゴシック"/>
                <a:ea typeface="游ゴシック"/>
                <a:cs typeface="游ゴシック"/>
              </a:rPr>
              <a:t>仮説</a:t>
            </a:r>
          </a:p>
        </p:txBody>
      </p:sp>
      <p:sp>
        <p:nvSpPr>
          <p:cNvPr id="8" name="TextBox 7"/>
          <p:cNvSpPr txBox="1"/>
          <p:nvPr/>
        </p:nvSpPr>
        <p:spPr>
          <a:xfrm>
            <a:off x="2331720" y="2734056"/>
            <a:ext cx="9144000" cy="868680"/>
          </a:xfrm>
          <a:prstGeom prst="rect">
            <a:avLst/>
          </a:prstGeom>
          <a:noFill/>
        </p:spPr>
        <p:txBody>
          <a:bodyPr wrap="square">
            <a:spAutoFit/>
          </a:bodyPr>
          <a:lstStyle/>
          <a:p>
            <a:pPr>
              <a:spcBef>
                <a:spcPts val="0"/>
              </a:spcBef>
              <a:spcAft>
                <a:spcPts val="400"/>
              </a:spcAft>
            </a:pPr>
            <a:r>
              <a:rPr sz="1300" b="0">
                <a:solidFill>
                  <a:srgbClr val="222222"/>
                </a:solidFill>
                <a:latin typeface="游ゴシック"/>
                <a:ea typeface="游ゴシック"/>
                <a:cs typeface="游ゴシック"/>
              </a:rPr>
              <a:t>触媒劣化で増えたアルデヒドが縮合して前駆体になり、DEG留分を通って製品タンクで熟成・共役伸長し450nm（黄）に（最有力仮説・ベンチ未再現）。</a:t>
            </a:r>
          </a:p>
        </p:txBody>
      </p:sp>
      <p:sp>
        <p:nvSpPr>
          <p:cNvPr id="9" name="Rounded Rectangle 8"/>
          <p:cNvSpPr/>
          <p:nvPr/>
        </p:nvSpPr>
        <p:spPr>
          <a:xfrm>
            <a:off x="548640" y="3831336"/>
            <a:ext cx="11064240" cy="1078992"/>
          </a:xfrm>
          <a:prstGeom prst="roundRect">
            <a:avLst/>
          </a:prstGeom>
          <a:solidFill>
            <a:srgbClr val="EBEFF2"/>
          </a:solidFill>
          <a:ln w="12700">
            <a:solidFill>
              <a:srgbClr val="C9D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31520" y="4123944"/>
            <a:ext cx="1371600" cy="493776"/>
          </a:xfrm>
          <a:prstGeom prst="roundRect">
            <a:avLst/>
          </a:prstGeom>
          <a:solidFill>
            <a:srgbClr val="FFFFFF"/>
          </a:solidFill>
          <a:ln w="15875">
            <a:solidFill>
              <a:srgbClr val="005BAB"/>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73152"/>
          <a:lstStyle/>
          <a:p>
            <a:pPr algn="ctr"/>
            <a:r>
              <a:rPr sz="1400" b="1">
                <a:solidFill>
                  <a:srgbClr val="003F7E"/>
                </a:solidFill>
                <a:latin typeface="游ゴシック"/>
                <a:ea typeface="游ゴシック"/>
                <a:cs typeface="游ゴシック"/>
              </a:rPr>
              <a:t>対応</a:t>
            </a:r>
          </a:p>
        </p:txBody>
      </p:sp>
      <p:sp>
        <p:nvSpPr>
          <p:cNvPr id="11" name="TextBox 10"/>
          <p:cNvSpPr txBox="1"/>
          <p:nvPr/>
        </p:nvSpPr>
        <p:spPr>
          <a:xfrm>
            <a:off x="2331720" y="3941064"/>
            <a:ext cx="9144000" cy="868680"/>
          </a:xfrm>
          <a:prstGeom prst="rect">
            <a:avLst/>
          </a:prstGeom>
          <a:noFill/>
        </p:spPr>
        <p:txBody>
          <a:bodyPr wrap="square">
            <a:spAutoFit/>
          </a:bodyPr>
          <a:lstStyle/>
          <a:p>
            <a:pPr>
              <a:spcBef>
                <a:spcPts val="0"/>
              </a:spcBef>
              <a:spcAft>
                <a:spcPts val="400"/>
              </a:spcAft>
            </a:pPr>
            <a:r>
              <a:rPr sz="1300" b="0">
                <a:solidFill>
                  <a:srgbClr val="222222"/>
                </a:solidFill>
                <a:latin typeface="游ゴシック"/>
                <a:ea typeface="游ゴシック"/>
                <a:cs typeface="游ゴシック"/>
              </a:rPr>
              <a:t>触媒交換（実施済）・設備洗浄・運転条件（NaOH非投入／温度を下げない／リン酸で緩和）。早期判定はUV450nm。</a:t>
            </a:r>
          </a:p>
        </p:txBody>
      </p:sp>
      <p:sp>
        <p:nvSpPr>
          <p:cNvPr id="12" name="Rounded Rectangle 11"/>
          <p:cNvSpPr/>
          <p:nvPr/>
        </p:nvSpPr>
        <p:spPr>
          <a:xfrm>
            <a:off x="548640" y="5038344"/>
            <a:ext cx="11064240" cy="1078992"/>
          </a:xfrm>
          <a:prstGeom prst="roundRect">
            <a:avLst/>
          </a:prstGeom>
          <a:solidFill>
            <a:srgbClr val="DCE6EF"/>
          </a:solidFill>
          <a:ln w="12700">
            <a:solidFill>
              <a:srgbClr val="C9D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731520" y="5330952"/>
            <a:ext cx="1371600" cy="493776"/>
          </a:xfrm>
          <a:prstGeom prst="roundRect">
            <a:avLst/>
          </a:prstGeom>
          <a:solidFill>
            <a:srgbClr val="FFFFFF"/>
          </a:solidFill>
          <a:ln w="15875">
            <a:solidFill>
              <a:srgbClr val="005BAB"/>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73152"/>
          <a:lstStyle/>
          <a:p>
            <a:pPr algn="ctr"/>
            <a:r>
              <a:rPr sz="1400" b="1">
                <a:solidFill>
                  <a:srgbClr val="003F7E"/>
                </a:solidFill>
                <a:latin typeface="游ゴシック"/>
                <a:ea typeface="游ゴシック"/>
                <a:cs typeface="游ゴシック"/>
              </a:rPr>
              <a:t>進め方</a:t>
            </a:r>
          </a:p>
        </p:txBody>
      </p:sp>
      <p:sp>
        <p:nvSpPr>
          <p:cNvPr id="14" name="TextBox 13"/>
          <p:cNvSpPr txBox="1"/>
          <p:nvPr/>
        </p:nvSpPr>
        <p:spPr>
          <a:xfrm>
            <a:off x="2331720" y="5148072"/>
            <a:ext cx="9144000" cy="868680"/>
          </a:xfrm>
          <a:prstGeom prst="rect">
            <a:avLst/>
          </a:prstGeom>
          <a:noFill/>
        </p:spPr>
        <p:txBody>
          <a:bodyPr wrap="square">
            <a:spAutoFit/>
          </a:bodyPr>
          <a:lstStyle/>
          <a:p>
            <a:pPr>
              <a:spcBef>
                <a:spcPts val="0"/>
              </a:spcBef>
              <a:spcAft>
                <a:spcPts val="400"/>
              </a:spcAft>
            </a:pPr>
            <a:r>
              <a:rPr sz="1300" b="0">
                <a:solidFill>
                  <a:srgbClr val="222222"/>
                </a:solidFill>
                <a:latin typeface="游ゴシック"/>
                <a:ea typeface="游ゴシック"/>
                <a:cs typeface="游ゴシック"/>
              </a:rPr>
              <a:t>触媒交換・設備洗浄を終え、上記の運転条件と出口実測の歯止めのもとでプラントを立ち上げる。初期流動品の品質を確認しながら出荷を再開する。</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400" b="1">
                <a:solidFill>
                  <a:srgbClr val="000000"/>
                </a:solidFill>
                <a:latin typeface="游ゴシック"/>
                <a:ea typeface="游ゴシック"/>
                <a:cs typeface="游ゴシック"/>
              </a:rPr>
              <a:t>発生事象（事実）</a:t>
            </a:r>
          </a:p>
        </p:txBody>
      </p:sp>
      <p:sp>
        <p:nvSpPr>
          <p:cNvPr id="3" name="TextBox 2"/>
          <p:cNvSpPr txBox="1"/>
          <p:nvPr/>
        </p:nvSpPr>
        <p:spPr>
          <a:xfrm>
            <a:off x="502920" y="1371600"/>
            <a:ext cx="6126480" cy="4937760"/>
          </a:xfrm>
          <a:prstGeom prst="rect">
            <a:avLst/>
          </a:prstGeom>
          <a:noFill/>
        </p:spPr>
        <p:txBody>
          <a:bodyPr wrap="square">
            <a:spAutoFit/>
          </a:bodyPr>
          <a:lstStyle/>
          <a:p>
            <a:pPr>
              <a:spcBef>
                <a:spcPts val="0"/>
              </a:spcBef>
              <a:spcAft>
                <a:spcPts val="1400"/>
              </a:spcAft>
            </a:pPr>
            <a:r>
              <a:rPr sz="1500" b="0">
                <a:solidFill>
                  <a:srgbClr val="222222"/>
                </a:solidFill>
                <a:latin typeface="游ゴシック"/>
                <a:ea typeface="游ゴシック"/>
                <a:cs typeface="游ゴシック"/>
              </a:rPr>
              <a:t>・冬定修後の再稼働（3月）以降、製品DEGがタンク保管中に色相（APHA）を経時上昇。約1か月半で検査規格を超過（APHA&lt;5 → 25〜35）。</a:t>
            </a:r>
          </a:p>
          <a:p>
            <a:pPr>
              <a:spcBef>
                <a:spcPts val="0"/>
              </a:spcBef>
              <a:spcAft>
                <a:spcPts val="1400"/>
              </a:spcAft>
            </a:pPr>
            <a:r>
              <a:rPr sz="1500" b="0">
                <a:solidFill>
                  <a:srgbClr val="222222"/>
                </a:solidFill>
                <a:latin typeface="游ゴシック"/>
                <a:ea typeface="游ゴシック"/>
                <a:cs typeface="游ゴシック"/>
              </a:rPr>
              <a:t>・プラント出口（ストリーム品）は常に規格内（APHA&lt;5）。タンク（窒素封入）で保管中にのみ上昇する。</a:t>
            </a:r>
          </a:p>
          <a:p>
            <a:pPr>
              <a:spcBef>
                <a:spcPts val="0"/>
              </a:spcBef>
              <a:spcAft>
                <a:spcPts val="1400"/>
              </a:spcAft>
            </a:pPr>
            <a:r>
              <a:rPr sz="1500" b="0">
                <a:solidFill>
                  <a:srgbClr val="222222"/>
                </a:solidFill>
                <a:latin typeface="游ゴシック"/>
                <a:ea typeface="游ゴシック"/>
                <a:cs typeface="游ゴシック"/>
              </a:rPr>
              <a:t>・大気接触（ドラム充填・SP転送）では色相が進まず、悪化したものも大気に触れると進行が止まる。共配ライン残液も悪化していない。</a:t>
            </a:r>
          </a:p>
          <a:p>
            <a:pPr>
              <a:spcBef>
                <a:spcPts val="0"/>
              </a:spcBef>
              <a:spcAft>
                <a:spcPts val="1400"/>
              </a:spcAft>
            </a:pPr>
            <a:r>
              <a:rPr sz="1500" b="0">
                <a:solidFill>
                  <a:srgbClr val="222222"/>
                </a:solidFill>
                <a:latin typeface="游ゴシック"/>
                <a:ea typeface="游ゴシック"/>
                <a:cs typeface="游ゴシック"/>
              </a:rPr>
              <a:t>・色相・外観以外の品質規格（純度・MEG/TEG・水分・金属・蒸留性状）は実測で正常品の範囲内。pHのみ通常より僅かに高め（+0.1〜0.2程度）。</a:t>
            </a:r>
          </a:p>
        </p:txBody>
      </p:sp>
      <p:pic>
        <p:nvPicPr>
          <p:cNvPr id="4" name="Picture 3" descr="apha_trend.png"/>
          <p:cNvPicPr>
            <a:picLocks noChangeAspect="1"/>
          </p:cNvPicPr>
          <p:nvPr/>
        </p:nvPicPr>
        <p:blipFill>
          <a:blip r:embed="rId2"/>
          <a:stretch>
            <a:fillRect/>
          </a:stretch>
        </p:blipFill>
        <p:spPr>
          <a:xfrm>
            <a:off x="6858000" y="1828800"/>
            <a:ext cx="4937760" cy="2887297"/>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400" b="1">
                <a:solidFill>
                  <a:srgbClr val="000000"/>
                </a:solidFill>
                <a:latin typeface="游ゴシック"/>
                <a:ea typeface="游ゴシック"/>
                <a:cs typeface="游ゴシック"/>
              </a:rPr>
              <a:t>着色物質と着色現象</a:t>
            </a:r>
          </a:p>
        </p:txBody>
      </p:sp>
      <p:sp>
        <p:nvSpPr>
          <p:cNvPr id="3" name="Rounded Rectangle 2"/>
          <p:cNvSpPr/>
          <p:nvPr/>
        </p:nvSpPr>
        <p:spPr>
          <a:xfrm>
            <a:off x="502920" y="1280160"/>
            <a:ext cx="6035040" cy="2148840"/>
          </a:xfrm>
          <a:prstGeom prst="roundRect">
            <a:avLst/>
          </a:prstGeom>
          <a:solidFill>
            <a:srgbClr val="E8F1E5"/>
          </a:solidFill>
          <a:ln w="12700">
            <a:solidFill>
              <a:srgbClr val="C9D2D8"/>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tIns="54864"/>
          <a:lstStyle/>
          <a:p>
            <a:pPr algn="ctr">
              <a:spcBef>
                <a:spcPts val="0"/>
              </a:spcBef>
              <a:spcAft>
                <a:spcPts val="200"/>
              </a:spcAft>
            </a:pPr>
            <a:r>
              <a:rPr sz="1250" b="1">
                <a:solidFill>
                  <a:srgbClr val="003F7E"/>
                </a:solidFill>
                <a:latin typeface="游ゴシック"/>
                <a:ea typeface="游ゴシック"/>
                <a:cs typeface="游ゴシック"/>
              </a:rPr>
              <a:t>■ 確認した事実</a:t>
            </a:r>
          </a:p>
          <a:p>
            <a:pPr>
              <a:spcBef>
                <a:spcPts val="0"/>
              </a:spcBef>
              <a:spcAft>
                <a:spcPts val="200"/>
              </a:spcAft>
            </a:pPr>
            <a:r>
              <a:rPr sz="1100" b="0">
                <a:solidFill>
                  <a:srgbClr val="222222"/>
                </a:solidFill>
                <a:latin typeface="游ゴシック"/>
                <a:ea typeface="游ゴシック"/>
                <a:cs typeface="游ゴシック"/>
              </a:rPr>
              <a:t>・UVスペクトルで300nm付近と450nm付近に吸収。色相（APHA）上昇に伴い450nmが増大（450nmの補色＝黄、観測色と一致）。</a:t>
            </a:r>
          </a:p>
          <a:p>
            <a:pPr>
              <a:spcBef>
                <a:spcPts val="0"/>
              </a:spcBef>
              <a:spcAft>
                <a:spcPts val="200"/>
              </a:spcAft>
            </a:pPr>
            <a:r>
              <a:rPr sz="1100" b="0">
                <a:solidFill>
                  <a:srgbClr val="222222"/>
                </a:solidFill>
                <a:latin typeface="游ゴシック"/>
                <a:ea typeface="游ゴシック"/>
                <a:cs typeface="游ゴシック"/>
              </a:rPr>
              <a:t>・450nm吸光度とAPHAが相関。GPCで分子量200〜800の分布。GCの複数検体が457nmを捕捉。</a:t>
            </a:r>
          </a:p>
          <a:p>
            <a:pPr>
              <a:spcBef>
                <a:spcPts val="0"/>
              </a:spcBef>
              <a:spcAft>
                <a:spcPts val="200"/>
              </a:spcAft>
            </a:pPr>
            <a:r>
              <a:rPr sz="1100" b="0">
                <a:solidFill>
                  <a:srgbClr val="222222"/>
                </a:solidFill>
                <a:latin typeface="游ゴシック"/>
                <a:ea typeface="游ゴシック"/>
                <a:cs typeface="游ゴシック"/>
              </a:rPr>
              <a:t>・T-555残液は5/18時点（APHA30）以降、APHAが上昇していない。</a:t>
            </a:r>
          </a:p>
          <a:p>
            <a:pPr>
              <a:spcBef>
                <a:spcPts val="0"/>
              </a:spcBef>
              <a:spcAft>
                <a:spcPts val="200"/>
              </a:spcAft>
            </a:pPr>
            <a:r>
              <a:rPr sz="1100" b="0">
                <a:solidFill>
                  <a:srgbClr val="222222"/>
                </a:solidFill>
                <a:latin typeface="游ゴシック"/>
                <a:ea typeface="游ゴシック"/>
                <a:cs typeface="游ゴシック"/>
              </a:rPr>
              <a:t>・アルデヒド類（A-ALD・F-ALD・アクロレイン）も検出されるが、アクロレイン濃度とAPHAは相関しない。</a:t>
            </a:r>
          </a:p>
        </p:txBody>
      </p:sp>
      <p:sp>
        <p:nvSpPr>
          <p:cNvPr id="4" name="Rounded Rectangle 3"/>
          <p:cNvSpPr/>
          <p:nvPr/>
        </p:nvSpPr>
        <p:spPr>
          <a:xfrm>
            <a:off x="502920" y="3566160"/>
            <a:ext cx="6035040" cy="2743200"/>
          </a:xfrm>
          <a:prstGeom prst="roundRect">
            <a:avLst/>
          </a:prstGeom>
          <a:solidFill>
            <a:srgbClr val="E9F0F7"/>
          </a:solidFill>
          <a:ln w="12700">
            <a:solidFill>
              <a:srgbClr val="C9D2D8"/>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tIns="54864"/>
          <a:lstStyle/>
          <a:p>
            <a:pPr algn="ctr">
              <a:spcBef>
                <a:spcPts val="0"/>
              </a:spcBef>
              <a:spcAft>
                <a:spcPts val="200"/>
              </a:spcAft>
            </a:pPr>
            <a:r>
              <a:rPr sz="1250" b="1">
                <a:solidFill>
                  <a:srgbClr val="003F7E"/>
                </a:solidFill>
                <a:latin typeface="游ゴシック"/>
                <a:ea typeface="游ゴシック"/>
                <a:cs typeface="游ゴシック"/>
              </a:rPr>
              <a:t>■ ここから読める推定</a:t>
            </a:r>
          </a:p>
          <a:p>
            <a:pPr>
              <a:spcBef>
                <a:spcPts val="0"/>
              </a:spcBef>
              <a:spcAft>
                <a:spcPts val="200"/>
              </a:spcAft>
            </a:pPr>
            <a:r>
              <a:rPr sz="1100" b="0">
                <a:solidFill>
                  <a:srgbClr val="222222"/>
                </a:solidFill>
                <a:latin typeface="游ゴシック"/>
                <a:ea typeface="游ゴシック"/>
                <a:cs typeface="游ゴシック"/>
              </a:rPr>
              <a:t>・着色物質は共役ポリエン（CH=CHの連なり）を持つ化合物の混合物と推定。共役が伸びるほど吸収が長波長化し、十分に伸びると可視域450nm（黄）に達する。</a:t>
            </a:r>
          </a:p>
          <a:p>
            <a:pPr>
              <a:spcBef>
                <a:spcPts val="0"/>
              </a:spcBef>
              <a:spcAft>
                <a:spcPts val="200"/>
              </a:spcAft>
            </a:pPr>
            <a:r>
              <a:rPr sz="1100" b="0">
                <a:solidFill>
                  <a:srgbClr val="222222"/>
                </a:solidFill>
                <a:latin typeface="游ゴシック"/>
                <a:ea typeface="游ゴシック"/>
                <a:cs typeface="游ゴシック"/>
              </a:rPr>
              <a:t>・GPCの200〜800という幅は単一物質でなくオリゴマー混合物を示す（分子量は数百のオーダー、上限側はオリゴマー化で大きくなる）。</a:t>
            </a:r>
          </a:p>
          <a:p>
            <a:pPr>
              <a:spcBef>
                <a:spcPts val="0"/>
              </a:spcBef>
              <a:spcAft>
                <a:spcPts val="200"/>
              </a:spcAft>
            </a:pPr>
            <a:r>
              <a:rPr sz="1100" b="0">
                <a:solidFill>
                  <a:srgbClr val="222222"/>
                </a:solidFill>
                <a:latin typeface="游ゴシック"/>
                <a:ea typeface="游ゴシック"/>
                <a:cs typeface="游ゴシック"/>
              </a:rPr>
              <a:t>・存在量は絶対定量が未確立だがppbオーダーの微量（UV吸光度からの換算）。共役系の吸光係数が大きく、微量で色がつく。</a:t>
            </a:r>
          </a:p>
        </p:txBody>
      </p:sp>
      <p:pic>
        <p:nvPicPr>
          <p:cNvPr id="5" name="Picture 4" descr="uv_spectrum.png"/>
          <p:cNvPicPr>
            <a:picLocks noChangeAspect="1"/>
          </p:cNvPicPr>
          <p:nvPr/>
        </p:nvPicPr>
        <p:blipFill>
          <a:blip r:embed="rId2"/>
          <a:stretch>
            <a:fillRect/>
          </a:stretch>
        </p:blipFill>
        <p:spPr>
          <a:xfrm>
            <a:off x="6720840" y="1280160"/>
            <a:ext cx="5120640" cy="2939461"/>
          </a:xfrm>
          <a:prstGeom prst="rect">
            <a:avLst/>
          </a:prstGeom>
        </p:spPr>
      </p:pic>
      <p:pic>
        <p:nvPicPr>
          <p:cNvPr id="6" name="Picture 5" descr="polyenal_long.png"/>
          <p:cNvPicPr>
            <a:picLocks noChangeAspect="1"/>
          </p:cNvPicPr>
          <p:nvPr/>
        </p:nvPicPr>
        <p:blipFill>
          <a:blip r:embed="rId3"/>
          <a:stretch>
            <a:fillRect/>
          </a:stretch>
        </p:blipFill>
        <p:spPr>
          <a:xfrm>
            <a:off x="6949440" y="4297680"/>
            <a:ext cx="4663440" cy="2123045"/>
          </a:xfrm>
          <a:prstGeom prst="rect">
            <a:avLst/>
          </a:prstGeom>
        </p:spPr>
      </p:pic>
      <p:sp>
        <p:nvSpPr>
          <p:cNvPr id="7" name="TextBox 6"/>
          <p:cNvSpPr txBox="1"/>
          <p:nvPr/>
        </p:nvSpPr>
        <p:spPr>
          <a:xfrm>
            <a:off x="6766560" y="5897880"/>
            <a:ext cx="5120640" cy="640080"/>
          </a:xfrm>
          <a:prstGeom prst="rect">
            <a:avLst/>
          </a:prstGeom>
          <a:noFill/>
        </p:spPr>
        <p:txBody>
          <a:bodyPr wrap="square">
            <a:spAutoFit/>
          </a:bodyPr>
          <a:lstStyle/>
          <a:p>
            <a:pPr>
              <a:spcBef>
                <a:spcPts val="0"/>
              </a:spcBef>
              <a:spcAft>
                <a:spcPts val="400"/>
              </a:spcAft>
            </a:pPr>
            <a:r>
              <a:rPr sz="1050" b="1">
                <a:solidFill>
                  <a:srgbClr val="003F7E"/>
                </a:solidFill>
                <a:latin typeface="游ゴシック"/>
                <a:ea typeface="游ゴシック"/>
                <a:cs typeface="游ゴシック"/>
              </a:rPr>
              <a:t>着色物質＝共役ポリエナール CH3-(CH=CH)n-CHO（数〜10ppbで発色）</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400" b="1">
                <a:solidFill>
                  <a:srgbClr val="000000"/>
                </a:solidFill>
                <a:latin typeface="游ゴシック"/>
                <a:ea typeface="游ゴシック"/>
                <a:cs typeface="游ゴシック"/>
              </a:rPr>
              <a:t>推定メカニズム（現時点の最有力仮説・ベンチでは未再現）</a:t>
            </a:r>
          </a:p>
        </p:txBody>
      </p:sp>
      <p:sp>
        <p:nvSpPr>
          <p:cNvPr id="3" name="Rounded Rectangle 2"/>
          <p:cNvSpPr/>
          <p:nvPr/>
        </p:nvSpPr>
        <p:spPr>
          <a:xfrm>
            <a:off x="502920" y="2331720"/>
            <a:ext cx="2487168" cy="1600200"/>
          </a:xfrm>
          <a:prstGeom prst="roundRect">
            <a:avLst/>
          </a:prstGeom>
          <a:solidFill>
            <a:srgbClr val="EBEFF2"/>
          </a:solidFill>
          <a:ln w="15875">
            <a:solidFill>
              <a:srgbClr val="005BA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200" b="1">
                <a:solidFill>
                  <a:srgbClr val="003F7E"/>
                </a:solidFill>
                <a:latin typeface="游ゴシック"/>
                <a:ea typeface="游ゴシック"/>
                <a:cs typeface="游ゴシック"/>
              </a:rPr>
              <a:t>アセトアルデヒド</a:t>
            </a:r>
          </a:p>
          <a:p>
            <a:pPr algn="ctr"/>
            <a:r>
              <a:rPr sz="1200" b="0">
                <a:solidFill>
                  <a:srgbClr val="000000"/>
                </a:solidFill>
                <a:latin typeface="游ゴシック"/>
                <a:ea typeface="游ゴシック"/>
                <a:cs typeface="游ゴシック"/>
              </a:rPr>
              <a:t>CH3CHO</a:t>
            </a:r>
          </a:p>
          <a:p>
            <a:pPr algn="ctr"/>
            <a:r>
              <a:rPr sz="1000" b="0">
                <a:solidFill>
                  <a:srgbClr val="666666"/>
                </a:solidFill>
                <a:latin typeface="游ゴシック"/>
                <a:ea typeface="游ゴシック"/>
                <a:cs typeface="游ゴシック"/>
              </a:rPr>
              <a:t>（種）</a:t>
            </a:r>
          </a:p>
        </p:txBody>
      </p:sp>
      <p:sp>
        <p:nvSpPr>
          <p:cNvPr id="4" name="Rounded Rectangle 3"/>
          <p:cNvSpPr/>
          <p:nvPr/>
        </p:nvSpPr>
        <p:spPr>
          <a:xfrm>
            <a:off x="3377183" y="2331720"/>
            <a:ext cx="2487168" cy="1600200"/>
          </a:xfrm>
          <a:prstGeom prst="roundRect">
            <a:avLst/>
          </a:prstGeom>
          <a:solidFill>
            <a:srgbClr val="EBEFF2"/>
          </a:solidFill>
          <a:ln w="15875">
            <a:solidFill>
              <a:srgbClr val="005BA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200" b="1">
                <a:solidFill>
                  <a:srgbClr val="003F7E"/>
                </a:solidFill>
                <a:latin typeface="游ゴシック"/>
                <a:ea typeface="游ゴシック"/>
                <a:cs typeface="游ゴシック"/>
              </a:rPr>
              <a:t>クロトンアルデヒド</a:t>
            </a:r>
          </a:p>
          <a:p>
            <a:pPr algn="ctr"/>
            <a:r>
              <a:rPr sz="1200" b="0">
                <a:solidFill>
                  <a:srgbClr val="000000"/>
                </a:solidFill>
                <a:latin typeface="游ゴシック"/>
                <a:ea typeface="游ゴシック"/>
                <a:cs typeface="游ゴシック"/>
              </a:rPr>
              <a:t>CH3-CH=CH-CHO</a:t>
            </a:r>
          </a:p>
          <a:p>
            <a:pPr algn="ctr"/>
            <a:r>
              <a:rPr sz="1000" b="0">
                <a:solidFill>
                  <a:srgbClr val="666666"/>
                </a:solidFill>
                <a:latin typeface="游ゴシック"/>
                <a:ea typeface="游ゴシック"/>
                <a:cs typeface="游ゴシック"/>
              </a:rPr>
              <a:t>共役2</a:t>
            </a:r>
          </a:p>
        </p:txBody>
      </p:sp>
      <p:sp>
        <p:nvSpPr>
          <p:cNvPr id="5" name="Rounded Rectangle 4"/>
          <p:cNvSpPr/>
          <p:nvPr/>
        </p:nvSpPr>
        <p:spPr>
          <a:xfrm>
            <a:off x="6251447" y="2331720"/>
            <a:ext cx="2487168" cy="1600200"/>
          </a:xfrm>
          <a:prstGeom prst="roundRect">
            <a:avLst/>
          </a:prstGeom>
          <a:solidFill>
            <a:srgbClr val="EBEFF2"/>
          </a:solidFill>
          <a:ln w="15875">
            <a:solidFill>
              <a:srgbClr val="005BA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200" b="1">
                <a:solidFill>
                  <a:srgbClr val="003F7E"/>
                </a:solidFill>
                <a:latin typeface="游ゴシック"/>
                <a:ea typeface="游ゴシック"/>
                <a:cs typeface="游ゴシック"/>
              </a:rPr>
              <a:t>短い前駆体</a:t>
            </a:r>
          </a:p>
          <a:p>
            <a:pPr algn="ctr"/>
            <a:r>
              <a:rPr sz="1200" b="0">
                <a:solidFill>
                  <a:srgbClr val="000000"/>
                </a:solidFill>
                <a:latin typeface="游ゴシック"/>
                <a:ea typeface="游ゴシック"/>
                <a:cs typeface="游ゴシック"/>
              </a:rPr>
              <a:t>CH3-(CH=CH)3-CHO</a:t>
            </a:r>
          </a:p>
          <a:p>
            <a:pPr algn="ctr"/>
            <a:r>
              <a:rPr sz="1000" b="0">
                <a:solidFill>
                  <a:srgbClr val="666666"/>
                </a:solidFill>
                <a:latin typeface="游ゴシック"/>
                <a:ea typeface="游ゴシック"/>
                <a:cs typeface="游ゴシック"/>
              </a:rPr>
              <a:t>共役4・UV330nm</a:t>
            </a:r>
          </a:p>
        </p:txBody>
      </p:sp>
      <p:sp>
        <p:nvSpPr>
          <p:cNvPr id="6" name="Rounded Rectangle 5"/>
          <p:cNvSpPr/>
          <p:nvPr/>
        </p:nvSpPr>
        <p:spPr>
          <a:xfrm>
            <a:off x="9125711" y="2331720"/>
            <a:ext cx="2487168" cy="1600200"/>
          </a:xfrm>
          <a:prstGeom prst="roundRect">
            <a:avLst/>
          </a:prstGeom>
          <a:solidFill>
            <a:srgbClr val="FFF6E0"/>
          </a:solidFill>
          <a:ln w="15875">
            <a:solidFill>
              <a:srgbClr val="C07A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200" b="1">
                <a:solidFill>
                  <a:srgbClr val="C07A00"/>
                </a:solidFill>
                <a:latin typeface="游ゴシック"/>
                <a:ea typeface="游ゴシック"/>
                <a:cs typeface="游ゴシック"/>
              </a:rPr>
              <a:t>ポリエナール</a:t>
            </a:r>
          </a:p>
          <a:p>
            <a:pPr algn="ctr"/>
            <a:r>
              <a:rPr sz="1200" b="0">
                <a:solidFill>
                  <a:srgbClr val="000000"/>
                </a:solidFill>
                <a:latin typeface="游ゴシック"/>
                <a:ea typeface="游ゴシック"/>
                <a:cs typeface="游ゴシック"/>
              </a:rPr>
              <a:t>CH3-(CH=CH)n-CHO</a:t>
            </a:r>
          </a:p>
          <a:p>
            <a:pPr algn="ctr"/>
            <a:r>
              <a:rPr sz="1050" b="1">
                <a:solidFill>
                  <a:srgbClr val="C07A00"/>
                </a:solidFill>
                <a:latin typeface="游ゴシック"/>
                <a:ea typeface="游ゴシック"/>
                <a:cs typeface="游ゴシック"/>
              </a:rPr>
              <a:t>450nm・黄</a:t>
            </a:r>
          </a:p>
        </p:txBody>
      </p:sp>
      <p:sp>
        <p:nvSpPr>
          <p:cNvPr id="7" name="Right Arrow 6"/>
          <p:cNvSpPr/>
          <p:nvPr/>
        </p:nvSpPr>
        <p:spPr>
          <a:xfrm>
            <a:off x="3026664" y="2985515"/>
            <a:ext cx="313943" cy="292608"/>
          </a:xfrm>
          <a:prstGeom prst="rightArrow">
            <a:avLst/>
          </a:prstGeom>
          <a:solidFill>
            <a:srgbClr val="005B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61488" y="1874519"/>
            <a:ext cx="844295" cy="411480"/>
          </a:xfrm>
          <a:prstGeom prst="rect">
            <a:avLst/>
          </a:prstGeom>
          <a:noFill/>
        </p:spPr>
        <p:txBody>
          <a:bodyPr wrap="square">
            <a:spAutoFit/>
          </a:bodyPr>
          <a:lstStyle/>
          <a:p>
            <a:pPr algn="ctr">
              <a:spcBef>
                <a:spcPts val="0"/>
              </a:spcBef>
              <a:spcAft>
                <a:spcPts val="400"/>
              </a:spcAft>
            </a:pPr>
            <a:r>
              <a:rPr sz="950" b="0">
                <a:solidFill>
                  <a:srgbClr val="003F7E"/>
                </a:solidFill>
                <a:latin typeface="游ゴシック"/>
                <a:ea typeface="游ゴシック"/>
                <a:cs typeface="游ゴシック"/>
              </a:rPr>
              <a:t>アルドール縮合＋脱水(−H2O)</a:t>
            </a:r>
          </a:p>
        </p:txBody>
      </p:sp>
      <p:sp>
        <p:nvSpPr>
          <p:cNvPr id="9" name="Right Arrow 8"/>
          <p:cNvSpPr/>
          <p:nvPr/>
        </p:nvSpPr>
        <p:spPr>
          <a:xfrm>
            <a:off x="5900927" y="2985515"/>
            <a:ext cx="313943" cy="292608"/>
          </a:xfrm>
          <a:prstGeom prst="rightArrow">
            <a:avLst/>
          </a:prstGeom>
          <a:solidFill>
            <a:srgbClr val="005B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35751" y="1874519"/>
            <a:ext cx="844295" cy="411480"/>
          </a:xfrm>
          <a:prstGeom prst="rect">
            <a:avLst/>
          </a:prstGeom>
          <a:noFill/>
        </p:spPr>
        <p:txBody>
          <a:bodyPr wrap="square">
            <a:spAutoFit/>
          </a:bodyPr>
          <a:lstStyle/>
          <a:p>
            <a:pPr algn="ctr">
              <a:spcBef>
                <a:spcPts val="0"/>
              </a:spcBef>
              <a:spcAft>
                <a:spcPts val="400"/>
              </a:spcAft>
            </a:pPr>
            <a:r>
              <a:rPr sz="950" b="0">
                <a:solidFill>
                  <a:srgbClr val="003F7E"/>
                </a:solidFill>
                <a:latin typeface="游ゴシック"/>
                <a:ea typeface="游ゴシック"/>
                <a:cs typeface="游ゴシック"/>
              </a:rPr>
              <a:t>逐次縮合</a:t>
            </a:r>
          </a:p>
        </p:txBody>
      </p:sp>
      <p:sp>
        <p:nvSpPr>
          <p:cNvPr id="11" name="Right Arrow 10"/>
          <p:cNvSpPr/>
          <p:nvPr/>
        </p:nvSpPr>
        <p:spPr>
          <a:xfrm>
            <a:off x="8775191" y="2985515"/>
            <a:ext cx="313943" cy="292608"/>
          </a:xfrm>
          <a:prstGeom prst="rightArrow">
            <a:avLst/>
          </a:prstGeom>
          <a:solidFill>
            <a:srgbClr val="005B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10015" y="1874519"/>
            <a:ext cx="844295" cy="411480"/>
          </a:xfrm>
          <a:prstGeom prst="rect">
            <a:avLst/>
          </a:prstGeom>
          <a:noFill/>
        </p:spPr>
        <p:txBody>
          <a:bodyPr wrap="square">
            <a:spAutoFit/>
          </a:bodyPr>
          <a:lstStyle/>
          <a:p>
            <a:pPr algn="ctr">
              <a:spcBef>
                <a:spcPts val="0"/>
              </a:spcBef>
              <a:spcAft>
                <a:spcPts val="400"/>
              </a:spcAft>
            </a:pPr>
            <a:r>
              <a:rPr sz="950" b="0">
                <a:solidFill>
                  <a:srgbClr val="003F7E"/>
                </a:solidFill>
                <a:latin typeface="游ゴシック"/>
                <a:ea typeface="游ゴシック"/>
                <a:cs typeface="游ゴシック"/>
              </a:rPr>
              <a:t>タンクで熟成</a:t>
            </a:r>
          </a:p>
        </p:txBody>
      </p:sp>
      <p:sp>
        <p:nvSpPr>
          <p:cNvPr id="13" name="TextBox 12"/>
          <p:cNvSpPr txBox="1"/>
          <p:nvPr/>
        </p:nvSpPr>
        <p:spPr>
          <a:xfrm>
            <a:off x="502920" y="4160520"/>
            <a:ext cx="11109960" cy="457200"/>
          </a:xfrm>
          <a:prstGeom prst="rect">
            <a:avLst/>
          </a:prstGeom>
          <a:noFill/>
        </p:spPr>
        <p:txBody>
          <a:bodyPr wrap="square">
            <a:spAutoFit/>
          </a:bodyPr>
          <a:lstStyle/>
          <a:p>
            <a:pPr algn="ctr">
              <a:spcBef>
                <a:spcPts val="0"/>
              </a:spcBef>
              <a:spcAft>
                <a:spcPts val="400"/>
              </a:spcAft>
            </a:pPr>
            <a:r>
              <a:rPr sz="1150" b="1">
                <a:solidFill>
                  <a:srgbClr val="000000"/>
                </a:solidFill>
                <a:latin typeface="游ゴシック"/>
                <a:ea typeface="游ゴシック"/>
                <a:cs typeface="游ゴシック"/>
              </a:rPr>
              <a:t>一般式 CH3-(CH=CH)n-CHO ：共役（CH=CH）が伸びるほど吸収が長波長化し、十分伸びると450nm（黄）。微量（ppbオーダー）で発色。</a:t>
            </a:r>
          </a:p>
        </p:txBody>
      </p:sp>
      <p:sp>
        <p:nvSpPr>
          <p:cNvPr id="14" name="TextBox 13"/>
          <p:cNvSpPr txBox="1"/>
          <p:nvPr/>
        </p:nvSpPr>
        <p:spPr>
          <a:xfrm>
            <a:off x="502920" y="4800600"/>
            <a:ext cx="11109960" cy="914400"/>
          </a:xfrm>
          <a:prstGeom prst="rect">
            <a:avLst/>
          </a:prstGeom>
          <a:noFill/>
        </p:spPr>
        <p:txBody>
          <a:bodyPr wrap="square">
            <a:spAutoFit/>
          </a:bodyPr>
          <a:lstStyle/>
          <a:p>
            <a:pPr>
              <a:spcBef>
                <a:spcPts val="0"/>
              </a:spcBef>
              <a:spcAft>
                <a:spcPts val="300"/>
              </a:spcAft>
            </a:pPr>
            <a:r>
              <a:rPr sz="1300" b="1">
                <a:solidFill>
                  <a:srgbClr val="000000"/>
                </a:solidFill>
                <a:latin typeface="游ゴシック"/>
                <a:ea typeface="游ゴシック"/>
                <a:cs typeface="游ゴシック"/>
              </a:rPr>
              <a:t>一筋： 触媒劣化で増えたアルデヒドが、アルドール縮合で高沸点の前駆体になってDEG留分へ移り、窒素タンクの長期保管で前駆体どうしが縮合・脱水して共役が伸び、ppbオーダーで450nm＝黄色に着色する。前駆体を使い切るとAPHA30程度で頭打ちになる。</a:t>
            </a:r>
          </a:p>
        </p:txBody>
      </p:sp>
      <p:sp>
        <p:nvSpPr>
          <p:cNvPr id="15" name="TextBox 14"/>
          <p:cNvSpPr txBox="1"/>
          <p:nvPr/>
        </p:nvSpPr>
        <p:spPr>
          <a:xfrm>
            <a:off x="502920" y="5943600"/>
            <a:ext cx="11109960" cy="640080"/>
          </a:xfrm>
          <a:prstGeom prst="rect">
            <a:avLst/>
          </a:prstGeom>
          <a:noFill/>
        </p:spPr>
        <p:txBody>
          <a:bodyPr wrap="square">
            <a:spAutoFit/>
          </a:bodyPr>
          <a:lstStyle/>
          <a:p>
            <a:pPr>
              <a:spcBef>
                <a:spcPts val="0"/>
              </a:spcBef>
              <a:spcAft>
                <a:spcPts val="400"/>
              </a:spcAft>
            </a:pPr>
            <a:r>
              <a:rPr sz="1100" b="0">
                <a:solidFill>
                  <a:srgbClr val="666666"/>
                </a:solidFill>
                <a:latin typeface="游ゴシック"/>
                <a:ea typeface="游ゴシック"/>
                <a:cs typeface="游ゴシック"/>
              </a:rPr>
              <a:t>※ 本メカニズムは現時点の最有力仮説で、RDベンチでは再現に至っていない（タンク長期保管・pH・前駆体濃度の同時再現が未達）。方向性（共役が伸びて黄色になる／酸素で抑制される）は観測と整合する。</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400" b="1">
                <a:solidFill>
                  <a:srgbClr val="000000"/>
                </a:solidFill>
                <a:latin typeface="游ゴシック"/>
                <a:ea typeface="游ゴシック"/>
                <a:cs typeface="游ゴシック"/>
              </a:rPr>
              <a:t>縮合は脱水塔以降で起こる（工程フロー）</a:t>
            </a:r>
          </a:p>
        </p:txBody>
      </p:sp>
      <p:sp>
        <p:nvSpPr>
          <p:cNvPr id="3" name="Rounded Rectangle 2"/>
          <p:cNvSpPr/>
          <p:nvPr/>
        </p:nvSpPr>
        <p:spPr>
          <a:xfrm>
            <a:off x="457200" y="2194560"/>
            <a:ext cx="1371600" cy="1737360"/>
          </a:xfrm>
          <a:prstGeom prst="roundRect">
            <a:avLst/>
          </a:prstGeom>
          <a:solidFill>
            <a:srgbClr val="EBEFF2"/>
          </a:solidFill>
          <a:ln w="13970">
            <a:solidFill>
              <a:srgbClr val="005BA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100" b="1">
                <a:solidFill>
                  <a:srgbClr val="003F7E"/>
                </a:solidFill>
                <a:latin typeface="游ゴシック"/>
                <a:ea typeface="游ゴシック"/>
                <a:cs typeface="游ゴシック"/>
              </a:rPr>
              <a:t>EO反応系</a:t>
            </a:r>
          </a:p>
          <a:p>
            <a:pPr algn="ctr"/>
            <a:r>
              <a:rPr sz="950" b="0">
                <a:solidFill>
                  <a:srgbClr val="000000"/>
                </a:solidFill>
                <a:latin typeface="游ゴシック"/>
                <a:ea typeface="游ゴシック"/>
                <a:cs typeface="游ゴシック"/>
              </a:rPr>
              <a:t>①アルデヒド増加</a:t>
            </a:r>
          </a:p>
        </p:txBody>
      </p:sp>
      <p:sp>
        <p:nvSpPr>
          <p:cNvPr id="4" name="Rounded Rectangle 3"/>
          <p:cNvSpPr/>
          <p:nvPr/>
        </p:nvSpPr>
        <p:spPr>
          <a:xfrm>
            <a:off x="2110740" y="2194560"/>
            <a:ext cx="1371600" cy="1737360"/>
          </a:xfrm>
          <a:prstGeom prst="roundRect">
            <a:avLst/>
          </a:prstGeom>
          <a:solidFill>
            <a:srgbClr val="EBEFF2"/>
          </a:solidFill>
          <a:ln w="13970">
            <a:solidFill>
              <a:srgbClr val="005BA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100" b="1">
                <a:solidFill>
                  <a:srgbClr val="003F7E"/>
                </a:solidFill>
                <a:latin typeface="游ゴシック"/>
                <a:ea typeface="游ゴシック"/>
                <a:cs typeface="游ゴシック"/>
              </a:rPr>
              <a:t>EG反応系</a:t>
            </a:r>
          </a:p>
          <a:p>
            <a:pPr algn="ctr"/>
            <a:r>
              <a:rPr sz="950" b="0">
                <a:solidFill>
                  <a:srgbClr val="000000"/>
                </a:solidFill>
                <a:latin typeface="游ゴシック"/>
                <a:ea typeface="游ゴシック"/>
                <a:cs typeface="游ゴシック"/>
              </a:rPr>
              <a:t>グリコールと共存</a:t>
            </a:r>
          </a:p>
        </p:txBody>
      </p:sp>
      <p:sp>
        <p:nvSpPr>
          <p:cNvPr id="5" name="Rounded Rectangle 4"/>
          <p:cNvSpPr/>
          <p:nvPr/>
        </p:nvSpPr>
        <p:spPr>
          <a:xfrm>
            <a:off x="3764280" y="2194560"/>
            <a:ext cx="1371600" cy="1737360"/>
          </a:xfrm>
          <a:prstGeom prst="roundRect">
            <a:avLst/>
          </a:prstGeom>
          <a:solidFill>
            <a:srgbClr val="EBEFF2"/>
          </a:solidFill>
          <a:ln w="13970">
            <a:solidFill>
              <a:srgbClr val="005BA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100" b="1">
                <a:solidFill>
                  <a:srgbClr val="003F7E"/>
                </a:solidFill>
                <a:latin typeface="游ゴシック"/>
                <a:ea typeface="游ゴシック"/>
                <a:cs typeface="游ゴシック"/>
              </a:rPr>
              <a:t>EG濃縮系</a:t>
            </a:r>
          </a:p>
          <a:p>
            <a:pPr algn="ctr"/>
            <a:r>
              <a:rPr sz="950" b="0">
                <a:solidFill>
                  <a:srgbClr val="000000"/>
                </a:solidFill>
                <a:latin typeface="游ゴシック"/>
                <a:ea typeface="游ゴシック"/>
                <a:cs typeface="游ゴシック"/>
              </a:rPr>
              <a:t>大半パージ</a:t>
            </a:r>
          </a:p>
        </p:txBody>
      </p:sp>
      <p:sp>
        <p:nvSpPr>
          <p:cNvPr id="6" name="Rounded Rectangle 5"/>
          <p:cNvSpPr/>
          <p:nvPr/>
        </p:nvSpPr>
        <p:spPr>
          <a:xfrm>
            <a:off x="5417820" y="2194560"/>
            <a:ext cx="1371600" cy="1737360"/>
          </a:xfrm>
          <a:prstGeom prst="roundRect">
            <a:avLst/>
          </a:prstGeom>
          <a:solidFill>
            <a:srgbClr val="EBEFF2"/>
          </a:solidFill>
          <a:ln w="13970">
            <a:solidFill>
              <a:srgbClr val="005BA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100" b="1">
                <a:solidFill>
                  <a:srgbClr val="003F7E"/>
                </a:solidFill>
                <a:latin typeface="游ゴシック"/>
                <a:ea typeface="游ゴシック"/>
                <a:cs typeface="游ゴシック"/>
              </a:rPr>
              <a:t>EG脱水系</a:t>
            </a:r>
          </a:p>
          <a:p>
            <a:pPr algn="ctr"/>
            <a:r>
              <a:rPr sz="950" b="0">
                <a:solidFill>
                  <a:srgbClr val="000000"/>
                </a:solidFill>
                <a:latin typeface="游ゴシック"/>
                <a:ea typeface="游ゴシック"/>
                <a:cs typeface="游ゴシック"/>
              </a:rPr>
              <a:t>縮合が進む</a:t>
            </a:r>
          </a:p>
        </p:txBody>
      </p:sp>
      <p:sp>
        <p:nvSpPr>
          <p:cNvPr id="7" name="Rounded Rectangle 6"/>
          <p:cNvSpPr/>
          <p:nvPr/>
        </p:nvSpPr>
        <p:spPr>
          <a:xfrm>
            <a:off x="7071360" y="2194560"/>
            <a:ext cx="1371600" cy="1737360"/>
          </a:xfrm>
          <a:prstGeom prst="roundRect">
            <a:avLst/>
          </a:prstGeom>
          <a:solidFill>
            <a:srgbClr val="EBEFF2"/>
          </a:solidFill>
          <a:ln w="13970">
            <a:solidFill>
              <a:srgbClr val="005BA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100" b="1">
                <a:solidFill>
                  <a:srgbClr val="003F7E"/>
                </a:solidFill>
                <a:latin typeface="游ゴシック"/>
                <a:ea typeface="游ゴシック"/>
                <a:cs typeface="游ゴシック"/>
              </a:rPr>
              <a:t>MEG精製系</a:t>
            </a:r>
          </a:p>
          <a:p>
            <a:pPr algn="ctr"/>
            <a:r>
              <a:rPr sz="950" b="0">
                <a:solidFill>
                  <a:srgbClr val="000000"/>
                </a:solidFill>
                <a:latin typeface="游ゴシック"/>
                <a:ea typeface="游ゴシック"/>
                <a:cs typeface="游ゴシック"/>
              </a:rPr>
              <a:t>通過点</a:t>
            </a:r>
          </a:p>
        </p:txBody>
      </p:sp>
      <p:sp>
        <p:nvSpPr>
          <p:cNvPr id="8" name="Rounded Rectangle 7"/>
          <p:cNvSpPr/>
          <p:nvPr/>
        </p:nvSpPr>
        <p:spPr>
          <a:xfrm>
            <a:off x="8724900" y="2194560"/>
            <a:ext cx="1371600" cy="1737360"/>
          </a:xfrm>
          <a:prstGeom prst="roundRect">
            <a:avLst/>
          </a:prstGeom>
          <a:solidFill>
            <a:srgbClr val="EBEFF2"/>
          </a:solidFill>
          <a:ln w="13970">
            <a:solidFill>
              <a:srgbClr val="005BA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100" b="1">
                <a:solidFill>
                  <a:srgbClr val="003F7E"/>
                </a:solidFill>
                <a:latin typeface="游ゴシック"/>
                <a:ea typeface="游ゴシック"/>
                <a:cs typeface="游ゴシック"/>
              </a:rPr>
              <a:t>DEG精製系</a:t>
            </a:r>
          </a:p>
          <a:p>
            <a:pPr algn="ctr"/>
            <a:r>
              <a:rPr sz="950" b="0">
                <a:solidFill>
                  <a:srgbClr val="000000"/>
                </a:solidFill>
                <a:latin typeface="游ゴシック"/>
                <a:ea typeface="游ゴシック"/>
                <a:cs typeface="游ゴシック"/>
              </a:rPr>
              <a:t>②前駆体生成</a:t>
            </a:r>
          </a:p>
          <a:p>
            <a:pPr algn="ctr"/>
            <a:r>
              <a:rPr sz="950" b="0">
                <a:solidFill>
                  <a:srgbClr val="000000"/>
                </a:solidFill>
                <a:latin typeface="游ゴシック"/>
                <a:ea typeface="游ゴシック"/>
                <a:cs typeface="游ゴシック"/>
              </a:rPr>
              <a:t>330nm</a:t>
            </a:r>
          </a:p>
        </p:txBody>
      </p:sp>
      <p:sp>
        <p:nvSpPr>
          <p:cNvPr id="9" name="Rounded Rectangle 8"/>
          <p:cNvSpPr/>
          <p:nvPr/>
        </p:nvSpPr>
        <p:spPr>
          <a:xfrm>
            <a:off x="10378440" y="2194560"/>
            <a:ext cx="1371600" cy="1737360"/>
          </a:xfrm>
          <a:prstGeom prst="roundRect">
            <a:avLst/>
          </a:prstGeom>
          <a:solidFill>
            <a:srgbClr val="FFF6E0"/>
          </a:solidFill>
          <a:ln w="13970">
            <a:solidFill>
              <a:srgbClr val="C07A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100" b="1">
                <a:solidFill>
                  <a:srgbClr val="C07A00"/>
                </a:solidFill>
                <a:latin typeface="游ゴシック"/>
                <a:ea typeface="游ゴシック"/>
                <a:cs typeface="游ゴシック"/>
              </a:rPr>
              <a:t>製品タンク</a:t>
            </a:r>
          </a:p>
          <a:p>
            <a:pPr algn="ctr"/>
            <a:r>
              <a:rPr sz="950" b="0">
                <a:solidFill>
                  <a:srgbClr val="000000"/>
                </a:solidFill>
                <a:latin typeface="游ゴシック"/>
                <a:ea typeface="游ゴシック"/>
                <a:cs typeface="游ゴシック"/>
              </a:rPr>
              <a:t>③熟成→450nm</a:t>
            </a:r>
          </a:p>
        </p:txBody>
      </p:sp>
      <p:sp>
        <p:nvSpPr>
          <p:cNvPr id="10" name="Right Arrow 9"/>
          <p:cNvSpPr/>
          <p:nvPr/>
        </p:nvSpPr>
        <p:spPr>
          <a:xfrm>
            <a:off x="1847088" y="2944368"/>
            <a:ext cx="245363" cy="237744"/>
          </a:xfrm>
          <a:prstGeom prst="rightArrow">
            <a:avLst/>
          </a:prstGeom>
          <a:solidFill>
            <a:srgbClr val="005B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ight Arrow 10"/>
          <p:cNvSpPr/>
          <p:nvPr/>
        </p:nvSpPr>
        <p:spPr>
          <a:xfrm>
            <a:off x="3500628" y="2944368"/>
            <a:ext cx="245363" cy="237744"/>
          </a:xfrm>
          <a:prstGeom prst="rightArrow">
            <a:avLst/>
          </a:prstGeom>
          <a:solidFill>
            <a:srgbClr val="005B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ight Arrow 11"/>
          <p:cNvSpPr/>
          <p:nvPr/>
        </p:nvSpPr>
        <p:spPr>
          <a:xfrm>
            <a:off x="5154168" y="2944368"/>
            <a:ext cx="245363" cy="237744"/>
          </a:xfrm>
          <a:prstGeom prst="rightArrow">
            <a:avLst/>
          </a:prstGeom>
          <a:solidFill>
            <a:srgbClr val="005B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ight Arrow 12"/>
          <p:cNvSpPr/>
          <p:nvPr/>
        </p:nvSpPr>
        <p:spPr>
          <a:xfrm>
            <a:off x="6807708" y="2944368"/>
            <a:ext cx="245363" cy="237744"/>
          </a:xfrm>
          <a:prstGeom prst="rightArrow">
            <a:avLst/>
          </a:prstGeom>
          <a:solidFill>
            <a:srgbClr val="005B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ight Arrow 13"/>
          <p:cNvSpPr/>
          <p:nvPr/>
        </p:nvSpPr>
        <p:spPr>
          <a:xfrm>
            <a:off x="8461248" y="2944368"/>
            <a:ext cx="245363" cy="237744"/>
          </a:xfrm>
          <a:prstGeom prst="rightArrow">
            <a:avLst/>
          </a:prstGeom>
          <a:solidFill>
            <a:srgbClr val="005B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ight Arrow 14"/>
          <p:cNvSpPr/>
          <p:nvPr/>
        </p:nvSpPr>
        <p:spPr>
          <a:xfrm>
            <a:off x="10114788" y="2944368"/>
            <a:ext cx="245363" cy="237744"/>
          </a:xfrm>
          <a:prstGeom prst="rightArrow">
            <a:avLst/>
          </a:prstGeom>
          <a:solidFill>
            <a:srgbClr val="005B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457200" y="4251960"/>
            <a:ext cx="11292840" cy="731520"/>
          </a:xfrm>
          <a:prstGeom prst="roundRect">
            <a:avLst/>
          </a:prstGeom>
          <a:solidFill>
            <a:srgbClr val="F5F5F5"/>
          </a:solidFill>
          <a:ln w="12700">
            <a:solidFill>
              <a:srgbClr val="C9D2D8"/>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73152"/>
          <a:lstStyle/>
          <a:p>
            <a:pPr algn="ctr"/>
            <a:r>
              <a:rPr sz="1150" b="1">
                <a:solidFill>
                  <a:srgbClr val="000000"/>
                </a:solidFill>
                <a:latin typeface="游ゴシック"/>
                <a:ea typeface="游ゴシック"/>
                <a:cs typeface="游ゴシック"/>
              </a:rPr>
              <a:t>酸素があると前駆体が有機酸へ酸化され縮合が進みにくい：窒素タンクで進み、大気接触（ドラム・SP）で止まる。</a:t>
            </a:r>
          </a:p>
        </p:txBody>
      </p:sp>
      <p:sp>
        <p:nvSpPr>
          <p:cNvPr id="17" name="TextBox 16"/>
          <p:cNvSpPr txBox="1"/>
          <p:nvPr/>
        </p:nvSpPr>
        <p:spPr>
          <a:xfrm>
            <a:off x="502920" y="5120640"/>
            <a:ext cx="11109960" cy="1097280"/>
          </a:xfrm>
          <a:prstGeom prst="rect">
            <a:avLst/>
          </a:prstGeom>
          <a:noFill/>
        </p:spPr>
        <p:txBody>
          <a:bodyPr wrap="square">
            <a:spAutoFit/>
          </a:bodyPr>
          <a:lstStyle/>
          <a:p>
            <a:pPr>
              <a:spcBef>
                <a:spcPts val="0"/>
              </a:spcBef>
              <a:spcAft>
                <a:spcPts val="400"/>
              </a:spcAft>
            </a:pPr>
            <a:r>
              <a:rPr sz="1100" b="0">
                <a:solidFill>
                  <a:srgbClr val="666666"/>
                </a:solidFill>
                <a:latin typeface="游ゴシック"/>
                <a:ea typeface="游ゴシック"/>
                <a:cs typeface="游ゴシック"/>
              </a:rPr>
              <a:t>工程ごとの事実（運転・開放・RD）と一般原理の切り分けは「事実整理（工程別グリッド）」に整理。</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400" b="1">
                <a:solidFill>
                  <a:srgbClr val="000000"/>
                </a:solidFill>
                <a:latin typeface="游ゴシック"/>
                <a:ea typeface="游ゴシック"/>
                <a:cs typeface="游ゴシック"/>
              </a:rPr>
              <a:t>工程別サマリ（事実の裏付け強度と小結論）</a:t>
            </a:r>
          </a:p>
        </p:txBody>
      </p:sp>
      <p:sp>
        <p:nvSpPr>
          <p:cNvPr id="3" name="TextBox 2"/>
          <p:cNvSpPr txBox="1"/>
          <p:nvPr/>
        </p:nvSpPr>
        <p:spPr>
          <a:xfrm>
            <a:off x="548640" y="1207008"/>
            <a:ext cx="11064240" cy="457200"/>
          </a:xfrm>
          <a:prstGeom prst="rect">
            <a:avLst/>
          </a:prstGeom>
          <a:noFill/>
        </p:spPr>
        <p:txBody>
          <a:bodyPr wrap="square">
            <a:spAutoFit/>
          </a:bodyPr>
          <a:lstStyle/>
          <a:p>
            <a:pPr>
              <a:spcBef>
                <a:spcPts val="0"/>
              </a:spcBef>
              <a:spcAft>
                <a:spcPts val="400"/>
              </a:spcAft>
            </a:pPr>
            <a:r>
              <a:rPr sz="1050" b="0">
                <a:solidFill>
                  <a:srgbClr val="666666"/>
                </a:solidFill>
                <a:latin typeface="游ゴシック"/>
                <a:ea typeface="游ゴシック"/>
                <a:cs typeface="游ゴシック"/>
              </a:rPr>
              <a:t>裏付け強度 ◎事実複数で確定／○一部事実＋原理／△収支・原理のみで確度低。工程ごとの事実の詳細は「事実整理（工程別グリッド）」に集約。</a:t>
            </a:r>
          </a:p>
        </p:txBody>
      </p:sp>
      <p:graphicFrame>
        <p:nvGraphicFramePr>
          <p:cNvPr id="4" name="Table 3"/>
          <p:cNvGraphicFramePr>
            <a:graphicFrameLocks noGrp="1"/>
          </p:cNvGraphicFramePr>
          <p:nvPr/>
        </p:nvGraphicFramePr>
        <p:xfrm>
          <a:off x="548640" y="1783080"/>
          <a:ext cx="11064240" cy="4343400"/>
        </p:xfrm>
        <a:graphic>
          <a:graphicData uri="http://schemas.openxmlformats.org/drawingml/2006/table">
            <a:tbl>
              <a:tblPr firstRow="1" bandRow="1">
                <a:tableStyleId>{5C22544A-7EE6-4342-B048-85BDC9FD1C3A}</a:tableStyleId>
              </a:tblPr>
              <a:tblGrid>
                <a:gridCol w="2743200"/>
                <a:gridCol w="1280160"/>
                <a:gridCol w="7040880"/>
              </a:tblGrid>
              <a:tr h="542925">
                <a:tc>
                  <a:txBody>
                    <a:bodyPr/>
                    <a:lstStyle/>
                    <a:p>
                      <a:r>
                        <a:rPr sz="1100" b="1">
                          <a:solidFill>
                            <a:srgbClr val="003F7E"/>
                          </a:solidFill>
                          <a:latin typeface="游ゴシック"/>
                          <a:ea typeface="游ゴシック"/>
                          <a:cs typeface="游ゴシック"/>
                        </a:rPr>
                        <a:t>工程</a:t>
                      </a:r>
                    </a:p>
                  </a:txBody>
                  <a:tcPr anchor="ctr" marT="27432" marB="27432" marL="54864">
                    <a:solidFill>
                      <a:srgbClr val="EBEFF2"/>
                    </a:solidFill>
                  </a:tcPr>
                </a:tc>
                <a:tc>
                  <a:txBody>
                    <a:bodyPr/>
                    <a:lstStyle/>
                    <a:p>
                      <a:pPr algn="ctr"/>
                      <a:r>
                        <a:rPr sz="1100" b="1">
                          <a:solidFill>
                            <a:srgbClr val="003F7E"/>
                          </a:solidFill>
                          <a:latin typeface="游ゴシック"/>
                          <a:ea typeface="游ゴシック"/>
                          <a:cs typeface="游ゴシック"/>
                        </a:rPr>
                        <a:t>裏付け</a:t>
                      </a:r>
                    </a:p>
                  </a:txBody>
                  <a:tcPr anchor="ctr" marT="27432" marB="27432" marL="54864">
                    <a:solidFill>
                      <a:srgbClr val="EBEFF2"/>
                    </a:solidFill>
                  </a:tcPr>
                </a:tc>
                <a:tc>
                  <a:txBody>
                    <a:bodyPr/>
                    <a:lstStyle/>
                    <a:p>
                      <a:r>
                        <a:rPr sz="1100" b="1">
                          <a:solidFill>
                            <a:srgbClr val="003F7E"/>
                          </a:solidFill>
                          <a:latin typeface="游ゴシック"/>
                          <a:ea typeface="游ゴシック"/>
                          <a:cs typeface="游ゴシック"/>
                        </a:rPr>
                        <a:t>この工程で言えること</a:t>
                      </a:r>
                    </a:p>
                  </a:txBody>
                  <a:tcPr anchor="ctr" marT="27432" marB="27432" marL="54864">
                    <a:solidFill>
                      <a:srgbClr val="EBEFF2"/>
                    </a:solidFill>
                  </a:tcPr>
                </a:tc>
              </a:tr>
              <a:tr h="542925">
                <a:tc>
                  <a:txBody>
                    <a:bodyPr/>
                    <a:lstStyle/>
                    <a:p>
                      <a:r>
                        <a:rPr sz="1050" b="1">
                          <a:solidFill>
                            <a:srgbClr val="003F7E"/>
                          </a:solidFill>
                          <a:latin typeface="游ゴシック"/>
                          <a:ea typeface="游ゴシック"/>
                          <a:cs typeface="游ゴシック"/>
                        </a:rPr>
                        <a:t>EO反応系 (R-1101)</a:t>
                      </a:r>
                    </a:p>
                  </a:txBody>
                  <a:tcPr anchor="ctr" marT="27432" marB="27432" marL="54864">
                    <a:solidFill>
                      <a:srgbClr val="D7E0E5"/>
                    </a:solidFill>
                  </a:tcPr>
                </a:tc>
                <a:tc>
                  <a:txBody>
                    <a:bodyPr/>
                    <a:lstStyle/>
                    <a:p>
                      <a:pPr algn="ctr"/>
                      <a:r>
                        <a:rPr sz="1500" b="1">
                          <a:solidFill>
                            <a:srgbClr val="003F7E"/>
                          </a:solidFill>
                          <a:latin typeface="游ゴシック"/>
                          <a:ea typeface="游ゴシック"/>
                          <a:cs typeface="游ゴシック"/>
                        </a:rPr>
                        <a:t>○</a:t>
                      </a:r>
                    </a:p>
                  </a:txBody>
                  <a:tcPr anchor="ctr" marT="27432" marB="27432" marL="54864">
                    <a:solidFill>
                      <a:srgbClr val="FFFFFF"/>
                    </a:solidFill>
                  </a:tcPr>
                </a:tc>
                <a:tc>
                  <a:txBody>
                    <a:bodyPr/>
                    <a:lstStyle/>
                    <a:p>
                      <a:r>
                        <a:rPr sz="1000" b="0">
                          <a:solidFill>
                            <a:srgbClr val="222222"/>
                          </a:solidFill>
                          <a:latin typeface="游ゴシック"/>
                          <a:ea typeface="游ゴシック"/>
                          <a:cs typeface="游ゴシック"/>
                        </a:rPr>
                        <a:t>種となるアルデヒドが増えた＝着色の起点。</a:t>
                      </a:r>
                    </a:p>
                  </a:txBody>
                  <a:tcPr anchor="ctr" marT="27432" marB="27432" marL="54864">
                    <a:solidFill>
                      <a:srgbClr val="FFFFFF"/>
                    </a:solidFill>
                  </a:tcPr>
                </a:tc>
              </a:tr>
              <a:tr h="542925">
                <a:tc>
                  <a:txBody>
                    <a:bodyPr/>
                    <a:lstStyle/>
                    <a:p>
                      <a:r>
                        <a:rPr sz="1050" b="1">
                          <a:solidFill>
                            <a:srgbClr val="003F7E"/>
                          </a:solidFill>
                          <a:latin typeface="游ゴシック"/>
                          <a:ea typeface="游ゴシック"/>
                          <a:cs typeface="游ゴシック"/>
                        </a:rPr>
                        <a:t>EG反応系 (R-1401)</a:t>
                      </a:r>
                    </a:p>
                  </a:txBody>
                  <a:tcPr anchor="ctr" marT="27432" marB="27432" marL="54864">
                    <a:solidFill>
                      <a:srgbClr val="D7E0E5"/>
                    </a:solidFill>
                  </a:tcPr>
                </a:tc>
                <a:tc>
                  <a:txBody>
                    <a:bodyPr/>
                    <a:lstStyle/>
                    <a:p>
                      <a:pPr algn="ctr"/>
                      <a:r>
                        <a:rPr sz="1500" b="1">
                          <a:solidFill>
                            <a:srgbClr val="003F7E"/>
                          </a:solidFill>
                          <a:latin typeface="游ゴシック"/>
                          <a:ea typeface="游ゴシック"/>
                          <a:cs typeface="游ゴシック"/>
                        </a:rPr>
                        <a:t>○</a:t>
                      </a:r>
                    </a:p>
                  </a:txBody>
                  <a:tcPr anchor="ctr" marT="27432" marB="27432" marL="54864">
                    <a:solidFill>
                      <a:srgbClr val="FFFFFF"/>
                    </a:solidFill>
                  </a:tcPr>
                </a:tc>
                <a:tc>
                  <a:txBody>
                    <a:bodyPr/>
                    <a:lstStyle/>
                    <a:p>
                      <a:r>
                        <a:rPr sz="1000" b="0">
                          <a:solidFill>
                            <a:srgbClr val="222222"/>
                          </a:solidFill>
                          <a:latin typeface="游ゴシック"/>
                          <a:ea typeface="游ゴシック"/>
                          <a:cs typeface="游ゴシック"/>
                        </a:rPr>
                        <a:t>アルデヒドがEG生成系に持ち込まれ、UV成分の素地になる。</a:t>
                      </a:r>
                    </a:p>
                  </a:txBody>
                  <a:tcPr anchor="ctr" marT="27432" marB="27432" marL="54864">
                    <a:solidFill>
                      <a:srgbClr val="FFFFFF"/>
                    </a:solidFill>
                  </a:tcPr>
                </a:tc>
              </a:tr>
              <a:tr h="542925">
                <a:tc>
                  <a:txBody>
                    <a:bodyPr/>
                    <a:lstStyle/>
                    <a:p>
                      <a:r>
                        <a:rPr sz="1050" b="1">
                          <a:solidFill>
                            <a:srgbClr val="003F7E"/>
                          </a:solidFill>
                          <a:latin typeface="游ゴシック"/>
                          <a:ea typeface="游ゴシック"/>
                          <a:cs typeface="游ゴシック"/>
                        </a:rPr>
                        <a:t>EG濃縮系</a:t>
                      </a:r>
                    </a:p>
                  </a:txBody>
                  <a:tcPr anchor="ctr" marT="27432" marB="27432" marL="54864">
                    <a:solidFill>
                      <a:srgbClr val="D7E0E5"/>
                    </a:solidFill>
                  </a:tcPr>
                </a:tc>
                <a:tc>
                  <a:txBody>
                    <a:bodyPr/>
                    <a:lstStyle/>
                    <a:p>
                      <a:pPr algn="ctr"/>
                      <a:r>
                        <a:rPr sz="1500" b="1">
                          <a:solidFill>
                            <a:srgbClr val="C07A00"/>
                          </a:solidFill>
                          <a:latin typeface="游ゴシック"/>
                          <a:ea typeface="游ゴシック"/>
                          <a:cs typeface="游ゴシック"/>
                        </a:rPr>
                        <a:t>△</a:t>
                      </a:r>
                    </a:p>
                  </a:txBody>
                  <a:tcPr anchor="ctr" marT="27432" marB="27432" marL="54864">
                    <a:solidFill>
                      <a:srgbClr val="FFFFFF"/>
                    </a:solidFill>
                  </a:tcPr>
                </a:tc>
                <a:tc>
                  <a:txBody>
                    <a:bodyPr/>
                    <a:lstStyle/>
                    <a:p>
                      <a:r>
                        <a:rPr sz="1000" b="0">
                          <a:solidFill>
                            <a:srgbClr val="222222"/>
                          </a:solidFill>
                          <a:latin typeface="游ゴシック"/>
                          <a:ea typeface="游ゴシック"/>
                          <a:cs typeface="游ゴシック"/>
                        </a:rPr>
                        <a:t>大半はパージされ、一部が下流へ持ち込まれ得る。</a:t>
                      </a:r>
                    </a:p>
                  </a:txBody>
                  <a:tcPr anchor="ctr" marT="27432" marB="27432" marL="54864">
                    <a:solidFill>
                      <a:srgbClr val="FFFFFF"/>
                    </a:solidFill>
                  </a:tcPr>
                </a:tc>
              </a:tr>
              <a:tr h="542925">
                <a:tc>
                  <a:txBody>
                    <a:bodyPr/>
                    <a:lstStyle/>
                    <a:p>
                      <a:r>
                        <a:rPr sz="1050" b="1">
                          <a:solidFill>
                            <a:srgbClr val="003F7E"/>
                          </a:solidFill>
                          <a:latin typeface="游ゴシック"/>
                          <a:ea typeface="游ゴシック"/>
                          <a:cs typeface="游ゴシック"/>
                        </a:rPr>
                        <a:t>EG脱水系 (C-1404)</a:t>
                      </a:r>
                    </a:p>
                  </a:txBody>
                  <a:tcPr anchor="ctr" marT="27432" marB="27432" marL="54864">
                    <a:solidFill>
                      <a:srgbClr val="D7E0E5"/>
                    </a:solidFill>
                  </a:tcPr>
                </a:tc>
                <a:tc>
                  <a:txBody>
                    <a:bodyPr/>
                    <a:lstStyle/>
                    <a:p>
                      <a:pPr algn="ctr"/>
                      <a:r>
                        <a:rPr sz="1500" b="1">
                          <a:solidFill>
                            <a:srgbClr val="003F7E"/>
                          </a:solidFill>
                          <a:latin typeface="游ゴシック"/>
                          <a:ea typeface="游ゴシック"/>
                          <a:cs typeface="游ゴシック"/>
                        </a:rPr>
                        <a:t>○</a:t>
                      </a:r>
                    </a:p>
                  </a:txBody>
                  <a:tcPr anchor="ctr" marT="27432" marB="27432" marL="54864">
                    <a:solidFill>
                      <a:srgbClr val="FFFFFF"/>
                    </a:solidFill>
                  </a:tcPr>
                </a:tc>
                <a:tc>
                  <a:txBody>
                    <a:bodyPr/>
                    <a:lstStyle/>
                    <a:p>
                      <a:r>
                        <a:rPr sz="1000" b="0">
                          <a:solidFill>
                            <a:srgbClr val="222222"/>
                          </a:solidFill>
                          <a:latin typeface="游ゴシック"/>
                          <a:ea typeface="游ゴシック"/>
                          <a:cs typeface="游ゴシック"/>
                        </a:rPr>
                        <a:t>アルデヒドが多い条件では、ここで縮合が進み、重い形で下流へ運ばれ得る。</a:t>
                      </a:r>
                    </a:p>
                  </a:txBody>
                  <a:tcPr anchor="ctr" marT="27432" marB="27432" marL="54864">
                    <a:solidFill>
                      <a:srgbClr val="FFFFFF"/>
                    </a:solidFill>
                  </a:tcPr>
                </a:tc>
              </a:tr>
              <a:tr h="542925">
                <a:tc>
                  <a:txBody>
                    <a:bodyPr/>
                    <a:lstStyle/>
                    <a:p>
                      <a:r>
                        <a:rPr sz="1050" b="1">
                          <a:solidFill>
                            <a:srgbClr val="003F7E"/>
                          </a:solidFill>
                          <a:latin typeface="游ゴシック"/>
                          <a:ea typeface="游ゴシック"/>
                          <a:cs typeface="游ゴシック"/>
                        </a:rPr>
                        <a:t>MEG精製系 (C-1501/1502)</a:t>
                      </a:r>
                    </a:p>
                  </a:txBody>
                  <a:tcPr anchor="ctr" marT="27432" marB="27432" marL="54864">
                    <a:solidFill>
                      <a:srgbClr val="D7E0E5"/>
                    </a:solidFill>
                  </a:tcPr>
                </a:tc>
                <a:tc>
                  <a:txBody>
                    <a:bodyPr/>
                    <a:lstStyle/>
                    <a:p>
                      <a:pPr algn="ctr"/>
                      <a:r>
                        <a:rPr sz="1500" b="1">
                          <a:solidFill>
                            <a:srgbClr val="003F7E"/>
                          </a:solidFill>
                          <a:latin typeface="游ゴシック"/>
                          <a:ea typeface="游ゴシック"/>
                          <a:cs typeface="游ゴシック"/>
                        </a:rPr>
                        <a:t>○</a:t>
                      </a:r>
                    </a:p>
                  </a:txBody>
                  <a:tcPr anchor="ctr" marT="27432" marB="27432" marL="54864">
                    <a:solidFill>
                      <a:srgbClr val="FFFFFF"/>
                    </a:solidFill>
                  </a:tcPr>
                </a:tc>
                <a:tc>
                  <a:txBody>
                    <a:bodyPr/>
                    <a:lstStyle/>
                    <a:p>
                      <a:r>
                        <a:rPr sz="1000" b="0">
                          <a:solidFill>
                            <a:srgbClr val="222222"/>
                          </a:solidFill>
                          <a:latin typeface="游ゴシック"/>
                          <a:ea typeface="游ゴシック"/>
                          <a:cs typeface="游ゴシック"/>
                        </a:rPr>
                        <a:t>活性金属がなく、着色の生成場ではない。C-1502の見かけの生成は循環由来で通過点（要追検証）。</a:t>
                      </a:r>
                    </a:p>
                  </a:txBody>
                  <a:tcPr anchor="ctr" marT="27432" marB="27432" marL="54864">
                    <a:solidFill>
                      <a:srgbClr val="FFFFFF"/>
                    </a:solidFill>
                  </a:tcPr>
                </a:tc>
              </a:tr>
              <a:tr h="542925">
                <a:tc>
                  <a:txBody>
                    <a:bodyPr/>
                    <a:lstStyle/>
                    <a:p>
                      <a:r>
                        <a:rPr sz="1050" b="1">
                          <a:solidFill>
                            <a:srgbClr val="003F7E"/>
                          </a:solidFill>
                          <a:latin typeface="游ゴシック"/>
                          <a:ea typeface="游ゴシック"/>
                          <a:cs typeface="游ゴシック"/>
                        </a:rPr>
                        <a:t>DEG精製系 (C-1503)</a:t>
                      </a:r>
                    </a:p>
                  </a:txBody>
                  <a:tcPr anchor="ctr" marT="27432" marB="27432" marL="54864">
                    <a:solidFill>
                      <a:srgbClr val="D7E0E5"/>
                    </a:solidFill>
                  </a:tcPr>
                </a:tc>
                <a:tc>
                  <a:txBody>
                    <a:bodyPr/>
                    <a:lstStyle/>
                    <a:p>
                      <a:pPr algn="ctr"/>
                      <a:r>
                        <a:rPr sz="1500" b="1">
                          <a:solidFill>
                            <a:srgbClr val="005BAB"/>
                          </a:solidFill>
                          <a:latin typeface="游ゴシック"/>
                          <a:ea typeface="游ゴシック"/>
                          <a:cs typeface="游ゴシック"/>
                        </a:rPr>
                        <a:t>◎</a:t>
                      </a:r>
                    </a:p>
                  </a:txBody>
                  <a:tcPr anchor="ctr" marT="27432" marB="27432" marL="54864">
                    <a:solidFill>
                      <a:srgbClr val="FFFFFF"/>
                    </a:solidFill>
                  </a:tcPr>
                </a:tc>
                <a:tc>
                  <a:txBody>
                    <a:bodyPr/>
                    <a:lstStyle/>
                    <a:p>
                      <a:r>
                        <a:rPr sz="1000" b="0">
                          <a:solidFill>
                            <a:srgbClr val="222222"/>
                          </a:solidFill>
                          <a:latin typeface="游ゴシック"/>
                          <a:ea typeface="游ゴシック"/>
                          <a:cs typeface="游ゴシック"/>
                        </a:rPr>
                        <a:t>前駆体が生成する場。鉄サビ・付着物は450nmの主因ではない（局所の380nm）。</a:t>
                      </a:r>
                    </a:p>
                  </a:txBody>
                  <a:tcPr anchor="ctr" marT="27432" marB="27432" marL="54864">
                    <a:solidFill>
                      <a:srgbClr val="FFFFFF"/>
                    </a:solidFill>
                  </a:tcPr>
                </a:tc>
              </a:tr>
              <a:tr h="542925">
                <a:tc>
                  <a:txBody>
                    <a:bodyPr/>
                    <a:lstStyle/>
                    <a:p>
                      <a:r>
                        <a:rPr sz="1050" b="1">
                          <a:solidFill>
                            <a:srgbClr val="003F7E"/>
                          </a:solidFill>
                          <a:latin typeface="游ゴシック"/>
                          <a:ea typeface="游ゴシック"/>
                          <a:cs typeface="游ゴシック"/>
                        </a:rPr>
                        <a:t>製品タンク (T-555)</a:t>
                      </a:r>
                    </a:p>
                  </a:txBody>
                  <a:tcPr anchor="ctr" marT="27432" marB="27432" marL="54864">
                    <a:solidFill>
                      <a:srgbClr val="D7E0E5"/>
                    </a:solidFill>
                  </a:tcPr>
                </a:tc>
                <a:tc>
                  <a:txBody>
                    <a:bodyPr/>
                    <a:lstStyle/>
                    <a:p>
                      <a:pPr algn="ctr"/>
                      <a:r>
                        <a:rPr sz="1500" b="1">
                          <a:solidFill>
                            <a:srgbClr val="005BAB"/>
                          </a:solidFill>
                          <a:latin typeface="游ゴシック"/>
                          <a:ea typeface="游ゴシック"/>
                          <a:cs typeface="游ゴシック"/>
                        </a:rPr>
                        <a:t>◎</a:t>
                      </a:r>
                    </a:p>
                  </a:txBody>
                  <a:tcPr anchor="ctr" marT="27432" marB="27432" marL="54864">
                    <a:solidFill>
                      <a:srgbClr val="FFFFFF"/>
                    </a:solidFill>
                  </a:tcPr>
                </a:tc>
                <a:tc>
                  <a:txBody>
                    <a:bodyPr/>
                    <a:lstStyle/>
                    <a:p>
                      <a:r>
                        <a:rPr sz="1000" b="0">
                          <a:solidFill>
                            <a:srgbClr val="222222"/>
                          </a:solidFill>
                          <a:latin typeface="游ゴシック"/>
                          <a:ea typeface="游ゴシック"/>
                          <a:cs typeface="游ゴシック"/>
                        </a:rPr>
                        <a:t>着色が成長する＝熟成の場。窒素で進み、大気で止まる。</a:t>
                      </a:r>
                    </a:p>
                  </a:txBody>
                  <a:tcPr anchor="ctr" marT="27432" marB="27432" marL="54864">
                    <a:solidFill>
                      <a:srgbClr val="FFFFFF"/>
                    </a:solidFill>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400" b="1">
                <a:solidFill>
                  <a:srgbClr val="000000"/>
                </a:solidFill>
                <a:latin typeface="游ゴシック"/>
                <a:ea typeface="游ゴシック"/>
                <a:cs typeface="游ゴシック"/>
              </a:rPr>
              <a:t>なぜ今回だけ起きたか（条件の重なり）</a:t>
            </a:r>
          </a:p>
        </p:txBody>
      </p:sp>
      <p:sp>
        <p:nvSpPr>
          <p:cNvPr id="3" name="TextBox 2"/>
          <p:cNvSpPr txBox="1"/>
          <p:nvPr/>
        </p:nvSpPr>
        <p:spPr>
          <a:xfrm>
            <a:off x="548640" y="1280160"/>
            <a:ext cx="11064240" cy="731520"/>
          </a:xfrm>
          <a:prstGeom prst="rect">
            <a:avLst/>
          </a:prstGeom>
          <a:noFill/>
        </p:spPr>
        <p:txBody>
          <a:bodyPr wrap="square">
            <a:spAutoFit/>
          </a:bodyPr>
          <a:lstStyle/>
          <a:p>
            <a:pPr>
              <a:spcBef>
                <a:spcPts val="0"/>
              </a:spcBef>
              <a:spcAft>
                <a:spcPts val="400"/>
              </a:spcAft>
            </a:pPr>
            <a:r>
              <a:rPr sz="1300" b="0">
                <a:solidFill>
                  <a:srgbClr val="666666"/>
                </a:solidFill>
                <a:latin typeface="游ゴシック"/>
                <a:ea typeface="游ゴシック"/>
                <a:cs typeface="游ゴシック"/>
              </a:rPr>
              <a:t>脱水以降の塔は元々水分が少なく、アルデヒドが多いと縮合が進みやすい。脱水のプロセスを変えたわけではなく、今回はアルデヒドが多かったことが引き金で、塩基条件とDEG特有の事情が重なった。</a:t>
            </a:r>
          </a:p>
        </p:txBody>
      </p:sp>
      <p:sp>
        <p:nvSpPr>
          <p:cNvPr id="4" name="Rounded Rectangle 3"/>
          <p:cNvSpPr/>
          <p:nvPr/>
        </p:nvSpPr>
        <p:spPr>
          <a:xfrm>
            <a:off x="548640" y="2194560"/>
            <a:ext cx="11064240" cy="1143000"/>
          </a:xfrm>
          <a:prstGeom prst="roundRect">
            <a:avLst/>
          </a:prstGeom>
          <a:solidFill>
            <a:srgbClr val="EBEFF2"/>
          </a:solidFill>
          <a:ln w="12700">
            <a:solidFill>
              <a:srgbClr val="C9D2D8"/>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09728"/>
          <a:lstStyle/>
          <a:p>
            <a:pPr algn="ctr"/>
            <a:r>
              <a:rPr sz="1450" b="1">
                <a:solidFill>
                  <a:srgbClr val="003F7E"/>
                </a:solidFill>
                <a:latin typeface="游ゴシック"/>
                <a:ea typeface="游ゴシック"/>
                <a:cs typeface="游ゴシック"/>
              </a:rPr>
              <a:t>【アルデヒドが過去最大級に多かった（引き金）】 </a:t>
            </a:r>
            <a:r>
              <a:rPr sz="1300">
                <a:solidFill>
                  <a:srgbClr val="222222"/>
                </a:solidFill>
                <a:latin typeface="游ゴシック"/>
                <a:ea typeface="游ゴシック"/>
                <a:cs typeface="游ゴシック"/>
              </a:rPr>
              <a:t>触媒選択性の低下でA-ALD・F-ALDが増加（原料EO中A-ALD/EO=0.78kg/t、過去実績の上位）。種となるアルデヒドの絶対量が多かった。</a:t>
            </a:r>
          </a:p>
          <a:p>
            <a:r>
              <a:rPr sz="1300" b="1">
                <a:solidFill>
                  <a:srgbClr val="005BAB"/>
                </a:solidFill>
                <a:latin typeface="游ゴシック"/>
                <a:ea typeface="游ゴシック"/>
                <a:cs typeface="游ゴシック"/>
              </a:rPr>
              <a:t>→ 触媒交換で除去</a:t>
            </a:r>
          </a:p>
        </p:txBody>
      </p:sp>
      <p:sp>
        <p:nvSpPr>
          <p:cNvPr id="5" name="Rounded Rectangle 4"/>
          <p:cNvSpPr/>
          <p:nvPr/>
        </p:nvSpPr>
        <p:spPr>
          <a:xfrm>
            <a:off x="548640" y="3456432"/>
            <a:ext cx="11064240" cy="1143000"/>
          </a:xfrm>
          <a:prstGeom prst="roundRect">
            <a:avLst/>
          </a:prstGeom>
          <a:solidFill>
            <a:srgbClr val="EBEFF2"/>
          </a:solidFill>
          <a:ln w="12700">
            <a:solidFill>
              <a:srgbClr val="C9D2D8"/>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09728"/>
          <a:lstStyle/>
          <a:p>
            <a:pPr algn="ctr"/>
            <a:r>
              <a:rPr sz="1450" b="1">
                <a:solidFill>
                  <a:srgbClr val="003F7E"/>
                </a:solidFill>
                <a:latin typeface="游ゴシック"/>
                <a:ea typeface="游ゴシック"/>
                <a:cs typeface="游ゴシック"/>
              </a:rPr>
              <a:t>【塩基条件（苛性ソーダ）が縮合を後押しした（促進）】 </a:t>
            </a:r>
            <a:r>
              <a:rPr sz="1300">
                <a:solidFill>
                  <a:srgbClr val="222222"/>
                </a:solidFill>
                <a:latin typeface="游ゴシック"/>
                <a:ea typeface="游ゴシック"/>
                <a:cs typeface="游ゴシック"/>
              </a:rPr>
              <a:t>NaOHの塩基がアルドール縮合を促進する側に働いた（NaOHからリン酸Naへ切替で330nmが低下した実績と整合）。</a:t>
            </a:r>
          </a:p>
          <a:p>
            <a:r>
              <a:rPr sz="1300" b="1">
                <a:solidFill>
                  <a:srgbClr val="005BAB"/>
                </a:solidFill>
                <a:latin typeface="游ゴシック"/>
                <a:ea typeface="游ゴシック"/>
                <a:cs typeface="游ゴシック"/>
              </a:rPr>
              <a:t>→ スタートアップ時はNaOH非投入</a:t>
            </a:r>
          </a:p>
        </p:txBody>
      </p:sp>
      <p:sp>
        <p:nvSpPr>
          <p:cNvPr id="6" name="Rounded Rectangle 5"/>
          <p:cNvSpPr/>
          <p:nvPr/>
        </p:nvSpPr>
        <p:spPr>
          <a:xfrm>
            <a:off x="548640" y="4718304"/>
            <a:ext cx="11064240" cy="1143000"/>
          </a:xfrm>
          <a:prstGeom prst="roundRect">
            <a:avLst/>
          </a:prstGeom>
          <a:solidFill>
            <a:srgbClr val="EBEFF2"/>
          </a:solidFill>
          <a:ln w="12700">
            <a:solidFill>
              <a:srgbClr val="C9D2D8"/>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09728"/>
          <a:lstStyle/>
          <a:p>
            <a:pPr algn="ctr"/>
            <a:r>
              <a:rPr sz="1450" b="1">
                <a:solidFill>
                  <a:srgbClr val="003F7E"/>
                </a:solidFill>
                <a:latin typeface="游ゴシック"/>
                <a:ea typeface="游ゴシック"/>
                <a:cs typeface="游ゴシック"/>
              </a:rPr>
              <a:t>【DEG留分には樹脂（IER）が無い（DEG特有の事情）】 </a:t>
            </a:r>
            <a:r>
              <a:rPr sz="1300">
                <a:solidFill>
                  <a:srgbClr val="222222"/>
                </a:solidFill>
                <a:latin typeface="游ゴシック"/>
                <a:ea typeface="游ゴシック"/>
                <a:cs typeface="游ゴシック"/>
              </a:rPr>
              <a:t>MEG・TEGはイオン交換樹脂で前駆体を除去して製品を安定化できるが、DEG留分には樹脂が無く、前駆体がそのまま製品に残る。</a:t>
            </a:r>
          </a:p>
          <a:p>
            <a:r>
              <a:rPr sz="1300" b="1">
                <a:solidFill>
                  <a:srgbClr val="005BAB"/>
                </a:solidFill>
                <a:latin typeface="游ゴシック"/>
                <a:ea typeface="游ゴシック"/>
                <a:cs typeface="游ゴシック"/>
              </a:rPr>
              <a:t>→ 出口でDEGラインのIERを検討</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400" b="1">
                <a:solidFill>
                  <a:srgbClr val="000000"/>
                </a:solidFill>
                <a:latin typeface="游ゴシック"/>
                <a:ea typeface="游ゴシック"/>
                <a:cs typeface="游ゴシック"/>
              </a:rPr>
              <a:t>設備（鉄サビ）は色相の主因ではない</a:t>
            </a:r>
          </a:p>
        </p:txBody>
      </p:sp>
      <p:pic>
        <p:nvPicPr>
          <p:cNvPr id="3" name="Picture 2" descr="uv_spectrum.png"/>
          <p:cNvPicPr>
            <a:picLocks noChangeAspect="1"/>
          </p:cNvPicPr>
          <p:nvPr/>
        </p:nvPicPr>
        <p:blipFill>
          <a:blip r:embed="rId2"/>
          <a:stretch>
            <a:fillRect/>
          </a:stretch>
        </p:blipFill>
        <p:spPr>
          <a:xfrm>
            <a:off x="6126480" y="1417320"/>
            <a:ext cx="5760720" cy="3306894"/>
          </a:xfrm>
          <a:prstGeom prst="rect">
            <a:avLst/>
          </a:prstGeom>
        </p:spPr>
      </p:pic>
      <p:sp>
        <p:nvSpPr>
          <p:cNvPr id="4" name="TextBox 3"/>
          <p:cNvSpPr txBox="1"/>
          <p:nvPr/>
        </p:nvSpPr>
        <p:spPr>
          <a:xfrm>
            <a:off x="502920" y="1554480"/>
            <a:ext cx="5440680" cy="3657600"/>
          </a:xfrm>
          <a:prstGeom prst="rect">
            <a:avLst/>
          </a:prstGeom>
          <a:noFill/>
        </p:spPr>
        <p:txBody>
          <a:bodyPr wrap="square">
            <a:spAutoFit/>
          </a:bodyPr>
          <a:lstStyle/>
          <a:p>
            <a:pPr>
              <a:spcBef>
                <a:spcPts val="0"/>
              </a:spcBef>
              <a:spcAft>
                <a:spcPts val="1600"/>
              </a:spcAft>
            </a:pPr>
            <a:r>
              <a:rPr sz="1300" b="0">
                <a:solidFill>
                  <a:srgbClr val="222222"/>
                </a:solidFill>
                <a:latin typeface="游ゴシック"/>
                <a:ea typeface="游ゴシック"/>
                <a:cs typeface="游ゴシック"/>
              </a:rPr>
              <a:t>・C-1503の黒色付着物はほぼ鉄サビ＋有機酸（局所の腐食）。</a:t>
            </a:r>
          </a:p>
          <a:p>
            <a:pPr>
              <a:spcBef>
                <a:spcPts val="0"/>
              </a:spcBef>
              <a:spcAft>
                <a:spcPts val="1600"/>
              </a:spcAft>
            </a:pPr>
            <a:r>
              <a:rPr sz="1300" b="0">
                <a:solidFill>
                  <a:srgbClr val="222222"/>
                </a:solidFill>
                <a:latin typeface="游ゴシック"/>
                <a:ea typeface="游ゴシック"/>
                <a:cs typeface="游ゴシック"/>
              </a:rPr>
              <a:t>・付着物をDEGに加えても380nmのみ＝実機の450nmは再現しない（保管試験）。</a:t>
            </a:r>
          </a:p>
          <a:p>
            <a:pPr>
              <a:spcBef>
                <a:spcPts val="0"/>
              </a:spcBef>
              <a:spcAft>
                <a:spcPts val="1600"/>
              </a:spcAft>
            </a:pPr>
            <a:r>
              <a:rPr sz="1300" b="0">
                <a:solidFill>
                  <a:srgbClr val="222222"/>
                </a:solidFill>
                <a:latin typeface="游ゴシック"/>
                <a:ea typeface="游ゴシック"/>
                <a:cs typeface="游ゴシック"/>
              </a:rPr>
              <a:t>・T-555残液はAPHA30で頭打ち＝タンクの鉄サビは促進触媒でない。</a:t>
            </a:r>
          </a:p>
        </p:txBody>
      </p:sp>
      <p:sp>
        <p:nvSpPr>
          <p:cNvPr id="5" name="Rounded Rectangle 4"/>
          <p:cNvSpPr/>
          <p:nvPr/>
        </p:nvSpPr>
        <p:spPr>
          <a:xfrm>
            <a:off x="502920" y="5257800"/>
            <a:ext cx="11155680" cy="868680"/>
          </a:xfrm>
          <a:prstGeom prst="roundRect">
            <a:avLst/>
          </a:prstGeom>
          <a:solidFill>
            <a:srgbClr val="DCE6EF"/>
          </a:solidFill>
          <a:ln w="12700">
            <a:solidFill>
              <a:srgbClr val="005BAB"/>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73152"/>
          <a:lstStyle/>
          <a:p>
            <a:pPr algn="l"/>
            <a:r>
              <a:rPr sz="1250" b="1">
                <a:solidFill>
                  <a:srgbClr val="000000"/>
                </a:solidFill>
                <a:latin typeface="游ゴシック"/>
                <a:ea typeface="游ゴシック"/>
                <a:cs typeface="游ゴシック"/>
              </a:rPr>
              <a:t>→ 鉄サビ・付着物は色相（450nm）の主因ではなく、寄与は局所の380nmにとどまる。保管試験・残液分析の実測で判断。付着物は洗浄して除去する。</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400" b="1">
                <a:solidFill>
                  <a:srgbClr val="000000"/>
                </a:solidFill>
                <a:latin typeface="游ゴシック"/>
                <a:ea typeface="游ゴシック"/>
                <a:cs typeface="游ゴシック"/>
              </a:rPr>
              <a:t>設備に色相の主因なし（開放・検査の結論）</a:t>
            </a:r>
          </a:p>
        </p:txBody>
      </p:sp>
      <p:sp>
        <p:nvSpPr>
          <p:cNvPr id="3" name="TextBox 2"/>
          <p:cNvSpPr txBox="1"/>
          <p:nvPr/>
        </p:nvSpPr>
        <p:spPr>
          <a:xfrm>
            <a:off x="548640" y="1280160"/>
            <a:ext cx="11064240" cy="502920"/>
          </a:xfrm>
          <a:prstGeom prst="rect">
            <a:avLst/>
          </a:prstGeom>
          <a:noFill/>
        </p:spPr>
        <p:txBody>
          <a:bodyPr wrap="square">
            <a:spAutoFit/>
          </a:bodyPr>
          <a:lstStyle/>
          <a:p>
            <a:pPr>
              <a:spcBef>
                <a:spcPts val="0"/>
              </a:spcBef>
              <a:spcAft>
                <a:spcPts val="400"/>
              </a:spcAft>
            </a:pPr>
            <a:r>
              <a:rPr sz="1100" b="0">
                <a:solidFill>
                  <a:srgbClr val="666666"/>
                </a:solidFill>
                <a:latin typeface="游ゴシック"/>
                <a:ea typeface="游ゴシック"/>
                <a:cs typeface="游ゴシック"/>
              </a:rPr>
              <a:t>今定修で開放・検査した箇所の結果を整理した。いずれも色相（450nm）の主因となる異常はなく、推定メカニズム（縮合は脱水塔以降で起こる）とも整合する。結果から範囲を決めたのではなく、確認結果を仮説に沿って位置づけている。</a:t>
            </a:r>
          </a:p>
        </p:txBody>
      </p:sp>
      <p:graphicFrame>
        <p:nvGraphicFramePr>
          <p:cNvPr id="4" name="Table 3"/>
          <p:cNvGraphicFramePr>
            <a:graphicFrameLocks noGrp="1"/>
          </p:cNvGraphicFramePr>
          <p:nvPr/>
        </p:nvGraphicFramePr>
        <p:xfrm>
          <a:off x="548640" y="1874519"/>
          <a:ext cx="11064240" cy="4114800"/>
        </p:xfrm>
        <a:graphic>
          <a:graphicData uri="http://schemas.openxmlformats.org/drawingml/2006/table">
            <a:tbl>
              <a:tblPr firstRow="1" bandRow="1">
                <a:tableStyleId>{5C22544A-7EE6-4342-B048-85BDC9FD1C3A}</a:tableStyleId>
              </a:tblPr>
              <a:tblGrid>
                <a:gridCol w="3291840"/>
                <a:gridCol w="7772400"/>
              </a:tblGrid>
              <a:tr h="514350">
                <a:tc>
                  <a:txBody>
                    <a:bodyPr/>
                    <a:lstStyle/>
                    <a:p>
                      <a:r>
                        <a:rPr sz="1050" b="1">
                          <a:solidFill>
                            <a:srgbClr val="003F7E"/>
                          </a:solidFill>
                          <a:latin typeface="游ゴシック"/>
                          <a:ea typeface="游ゴシック"/>
                          <a:cs typeface="游ゴシック"/>
                        </a:rPr>
                        <a:t>機器</a:t>
                      </a:r>
                    </a:p>
                  </a:txBody>
                  <a:tcPr anchor="ctr" marT="27432" marB="27432" marL="54864">
                    <a:solidFill>
                      <a:srgbClr val="EBEFF2"/>
                    </a:solidFill>
                  </a:tcPr>
                </a:tc>
                <a:tc>
                  <a:txBody>
                    <a:bodyPr/>
                    <a:lstStyle/>
                    <a:p>
                      <a:r>
                        <a:rPr sz="1050" b="1">
                          <a:solidFill>
                            <a:srgbClr val="003F7E"/>
                          </a:solidFill>
                          <a:latin typeface="游ゴシック"/>
                          <a:ea typeface="游ゴシック"/>
                          <a:cs typeface="游ゴシック"/>
                        </a:rPr>
                        <a:t>開放理由・結果</a:t>
                      </a:r>
                    </a:p>
                  </a:txBody>
                  <a:tcPr anchor="ctr" marT="27432" marB="27432" marL="54864">
                    <a:solidFill>
                      <a:srgbClr val="EBEFF2"/>
                    </a:solidFill>
                  </a:tcPr>
                </a:tc>
              </a:tr>
              <a:tr h="514350">
                <a:tc>
                  <a:txBody>
                    <a:bodyPr/>
                    <a:lstStyle/>
                    <a:p>
                      <a:r>
                        <a:rPr sz="1050" b="1">
                          <a:solidFill>
                            <a:srgbClr val="003F7E"/>
                          </a:solidFill>
                          <a:latin typeface="游ゴシック"/>
                          <a:ea typeface="游ゴシック"/>
                          <a:cs typeface="游ゴシック"/>
                        </a:rPr>
                        <a:t>C-1503</a:t>
                      </a:r>
                    </a:p>
                  </a:txBody>
                  <a:tcPr anchor="ctr" marT="27432" marB="27432" marL="54864">
                    <a:solidFill>
                      <a:srgbClr val="D7E0E5"/>
                    </a:solidFill>
                  </a:tcPr>
                </a:tc>
                <a:tc>
                  <a:txBody>
                    <a:bodyPr/>
                    <a:lstStyle/>
                    <a:p>
                      <a:r>
                        <a:rPr sz="1050" b="0">
                          <a:solidFill>
                            <a:srgbClr val="222222"/>
                          </a:solidFill>
                          <a:latin typeface="游ゴシック"/>
                          <a:ea typeface="游ゴシック"/>
                          <a:cs typeface="游ゴシック"/>
                        </a:rPr>
                        <a:t>ウォータージェットで付着物除去。付着物は450nmに寄与しないことを保管試験で確認。</a:t>
                      </a:r>
                    </a:p>
                  </a:txBody>
                  <a:tcPr anchor="ctr" marT="27432" marB="27432" marL="54864">
                    <a:solidFill>
                      <a:srgbClr val="FFFFFF"/>
                    </a:solidFill>
                  </a:tcPr>
                </a:tc>
              </a:tr>
              <a:tr h="514350">
                <a:tc>
                  <a:txBody>
                    <a:bodyPr/>
                    <a:lstStyle/>
                    <a:p>
                      <a:r>
                        <a:rPr sz="1050" b="1">
                          <a:solidFill>
                            <a:srgbClr val="003F7E"/>
                          </a:solidFill>
                          <a:latin typeface="游ゴシック"/>
                          <a:ea typeface="游ゴシック"/>
                          <a:cs typeface="游ゴシック"/>
                        </a:rPr>
                        <a:t>C-1501トップ</a:t>
                      </a:r>
                    </a:p>
                  </a:txBody>
                  <a:tcPr anchor="ctr" marT="27432" marB="27432" marL="54864">
                    <a:solidFill>
                      <a:srgbClr val="D7E0E5"/>
                    </a:solidFill>
                  </a:tcPr>
                </a:tc>
                <a:tc>
                  <a:txBody>
                    <a:bodyPr/>
                    <a:lstStyle/>
                    <a:p>
                      <a:r>
                        <a:rPr sz="1050" b="0">
                          <a:solidFill>
                            <a:srgbClr val="222222"/>
                          </a:solidFill>
                          <a:latin typeface="游ゴシック"/>
                          <a:ea typeface="游ゴシック"/>
                          <a:cs typeface="游ゴシック"/>
                        </a:rPr>
                        <a:t>開放しないと確認できないため清掃対応。</a:t>
                      </a:r>
                    </a:p>
                  </a:txBody>
                  <a:tcPr anchor="ctr" marT="27432" marB="27432" marL="54864">
                    <a:solidFill>
                      <a:srgbClr val="FFFFFF"/>
                    </a:solidFill>
                  </a:tcPr>
                </a:tc>
              </a:tr>
              <a:tr h="514350">
                <a:tc>
                  <a:txBody>
                    <a:bodyPr/>
                    <a:lstStyle/>
                    <a:p>
                      <a:r>
                        <a:rPr sz="1050" b="1">
                          <a:solidFill>
                            <a:srgbClr val="003F7E"/>
                          </a:solidFill>
                          <a:latin typeface="游ゴシック"/>
                          <a:ea typeface="游ゴシック"/>
                          <a:cs typeface="游ゴシック"/>
                        </a:rPr>
                        <a:t>C-1501／C-1502／C-1504</a:t>
                      </a:r>
                    </a:p>
                  </a:txBody>
                  <a:tcPr anchor="ctr" marT="27432" marB="27432" marL="54864">
                    <a:solidFill>
                      <a:srgbClr val="D7E0E5"/>
                    </a:solidFill>
                  </a:tcPr>
                </a:tc>
                <a:tc>
                  <a:txBody>
                    <a:bodyPr/>
                    <a:lstStyle/>
                    <a:p>
                      <a:r>
                        <a:rPr sz="1050" b="0">
                          <a:solidFill>
                            <a:srgbClr val="222222"/>
                          </a:solidFill>
                          <a:latin typeface="游ゴシック"/>
                          <a:ea typeface="游ゴシック"/>
                          <a:cs typeface="游ゴシック"/>
                        </a:rPr>
                        <a:t>インターナル・壁面とも過去と比べ問題なし。対応なし。</a:t>
                      </a:r>
                    </a:p>
                  </a:txBody>
                  <a:tcPr anchor="ctr" marT="27432" marB="27432" marL="54864">
                    <a:solidFill>
                      <a:srgbClr val="FFFFFF"/>
                    </a:solidFill>
                  </a:tcPr>
                </a:tc>
              </a:tr>
              <a:tr h="514350">
                <a:tc>
                  <a:txBody>
                    <a:bodyPr/>
                    <a:lstStyle/>
                    <a:p>
                      <a:r>
                        <a:rPr sz="1050" b="1">
                          <a:solidFill>
                            <a:srgbClr val="003F7E"/>
                          </a:solidFill>
                          <a:latin typeface="游ゴシック"/>
                          <a:ea typeface="游ゴシック"/>
                          <a:cs typeface="游ゴシック"/>
                        </a:rPr>
                        <a:t>C-1501ボトムフィルター下流〜C-1502フィード配管</a:t>
                      </a:r>
                    </a:p>
                  </a:txBody>
                  <a:tcPr anchor="ctr" marT="27432" marB="27432" marL="54864">
                    <a:solidFill>
                      <a:srgbClr val="D7E0E5"/>
                    </a:solidFill>
                  </a:tcPr>
                </a:tc>
                <a:tc>
                  <a:txBody>
                    <a:bodyPr/>
                    <a:lstStyle/>
                    <a:p>
                      <a:r>
                        <a:rPr sz="1050" b="0">
                          <a:solidFill>
                            <a:srgbClr val="222222"/>
                          </a:solidFill>
                          <a:latin typeface="游ゴシック"/>
                          <a:ea typeface="游ゴシック"/>
                          <a:cs typeface="游ゴシック"/>
                        </a:rPr>
                        <a:t>冬定修でSUS化済みのため錆込みなし。</a:t>
                      </a:r>
                    </a:p>
                  </a:txBody>
                  <a:tcPr anchor="ctr" marT="27432" marB="27432" marL="54864">
                    <a:solidFill>
                      <a:srgbClr val="FFFFFF"/>
                    </a:solidFill>
                  </a:tcPr>
                </a:tc>
              </a:tr>
              <a:tr h="514350">
                <a:tc>
                  <a:txBody>
                    <a:bodyPr/>
                    <a:lstStyle/>
                    <a:p>
                      <a:r>
                        <a:rPr sz="1050" b="1">
                          <a:solidFill>
                            <a:srgbClr val="003F7E"/>
                          </a:solidFill>
                          <a:latin typeface="游ゴシック"/>
                          <a:ea typeface="游ゴシック"/>
                          <a:cs typeface="游ゴシック"/>
                        </a:rPr>
                        <a:t>リボイラー・コンデンサー等</a:t>
                      </a:r>
                    </a:p>
                  </a:txBody>
                  <a:tcPr anchor="ctr" marT="27432" marB="27432" marL="54864">
                    <a:solidFill>
                      <a:srgbClr val="D7E0E5"/>
                    </a:solidFill>
                  </a:tcPr>
                </a:tc>
                <a:tc>
                  <a:txBody>
                    <a:bodyPr/>
                    <a:lstStyle/>
                    <a:p>
                      <a:r>
                        <a:rPr sz="1050" b="0">
                          <a:solidFill>
                            <a:srgbClr val="222222"/>
                          </a:solidFill>
                          <a:latin typeface="游ゴシック"/>
                          <a:ea typeface="游ゴシック"/>
                          <a:cs typeface="游ゴシック"/>
                        </a:rPr>
                        <a:t>塔本体が過去同様で問題なく、周辺は開放せず。</a:t>
                      </a:r>
                    </a:p>
                  </a:txBody>
                  <a:tcPr anchor="ctr" marT="27432" marB="27432" marL="54864">
                    <a:solidFill>
                      <a:srgbClr val="FFFFFF"/>
                    </a:solidFill>
                  </a:tcPr>
                </a:tc>
              </a:tr>
              <a:tr h="514350">
                <a:tc>
                  <a:txBody>
                    <a:bodyPr/>
                    <a:lstStyle/>
                    <a:p>
                      <a:r>
                        <a:rPr sz="1050" b="1">
                          <a:solidFill>
                            <a:srgbClr val="003F7E"/>
                          </a:solidFill>
                          <a:latin typeface="游ゴシック"/>
                          <a:ea typeface="游ゴシック"/>
                          <a:cs typeface="游ゴシック"/>
                        </a:rPr>
                        <a:t>T-555／T-615（DEGタンク）</a:t>
                      </a:r>
                    </a:p>
                  </a:txBody>
                  <a:tcPr anchor="ctr" marT="27432" marB="27432" marL="54864">
                    <a:solidFill>
                      <a:srgbClr val="D7E0E5"/>
                    </a:solidFill>
                  </a:tcPr>
                </a:tc>
                <a:tc>
                  <a:txBody>
                    <a:bodyPr/>
                    <a:lstStyle/>
                    <a:p>
                      <a:r>
                        <a:rPr sz="1050" b="0">
                          <a:solidFill>
                            <a:srgbClr val="222222"/>
                          </a:solidFill>
                          <a:latin typeface="游ゴシック"/>
                          <a:ea typeface="游ゴシック"/>
                          <a:cs typeface="游ゴシック"/>
                        </a:rPr>
                        <a:t>開放・洗浄。異物は鉄サビ（T-615右側サンプルは砂が過半＋鉄10〜12%）。</a:t>
                      </a:r>
                    </a:p>
                  </a:txBody>
                  <a:tcPr anchor="ctr" marT="27432" marB="27432" marL="54864">
                    <a:solidFill>
                      <a:srgbClr val="FFFFFF"/>
                    </a:solidFill>
                  </a:tcPr>
                </a:tc>
              </a:tr>
              <a:tr h="514350">
                <a:tc>
                  <a:txBody>
                    <a:bodyPr/>
                    <a:lstStyle/>
                    <a:p>
                      <a:r>
                        <a:rPr sz="1050" b="1">
                          <a:solidFill>
                            <a:srgbClr val="003F7E"/>
                          </a:solidFill>
                          <a:latin typeface="游ゴシック"/>
                          <a:ea typeface="游ゴシック"/>
                          <a:cs typeface="游ゴシック"/>
                        </a:rPr>
                        <a:t>肉厚測定</a:t>
                      </a:r>
                    </a:p>
                  </a:txBody>
                  <a:tcPr anchor="ctr" marT="27432" marB="27432" marL="54864">
                    <a:solidFill>
                      <a:srgbClr val="D7E0E5"/>
                    </a:solidFill>
                  </a:tcPr>
                </a:tc>
                <a:tc>
                  <a:txBody>
                    <a:bodyPr/>
                    <a:lstStyle/>
                    <a:p>
                      <a:r>
                        <a:rPr sz="1050" b="0">
                          <a:solidFill>
                            <a:srgbClr val="222222"/>
                          </a:solidFill>
                          <a:latin typeface="游ゴシック"/>
                          <a:ea typeface="游ゴシック"/>
                          <a:cs typeface="游ゴシック"/>
                        </a:rPr>
                        <a:t>定修前の運転中に各機器外側から測定。原肉に対し有意な減肉なし。</a:t>
                      </a:r>
                    </a:p>
                  </a:txBody>
                  <a:tcPr anchor="ctr" marT="27432" marB="27432" marL="54864">
                    <a:solidFill>
                      <a:srgbClr val="FFFFFF"/>
                    </a:solidFill>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400" b="1">
                <a:solidFill>
                  <a:srgbClr val="000000"/>
                </a:solidFill>
                <a:latin typeface="游ゴシック"/>
                <a:ea typeface="游ゴシック"/>
                <a:cs typeface="游ゴシック"/>
              </a:rPr>
              <a:t>対応（再発防止・スタートアップ運転条件）</a:t>
            </a:r>
          </a:p>
        </p:txBody>
      </p:sp>
      <p:graphicFrame>
        <p:nvGraphicFramePr>
          <p:cNvPr id="3" name="Table 2"/>
          <p:cNvGraphicFramePr>
            <a:graphicFrameLocks noGrp="1"/>
          </p:cNvGraphicFramePr>
          <p:nvPr/>
        </p:nvGraphicFramePr>
        <p:xfrm>
          <a:off x="548640" y="1371600"/>
          <a:ext cx="11064240" cy="4572000"/>
        </p:xfrm>
        <a:graphic>
          <a:graphicData uri="http://schemas.openxmlformats.org/drawingml/2006/table">
            <a:tbl>
              <a:tblPr firstRow="1" bandRow="1">
                <a:tableStyleId>{5C22544A-7EE6-4342-B048-85BDC9FD1C3A}</a:tableStyleId>
              </a:tblPr>
              <a:tblGrid>
                <a:gridCol w="2377440"/>
                <a:gridCol w="7040880"/>
                <a:gridCol w="1645920"/>
              </a:tblGrid>
              <a:tr h="653142">
                <a:tc>
                  <a:txBody>
                    <a:bodyPr/>
                    <a:lstStyle/>
                    <a:p>
                      <a:r>
                        <a:rPr sz="1100" b="1">
                          <a:solidFill>
                            <a:srgbClr val="003F7E"/>
                          </a:solidFill>
                          <a:latin typeface="游ゴシック"/>
                          <a:ea typeface="游ゴシック"/>
                          <a:cs typeface="游ゴシック"/>
                        </a:rPr>
                        <a:t>項目</a:t>
                      </a:r>
                    </a:p>
                  </a:txBody>
                  <a:tcPr anchor="ctr" marT="27432" marB="27432" marL="54864">
                    <a:solidFill>
                      <a:srgbClr val="EBEFF2"/>
                    </a:solidFill>
                  </a:tcPr>
                </a:tc>
                <a:tc>
                  <a:txBody>
                    <a:bodyPr/>
                    <a:lstStyle/>
                    <a:p>
                      <a:r>
                        <a:rPr sz="1100" b="1">
                          <a:solidFill>
                            <a:srgbClr val="003F7E"/>
                          </a:solidFill>
                          <a:latin typeface="游ゴシック"/>
                          <a:ea typeface="游ゴシック"/>
                          <a:cs typeface="游ゴシック"/>
                        </a:rPr>
                        <a:t>内容</a:t>
                      </a:r>
                    </a:p>
                  </a:txBody>
                  <a:tcPr anchor="ctr" marT="27432" marB="27432" marL="54864">
                    <a:solidFill>
                      <a:srgbClr val="EBEFF2"/>
                    </a:solidFill>
                  </a:tcPr>
                </a:tc>
                <a:tc>
                  <a:txBody>
                    <a:bodyPr/>
                    <a:lstStyle/>
                    <a:p>
                      <a:pPr algn="ctr"/>
                      <a:r>
                        <a:rPr sz="1100" b="1">
                          <a:solidFill>
                            <a:srgbClr val="003F7E"/>
                          </a:solidFill>
                          <a:latin typeface="游ゴシック"/>
                          <a:ea typeface="游ゴシック"/>
                          <a:cs typeface="游ゴシック"/>
                        </a:rPr>
                        <a:t>状況</a:t>
                      </a:r>
                    </a:p>
                  </a:txBody>
                  <a:tcPr anchor="ctr" marT="27432" marB="27432" marL="54864">
                    <a:solidFill>
                      <a:srgbClr val="EBEFF2"/>
                    </a:solidFill>
                  </a:tcPr>
                </a:tc>
              </a:tr>
              <a:tr h="653142">
                <a:tc>
                  <a:txBody>
                    <a:bodyPr/>
                    <a:lstStyle/>
                    <a:p>
                      <a:r>
                        <a:rPr sz="1050" b="1">
                          <a:solidFill>
                            <a:srgbClr val="003F7E"/>
                          </a:solidFill>
                          <a:latin typeface="游ゴシック"/>
                          <a:ea typeface="游ゴシック"/>
                          <a:cs typeface="游ゴシック"/>
                        </a:rPr>
                        <a:t>触媒交換（原因除去）</a:t>
                      </a:r>
                    </a:p>
                  </a:txBody>
                  <a:tcPr anchor="ctr" marT="27432" marB="27432" marL="54864">
                    <a:solidFill>
                      <a:srgbClr val="D7E0E5"/>
                    </a:solidFill>
                  </a:tcPr>
                </a:tc>
                <a:tc>
                  <a:txBody>
                    <a:bodyPr/>
                    <a:lstStyle/>
                    <a:p>
                      <a:r>
                        <a:rPr sz="950" b="0">
                          <a:solidFill>
                            <a:srgbClr val="222222"/>
                          </a:solidFill>
                          <a:latin typeface="游ゴシック"/>
                          <a:ea typeface="游ゴシック"/>
                          <a:cs typeface="游ゴシック"/>
                        </a:rPr>
                        <a:t>計画停止で触媒交換済。アルデヒド類の生成を抑える。</a:t>
                      </a:r>
                    </a:p>
                  </a:txBody>
                  <a:tcPr anchor="ctr" marT="27432" marB="27432" marL="54864">
                    <a:solidFill>
                      <a:srgbClr val="FFFFFF"/>
                    </a:solidFill>
                  </a:tcPr>
                </a:tc>
                <a:tc>
                  <a:txBody>
                    <a:bodyPr/>
                    <a:lstStyle/>
                    <a:p>
                      <a:pPr algn="ctr"/>
                      <a:r>
                        <a:rPr sz="950" b="0">
                          <a:solidFill>
                            <a:srgbClr val="222222"/>
                          </a:solidFill>
                          <a:latin typeface="游ゴシック"/>
                          <a:ea typeface="游ゴシック"/>
                          <a:cs typeface="游ゴシック"/>
                        </a:rPr>
                        <a:t>実施済</a:t>
                      </a:r>
                    </a:p>
                  </a:txBody>
                  <a:tcPr anchor="ctr" marT="27432" marB="27432" marL="54864">
                    <a:solidFill>
                      <a:srgbClr val="FFFFFF"/>
                    </a:solidFill>
                  </a:tcPr>
                </a:tc>
              </a:tr>
              <a:tr h="653142">
                <a:tc>
                  <a:txBody>
                    <a:bodyPr/>
                    <a:lstStyle/>
                    <a:p>
                      <a:r>
                        <a:rPr sz="1050" b="1">
                          <a:solidFill>
                            <a:srgbClr val="003F7E"/>
                          </a:solidFill>
                          <a:latin typeface="游ゴシック"/>
                          <a:ea typeface="游ゴシック"/>
                          <a:cs typeface="游ゴシック"/>
                        </a:rPr>
                        <a:t>タンク・配管の洗浄</a:t>
                      </a:r>
                    </a:p>
                  </a:txBody>
                  <a:tcPr anchor="ctr" marT="27432" marB="27432" marL="54864">
                    <a:solidFill>
                      <a:srgbClr val="D7E0E5"/>
                    </a:solidFill>
                  </a:tcPr>
                </a:tc>
                <a:tc>
                  <a:txBody>
                    <a:bodyPr/>
                    <a:lstStyle/>
                    <a:p>
                      <a:r>
                        <a:rPr sz="950" b="0">
                          <a:solidFill>
                            <a:srgbClr val="222222"/>
                          </a:solidFill>
                          <a:latin typeface="游ゴシック"/>
                          <a:ea typeface="游ゴシック"/>
                          <a:cs typeface="游ゴシック"/>
                        </a:rPr>
                        <a:t>色相上昇を確認したタンク等を開放・洗浄し付着物を除去、保管設備を健全化。</a:t>
                      </a:r>
                    </a:p>
                  </a:txBody>
                  <a:tcPr anchor="ctr" marT="27432" marB="27432" marL="54864">
                    <a:solidFill>
                      <a:srgbClr val="FFFFFF"/>
                    </a:solidFill>
                  </a:tcPr>
                </a:tc>
                <a:tc>
                  <a:txBody>
                    <a:bodyPr/>
                    <a:lstStyle/>
                    <a:p>
                      <a:pPr algn="ctr"/>
                      <a:r>
                        <a:rPr sz="950" b="0">
                          <a:solidFill>
                            <a:srgbClr val="222222"/>
                          </a:solidFill>
                          <a:latin typeface="游ゴシック"/>
                          <a:ea typeface="游ゴシック"/>
                          <a:cs typeface="游ゴシック"/>
                        </a:rPr>
                        <a:t>実施済</a:t>
                      </a:r>
                    </a:p>
                  </a:txBody>
                  <a:tcPr anchor="ctr" marT="27432" marB="27432" marL="54864">
                    <a:solidFill>
                      <a:srgbClr val="FFFFFF"/>
                    </a:solidFill>
                  </a:tcPr>
                </a:tc>
              </a:tr>
              <a:tr h="653142">
                <a:tc>
                  <a:txBody>
                    <a:bodyPr/>
                    <a:lstStyle/>
                    <a:p>
                      <a:r>
                        <a:rPr sz="1050" b="1">
                          <a:solidFill>
                            <a:srgbClr val="003F7E"/>
                          </a:solidFill>
                          <a:latin typeface="游ゴシック"/>
                          <a:ea typeface="游ゴシック"/>
                          <a:cs typeface="游ゴシック"/>
                        </a:rPr>
                        <a:t>苛性ソーダ（NaOH）</a:t>
                      </a:r>
                    </a:p>
                  </a:txBody>
                  <a:tcPr anchor="ctr" marT="27432" marB="27432" marL="54864">
                    <a:solidFill>
                      <a:srgbClr val="D7E0E5"/>
                    </a:solidFill>
                  </a:tcPr>
                </a:tc>
                <a:tc>
                  <a:txBody>
                    <a:bodyPr/>
                    <a:lstStyle/>
                    <a:p>
                      <a:r>
                        <a:rPr sz="950" b="0">
                          <a:solidFill>
                            <a:srgbClr val="222222"/>
                          </a:solidFill>
                          <a:latin typeface="游ゴシック"/>
                          <a:ea typeface="游ゴシック"/>
                          <a:cs typeface="游ゴシック"/>
                        </a:rPr>
                        <a:t>スタートアップ時は投入しないベース。アルデヒドが多い局面ではアルドール縮合を促進し得るため、触媒交換後にアルデヒド低下を確認してから要否判断。</a:t>
                      </a:r>
                    </a:p>
                  </a:txBody>
                  <a:tcPr anchor="ctr" marT="27432" marB="27432" marL="54864">
                    <a:solidFill>
                      <a:srgbClr val="FFFFFF"/>
                    </a:solidFill>
                  </a:tcPr>
                </a:tc>
                <a:tc>
                  <a:txBody>
                    <a:bodyPr/>
                    <a:lstStyle/>
                    <a:p>
                      <a:pPr algn="ctr"/>
                      <a:r>
                        <a:rPr sz="950" b="0">
                          <a:solidFill>
                            <a:srgbClr val="222222"/>
                          </a:solidFill>
                          <a:latin typeface="游ゴシック"/>
                          <a:ea typeface="游ゴシック"/>
                          <a:cs typeface="游ゴシック"/>
                        </a:rPr>
                        <a:t>方針</a:t>
                      </a:r>
                    </a:p>
                  </a:txBody>
                  <a:tcPr anchor="ctr" marT="27432" marB="27432" marL="54864">
                    <a:solidFill>
                      <a:srgbClr val="FFFFFF"/>
                    </a:solidFill>
                  </a:tcPr>
                </a:tc>
              </a:tr>
              <a:tr h="653142">
                <a:tc>
                  <a:txBody>
                    <a:bodyPr/>
                    <a:lstStyle/>
                    <a:p>
                      <a:r>
                        <a:rPr sz="1050" b="1">
                          <a:solidFill>
                            <a:srgbClr val="003F7E"/>
                          </a:solidFill>
                          <a:latin typeface="游ゴシック"/>
                          <a:ea typeface="游ゴシック"/>
                          <a:cs typeface="游ゴシック"/>
                        </a:rPr>
                        <a:t>MEG塔温度</a:t>
                      </a:r>
                    </a:p>
                  </a:txBody>
                  <a:tcPr anchor="ctr" marT="27432" marB="27432" marL="54864">
                    <a:solidFill>
                      <a:srgbClr val="D7E0E5"/>
                    </a:solidFill>
                  </a:tcPr>
                </a:tc>
                <a:tc>
                  <a:txBody>
                    <a:bodyPr/>
                    <a:lstStyle/>
                    <a:p>
                      <a:r>
                        <a:rPr sz="950" b="0">
                          <a:solidFill>
                            <a:srgbClr val="222222"/>
                          </a:solidFill>
                          <a:latin typeface="游ゴシック"/>
                          <a:ea typeface="游ゴシック"/>
                          <a:cs typeface="游ゴシック"/>
                        </a:rPr>
                        <a:t>下げない方針。温度を下げるとアルデヒドが分解されず前駆体として下流に回り、かえって色相側に出る懸念があるため。</a:t>
                      </a:r>
                    </a:p>
                  </a:txBody>
                  <a:tcPr anchor="ctr" marT="27432" marB="27432" marL="54864">
                    <a:solidFill>
                      <a:srgbClr val="FFFFFF"/>
                    </a:solidFill>
                  </a:tcPr>
                </a:tc>
                <a:tc>
                  <a:txBody>
                    <a:bodyPr/>
                    <a:lstStyle/>
                    <a:p>
                      <a:pPr algn="ctr"/>
                      <a:r>
                        <a:rPr sz="950" b="0">
                          <a:solidFill>
                            <a:srgbClr val="222222"/>
                          </a:solidFill>
                          <a:latin typeface="游ゴシック"/>
                          <a:ea typeface="游ゴシック"/>
                          <a:cs typeface="游ゴシック"/>
                        </a:rPr>
                        <a:t>方針</a:t>
                      </a:r>
                    </a:p>
                  </a:txBody>
                  <a:tcPr anchor="ctr" marT="27432" marB="27432" marL="54864">
                    <a:solidFill>
                      <a:srgbClr val="FFFFFF"/>
                    </a:solidFill>
                  </a:tcPr>
                </a:tc>
              </a:tr>
              <a:tr h="653142">
                <a:tc>
                  <a:txBody>
                    <a:bodyPr/>
                    <a:lstStyle/>
                    <a:p>
                      <a:r>
                        <a:rPr sz="1050" b="1">
                          <a:solidFill>
                            <a:srgbClr val="003F7E"/>
                          </a:solidFill>
                          <a:latin typeface="游ゴシック"/>
                          <a:ea typeface="游ゴシック"/>
                          <a:cs typeface="游ゴシック"/>
                        </a:rPr>
                        <a:t>リン酸ナトリウム（Na₃PO₄）</a:t>
                      </a:r>
                    </a:p>
                  </a:txBody>
                  <a:tcPr anchor="ctr" marT="27432" marB="27432" marL="54864">
                    <a:solidFill>
                      <a:srgbClr val="D7E0E5"/>
                    </a:solidFill>
                  </a:tcPr>
                </a:tc>
                <a:tc>
                  <a:txBody>
                    <a:bodyPr/>
                    <a:lstStyle/>
                    <a:p>
                      <a:r>
                        <a:rPr sz="950" b="0">
                          <a:solidFill>
                            <a:srgbClr val="222222"/>
                          </a:solidFill>
                          <a:latin typeface="游ゴシック"/>
                          <a:ea typeface="游ゴシック"/>
                          <a:cs typeface="游ゴシック"/>
                        </a:rPr>
                        <a:t>保管中反応の緩和策。pH低下で縮合を抑える／金属を不活性化する効きがある（効き方は要検証）。置換（払い出しを伴う入替）とセットで運用。</a:t>
                      </a:r>
                    </a:p>
                  </a:txBody>
                  <a:tcPr anchor="ctr" marT="27432" marB="27432" marL="54864">
                    <a:solidFill>
                      <a:srgbClr val="FFFFFF"/>
                    </a:solidFill>
                  </a:tcPr>
                </a:tc>
                <a:tc>
                  <a:txBody>
                    <a:bodyPr/>
                    <a:lstStyle/>
                    <a:p>
                      <a:pPr algn="ctr"/>
                      <a:r>
                        <a:rPr sz="950" b="0">
                          <a:solidFill>
                            <a:srgbClr val="222222"/>
                          </a:solidFill>
                          <a:latin typeface="游ゴシック"/>
                          <a:ea typeface="游ゴシック"/>
                          <a:cs typeface="游ゴシック"/>
                        </a:rPr>
                        <a:t>緩和・要検証</a:t>
                      </a:r>
                    </a:p>
                  </a:txBody>
                  <a:tcPr anchor="ctr" marT="27432" marB="27432" marL="54864">
                    <a:solidFill>
                      <a:srgbClr val="FFFFFF"/>
                    </a:solidFill>
                  </a:tcPr>
                </a:tc>
              </a:tr>
              <a:tr h="653148">
                <a:tc>
                  <a:txBody>
                    <a:bodyPr/>
                    <a:lstStyle/>
                    <a:p>
                      <a:r>
                        <a:rPr sz="1050" b="1">
                          <a:solidFill>
                            <a:srgbClr val="003F7E"/>
                          </a:solidFill>
                          <a:latin typeface="游ゴシック"/>
                          <a:ea typeface="游ゴシック"/>
                          <a:cs typeface="游ゴシック"/>
                        </a:rPr>
                        <a:t>出口（DEGラインのIER）</a:t>
                      </a:r>
                    </a:p>
                  </a:txBody>
                  <a:tcPr anchor="ctr" marT="27432" marB="27432" marL="54864">
                    <a:solidFill>
                      <a:srgbClr val="D7E0E5"/>
                    </a:solidFill>
                  </a:tcPr>
                </a:tc>
                <a:tc>
                  <a:txBody>
                    <a:bodyPr/>
                    <a:lstStyle/>
                    <a:p>
                      <a:r>
                        <a:rPr sz="950" b="0">
                          <a:solidFill>
                            <a:srgbClr val="222222"/>
                          </a:solidFill>
                          <a:latin typeface="游ゴシック"/>
                          <a:ea typeface="游ゴシック"/>
                          <a:cs typeface="游ゴシック"/>
                        </a:rPr>
                        <a:t>前段で抑えきれない場合の出口戦略として、DEGラインへの樹脂設置を検討（実DEGの通液テストを予定）。</a:t>
                      </a:r>
                    </a:p>
                  </a:txBody>
                  <a:tcPr anchor="ctr" marT="27432" marB="27432" marL="54864">
                    <a:solidFill>
                      <a:srgbClr val="FFFFFF"/>
                    </a:solidFill>
                  </a:tcPr>
                </a:tc>
                <a:tc>
                  <a:txBody>
                    <a:bodyPr/>
                    <a:lstStyle/>
                    <a:p>
                      <a:pPr algn="ctr"/>
                      <a:r>
                        <a:rPr sz="950" b="0">
                          <a:solidFill>
                            <a:srgbClr val="222222"/>
                          </a:solidFill>
                          <a:latin typeface="游ゴシック"/>
                          <a:ea typeface="游ゴシック"/>
                          <a:cs typeface="游ゴシック"/>
                        </a:rPr>
                        <a:t>検討中</a:t>
                      </a:r>
                    </a:p>
                  </a:txBody>
                  <a:tcPr anchor="ctr" marT="27432" marB="27432" marL="54864">
                    <a:solidFill>
                      <a:srgbClr val="FFFFFF"/>
                    </a:solidFill>
                  </a:tcPr>
                </a:tc>
              </a:tr>
            </a:tbl>
          </a:graphicData>
        </a:graphic>
      </p:graphicFrame>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400" b="1">
                <a:solidFill>
                  <a:srgbClr val="000000"/>
                </a:solidFill>
                <a:latin typeface="游ゴシック"/>
                <a:ea typeface="游ゴシック"/>
                <a:cs typeface="游ゴシック"/>
              </a:rPr>
              <a:t>出荷再開に向けた品質管理・早期判定</a:t>
            </a:r>
          </a:p>
        </p:txBody>
      </p:sp>
      <p:sp>
        <p:nvSpPr>
          <p:cNvPr id="3" name="TextBox 2"/>
          <p:cNvSpPr txBox="1"/>
          <p:nvPr/>
        </p:nvSpPr>
        <p:spPr>
          <a:xfrm>
            <a:off x="502920" y="1371600"/>
            <a:ext cx="6492240" cy="4937760"/>
          </a:xfrm>
          <a:prstGeom prst="rect">
            <a:avLst/>
          </a:prstGeom>
          <a:noFill/>
        </p:spPr>
        <p:txBody>
          <a:bodyPr wrap="square">
            <a:spAutoFit/>
          </a:bodyPr>
          <a:lstStyle/>
          <a:p>
            <a:pPr>
              <a:spcBef>
                <a:spcPts val="0"/>
              </a:spcBef>
              <a:spcAft>
                <a:spcPts val="1200"/>
              </a:spcAft>
            </a:pPr>
            <a:r>
              <a:rPr sz="1300" b="0">
                <a:solidFill>
                  <a:srgbClr val="222222"/>
                </a:solidFill>
                <a:latin typeface="游ゴシック"/>
                <a:ea typeface="游ゴシック"/>
                <a:cs typeface="游ゴシック"/>
              </a:rPr>
              <a:t>・再稼働後の初期流動品は、APHAを含む社内規格全項目で規格内を確認。</a:t>
            </a:r>
          </a:p>
          <a:p>
            <a:pPr>
              <a:spcBef>
                <a:spcPts val="0"/>
              </a:spcBef>
              <a:spcAft>
                <a:spcPts val="1200"/>
              </a:spcAft>
            </a:pPr>
            <a:r>
              <a:rPr sz="1300" b="0">
                <a:solidFill>
                  <a:srgbClr val="222222"/>
                </a:solidFill>
                <a:latin typeface="游ゴシック"/>
                <a:ea typeface="游ゴシック"/>
                <a:cs typeface="游ゴシック"/>
              </a:rPr>
              <a:t>・初期流動品はタンク保管中の色相・UVスペクトルの経時変化が無いことを確認してから出荷。</a:t>
            </a:r>
          </a:p>
          <a:p>
            <a:pPr>
              <a:spcBef>
                <a:spcPts val="0"/>
              </a:spcBef>
              <a:spcAft>
                <a:spcPts val="1200"/>
              </a:spcAft>
            </a:pPr>
            <a:r>
              <a:rPr sz="1300" b="0">
                <a:solidFill>
                  <a:srgbClr val="222222"/>
                </a:solidFill>
                <a:latin typeface="游ゴシック"/>
                <a:ea typeface="游ゴシック"/>
                <a:cs typeface="游ゴシック"/>
              </a:rPr>
              <a:t>・早期判定はUV450nmを主指標とする（悪化品は約0.004/日上昇、正常品は0.002で不動）。UV330nm（Na非含有領域）を補助に用いる。</a:t>
            </a:r>
          </a:p>
          <a:p>
            <a:pPr>
              <a:spcBef>
                <a:spcPts val="0"/>
              </a:spcBef>
              <a:spcAft>
                <a:spcPts val="1200"/>
              </a:spcAft>
            </a:pPr>
            <a:r>
              <a:rPr sz="1300" b="0">
                <a:solidFill>
                  <a:srgbClr val="222222"/>
                </a:solidFill>
                <a:latin typeface="游ゴシック"/>
                <a:ea typeface="游ゴシック"/>
                <a:cs typeface="游ゴシック"/>
              </a:rPr>
              <a:t>・色相の律速は後段の縮合（UV450nm）であり、アルデヒド量は先行指標としての相関が弱い（アクロレインとAPHAも相関しない）。このためトータルアルデヒド監視は採用しない（現行のDNPH法以上の情報は得られない見込み）。</a:t>
            </a:r>
          </a:p>
          <a:p>
            <a:pPr>
              <a:spcBef>
                <a:spcPts val="0"/>
              </a:spcBef>
              <a:spcAft>
                <a:spcPts val="1200"/>
              </a:spcAft>
            </a:pPr>
            <a:r>
              <a:rPr sz="1300" b="0">
                <a:solidFill>
                  <a:srgbClr val="222222"/>
                </a:solidFill>
                <a:latin typeface="游ゴシック"/>
                <a:ea typeface="游ゴシック"/>
                <a:cs typeface="游ゴシック"/>
              </a:rPr>
              <a:t>・ストリーム／タンクの切り分けのため、製品ストリームを窒素雰囲気のボンベで採取し経時を確認する。</a:t>
            </a:r>
          </a:p>
          <a:p>
            <a:pPr>
              <a:spcBef>
                <a:spcPts val="0"/>
              </a:spcBef>
              <a:spcAft>
                <a:spcPts val="1200"/>
              </a:spcAft>
            </a:pPr>
            <a:r>
              <a:rPr sz="1300" b="0">
                <a:solidFill>
                  <a:srgbClr val="222222"/>
                </a:solidFill>
                <a:latin typeface="游ゴシック"/>
                <a:ea typeface="游ゴシック"/>
                <a:cs typeface="游ゴシック"/>
              </a:rPr>
              <a:t>・出荷再開の判定基準（オンスペック判定／タンク経時の観察期間／UV450nmの日次傾きの閾値／初期流動品の解除ロット数）は、本対策会議で具体値を確定する（決め事）。</a:t>
            </a:r>
          </a:p>
        </p:txBody>
      </p:sp>
      <p:pic>
        <p:nvPicPr>
          <p:cNvPr id="4" name="Picture 3" descr="uv450_trend.png"/>
          <p:cNvPicPr>
            <a:picLocks noChangeAspect="1"/>
          </p:cNvPicPr>
          <p:nvPr/>
        </p:nvPicPr>
        <p:blipFill>
          <a:blip r:embed="rId2"/>
          <a:stretch>
            <a:fillRect/>
          </a:stretch>
        </p:blipFill>
        <p:spPr>
          <a:xfrm>
            <a:off x="7132320" y="2286000"/>
            <a:ext cx="4846320" cy="2635055"/>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400" b="1">
                <a:solidFill>
                  <a:srgbClr val="000000"/>
                </a:solidFill>
                <a:latin typeface="游ゴシック"/>
                <a:ea typeface="游ゴシック"/>
                <a:cs typeface="游ゴシック"/>
              </a:rPr>
              <a:t>出荷判定の運用（歯止め）</a:t>
            </a:r>
          </a:p>
        </p:txBody>
      </p:sp>
      <p:sp>
        <p:nvSpPr>
          <p:cNvPr id="3" name="TextBox 2"/>
          <p:cNvSpPr txBox="1"/>
          <p:nvPr/>
        </p:nvSpPr>
        <p:spPr>
          <a:xfrm>
            <a:off x="548640" y="1234440"/>
            <a:ext cx="11064240" cy="457200"/>
          </a:xfrm>
          <a:prstGeom prst="rect">
            <a:avLst/>
          </a:prstGeom>
          <a:noFill/>
        </p:spPr>
        <p:txBody>
          <a:bodyPr wrap="square">
            <a:spAutoFit/>
          </a:bodyPr>
          <a:lstStyle/>
          <a:p>
            <a:pPr>
              <a:spcBef>
                <a:spcPts val="0"/>
              </a:spcBef>
              <a:spcAft>
                <a:spcPts val="400"/>
              </a:spcAft>
            </a:pPr>
            <a:r>
              <a:rPr sz="1100" b="0">
                <a:solidFill>
                  <a:srgbClr val="666666"/>
                </a:solidFill>
                <a:latin typeface="游ゴシック"/>
                <a:ea typeface="游ゴシック"/>
                <a:cs typeface="游ゴシック"/>
              </a:rPr>
              <a:t>メカニズム（仮説）の真偽に依らず、この出口実測の歯止めで出荷可否を判定する。「本会議で確定」とした具体値（日数・閾値・承認者・回収範囲）を本対策会議で固める。</a:t>
            </a:r>
          </a:p>
        </p:txBody>
      </p:sp>
      <p:graphicFrame>
        <p:nvGraphicFramePr>
          <p:cNvPr id="4" name="Table 3"/>
          <p:cNvGraphicFramePr>
            <a:graphicFrameLocks noGrp="1"/>
          </p:cNvGraphicFramePr>
          <p:nvPr/>
        </p:nvGraphicFramePr>
        <p:xfrm>
          <a:off x="548640" y="1783080"/>
          <a:ext cx="11064240" cy="4297680"/>
        </p:xfrm>
        <a:graphic>
          <a:graphicData uri="http://schemas.openxmlformats.org/drawingml/2006/table">
            <a:tbl>
              <a:tblPr firstRow="1" bandRow="1">
                <a:tableStyleId>{5C22544A-7EE6-4342-B048-85BDC9FD1C3A}</a:tableStyleId>
              </a:tblPr>
              <a:tblGrid>
                <a:gridCol w="2926080"/>
                <a:gridCol w="8138160"/>
              </a:tblGrid>
              <a:tr h="537210">
                <a:tc>
                  <a:txBody>
                    <a:bodyPr/>
                    <a:lstStyle/>
                    <a:p>
                      <a:r>
                        <a:rPr sz="1100" b="1">
                          <a:solidFill>
                            <a:srgbClr val="003F7E"/>
                          </a:solidFill>
                          <a:latin typeface="游ゴシック"/>
                          <a:ea typeface="游ゴシック"/>
                          <a:cs typeface="游ゴシック"/>
                        </a:rPr>
                        <a:t>項目</a:t>
                      </a:r>
                    </a:p>
                  </a:txBody>
                  <a:tcPr anchor="ctr" marT="27432" marB="27432" marL="54864">
                    <a:solidFill>
                      <a:srgbClr val="EBEFF2"/>
                    </a:solidFill>
                  </a:tcPr>
                </a:tc>
                <a:tc>
                  <a:txBody>
                    <a:bodyPr/>
                    <a:lstStyle/>
                    <a:p>
                      <a:r>
                        <a:rPr sz="1100" b="1">
                          <a:solidFill>
                            <a:srgbClr val="003F7E"/>
                          </a:solidFill>
                          <a:latin typeface="游ゴシック"/>
                          <a:ea typeface="游ゴシック"/>
                          <a:cs typeface="游ゴシック"/>
                        </a:rPr>
                        <a:t>運用（「本会議で確定」＝具体値は本対策会議で固める）</a:t>
                      </a:r>
                    </a:p>
                  </a:txBody>
                  <a:tcPr anchor="ctr" marT="27432" marB="27432" marL="54864">
                    <a:solidFill>
                      <a:srgbClr val="EBEFF2"/>
                    </a:solidFill>
                  </a:tcPr>
                </a:tc>
              </a:tr>
              <a:tr h="537210">
                <a:tc>
                  <a:txBody>
                    <a:bodyPr/>
                    <a:lstStyle/>
                    <a:p>
                      <a:r>
                        <a:rPr sz="1050" b="1">
                          <a:solidFill>
                            <a:srgbClr val="003F7E"/>
                          </a:solidFill>
                          <a:latin typeface="游ゴシック"/>
                          <a:ea typeface="游ゴシック"/>
                          <a:cs typeface="游ゴシック"/>
                        </a:rPr>
                        <a:t>監視項目</a:t>
                      </a:r>
                    </a:p>
                  </a:txBody>
                  <a:tcPr anchor="ctr" marT="27432" marB="27432" marL="54864">
                    <a:solidFill>
                      <a:srgbClr val="D7E0E5"/>
                    </a:solidFill>
                  </a:tcPr>
                </a:tc>
                <a:tc>
                  <a:txBody>
                    <a:bodyPr/>
                    <a:lstStyle/>
                    <a:p>
                      <a:r>
                        <a:rPr sz="1000" b="0">
                          <a:solidFill>
                            <a:srgbClr val="222222"/>
                          </a:solidFill>
                          <a:latin typeface="游ゴシック"/>
                          <a:ea typeface="游ゴシック"/>
                          <a:cs typeface="游ゴシック"/>
                        </a:rPr>
                        <a:t>APHA（全項目規格）＋UV450nm（早期判定の主指標）＋UV330nm（補助）。</a:t>
                      </a:r>
                    </a:p>
                  </a:txBody>
                  <a:tcPr anchor="ctr" marT="27432" marB="27432" marL="54864">
                    <a:solidFill>
                      <a:srgbClr val="FFFFFF"/>
                    </a:solidFill>
                  </a:tcPr>
                </a:tc>
              </a:tr>
              <a:tr h="537210">
                <a:tc>
                  <a:txBody>
                    <a:bodyPr/>
                    <a:lstStyle/>
                    <a:p>
                      <a:r>
                        <a:rPr sz="1050" b="1">
                          <a:solidFill>
                            <a:srgbClr val="003F7E"/>
                          </a:solidFill>
                          <a:latin typeface="游ゴシック"/>
                          <a:ea typeface="游ゴシック"/>
                          <a:cs typeface="游ゴシック"/>
                        </a:rPr>
                        <a:t>監視期間</a:t>
                      </a:r>
                    </a:p>
                  </a:txBody>
                  <a:tcPr anchor="ctr" marT="27432" marB="27432" marL="54864">
                    <a:solidFill>
                      <a:srgbClr val="D7E0E5"/>
                    </a:solidFill>
                  </a:tcPr>
                </a:tc>
                <a:tc>
                  <a:txBody>
                    <a:bodyPr/>
                    <a:lstStyle/>
                    <a:p>
                      <a:r>
                        <a:rPr sz="1000" b="0">
                          <a:solidFill>
                            <a:srgbClr val="222222"/>
                          </a:solidFill>
                          <a:latin typeface="游ゴシック"/>
                          <a:ea typeface="游ゴシック"/>
                          <a:cs typeface="游ゴシック"/>
                        </a:rPr>
                        <a:t>タンク保管中の経時を確認（必要日数は本会議で確定。UV450は実績上1日後から傾きで判別可）。</a:t>
                      </a:r>
                    </a:p>
                  </a:txBody>
                  <a:tcPr anchor="ctr" marT="27432" marB="27432" marL="54864">
                    <a:solidFill>
                      <a:srgbClr val="FFFFFF"/>
                    </a:solidFill>
                  </a:tcPr>
                </a:tc>
              </a:tr>
              <a:tr h="537210">
                <a:tc>
                  <a:txBody>
                    <a:bodyPr/>
                    <a:lstStyle/>
                    <a:p>
                      <a:r>
                        <a:rPr sz="1050" b="1">
                          <a:solidFill>
                            <a:srgbClr val="003F7E"/>
                          </a:solidFill>
                          <a:latin typeface="游ゴシック"/>
                          <a:ea typeface="游ゴシック"/>
                          <a:cs typeface="游ゴシック"/>
                        </a:rPr>
                        <a:t>合格基準</a:t>
                      </a:r>
                    </a:p>
                  </a:txBody>
                  <a:tcPr anchor="ctr" marT="27432" marB="27432" marL="54864">
                    <a:solidFill>
                      <a:srgbClr val="D7E0E5"/>
                    </a:solidFill>
                  </a:tcPr>
                </a:tc>
                <a:tc>
                  <a:txBody>
                    <a:bodyPr/>
                    <a:lstStyle/>
                    <a:p>
                      <a:r>
                        <a:rPr sz="1000" b="0">
                          <a:solidFill>
                            <a:srgbClr val="222222"/>
                          </a:solidFill>
                          <a:latin typeface="游ゴシック"/>
                          <a:ea typeface="游ゴシック"/>
                          <a:cs typeface="游ゴシック"/>
                        </a:rPr>
                        <a:t>全項目が規格内、かつUV450nmの日次の傾きが基準内（傾き上限・累積ΔAPHAの具体値は本会議で確定）。</a:t>
                      </a:r>
                    </a:p>
                  </a:txBody>
                  <a:tcPr anchor="ctr" marT="27432" marB="27432" marL="54864">
                    <a:solidFill>
                      <a:srgbClr val="FFFFFF"/>
                    </a:solidFill>
                  </a:tcPr>
                </a:tc>
              </a:tr>
              <a:tr h="537210">
                <a:tc>
                  <a:txBody>
                    <a:bodyPr/>
                    <a:lstStyle/>
                    <a:p>
                      <a:r>
                        <a:rPr sz="1050" b="1">
                          <a:solidFill>
                            <a:srgbClr val="003F7E"/>
                          </a:solidFill>
                          <a:latin typeface="游ゴシック"/>
                          <a:ea typeface="游ゴシック"/>
                          <a:cs typeface="游ゴシック"/>
                        </a:rPr>
                        <a:t>出荷可否の承認</a:t>
                      </a:r>
                    </a:p>
                  </a:txBody>
                  <a:tcPr anchor="ctr" marT="27432" marB="27432" marL="54864">
                    <a:solidFill>
                      <a:srgbClr val="D7E0E5"/>
                    </a:solidFill>
                  </a:tcPr>
                </a:tc>
                <a:tc>
                  <a:txBody>
                    <a:bodyPr/>
                    <a:lstStyle/>
                    <a:p>
                      <a:r>
                        <a:rPr sz="1000" b="0">
                          <a:solidFill>
                            <a:srgbClr val="222222"/>
                          </a:solidFill>
                          <a:latin typeface="游ゴシック"/>
                          <a:ea typeface="游ゴシック"/>
                          <a:cs typeface="游ゴシック"/>
                        </a:rPr>
                        <a:t>確認結果に基づき出荷可否を判断（承認の担当・手順は本会議で確定）。</a:t>
                      </a:r>
                    </a:p>
                  </a:txBody>
                  <a:tcPr anchor="ctr" marT="27432" marB="27432" marL="54864">
                    <a:solidFill>
                      <a:srgbClr val="FFFFFF"/>
                    </a:solidFill>
                  </a:tcPr>
                </a:tc>
              </a:tr>
              <a:tr h="537210">
                <a:tc>
                  <a:txBody>
                    <a:bodyPr/>
                    <a:lstStyle/>
                    <a:p>
                      <a:r>
                        <a:rPr sz="1050" b="1">
                          <a:solidFill>
                            <a:srgbClr val="003F7E"/>
                          </a:solidFill>
                          <a:latin typeface="游ゴシック"/>
                          <a:ea typeface="游ゴシック"/>
                          <a:cs typeface="游ゴシック"/>
                        </a:rPr>
                        <a:t>出荷停止トリガー</a:t>
                      </a:r>
                    </a:p>
                  </a:txBody>
                  <a:tcPr anchor="ctr" marT="27432" marB="27432" marL="54864">
                    <a:solidFill>
                      <a:srgbClr val="D7E0E5"/>
                    </a:solidFill>
                  </a:tcPr>
                </a:tc>
                <a:tc>
                  <a:txBody>
                    <a:bodyPr/>
                    <a:lstStyle/>
                    <a:p>
                      <a:r>
                        <a:rPr sz="1000" b="0">
                          <a:solidFill>
                            <a:srgbClr val="222222"/>
                          </a:solidFill>
                          <a:latin typeface="游ゴシック"/>
                          <a:ea typeface="游ゴシック"/>
                          <a:cs typeface="游ゴシック"/>
                        </a:rPr>
                        <a:t>初期流動品が規格内でも、その後UV450の傾きが基準を超えたら出荷停止。</a:t>
                      </a:r>
                    </a:p>
                  </a:txBody>
                  <a:tcPr anchor="ctr" marT="27432" marB="27432" marL="54864">
                    <a:solidFill>
                      <a:srgbClr val="FFFFFF"/>
                    </a:solidFill>
                  </a:tcPr>
                </a:tc>
              </a:tr>
              <a:tr h="537210">
                <a:tc>
                  <a:txBody>
                    <a:bodyPr/>
                    <a:lstStyle/>
                    <a:p>
                      <a:r>
                        <a:rPr sz="1050" b="1">
                          <a:solidFill>
                            <a:srgbClr val="003F7E"/>
                          </a:solidFill>
                          <a:latin typeface="游ゴシック"/>
                          <a:ea typeface="游ゴシック"/>
                          <a:cs typeface="游ゴシック"/>
                        </a:rPr>
                        <a:t>在庫回収の範囲</a:t>
                      </a:r>
                    </a:p>
                  </a:txBody>
                  <a:tcPr anchor="ctr" marT="27432" marB="27432" marL="54864">
                    <a:solidFill>
                      <a:srgbClr val="D7E0E5"/>
                    </a:solidFill>
                  </a:tcPr>
                </a:tc>
                <a:tc>
                  <a:txBody>
                    <a:bodyPr/>
                    <a:lstStyle/>
                    <a:p>
                      <a:r>
                        <a:rPr sz="1000" b="0">
                          <a:solidFill>
                            <a:srgbClr val="222222"/>
                          </a:solidFill>
                          <a:latin typeface="游ゴシック"/>
                          <a:ea typeface="游ゴシック"/>
                          <a:cs typeface="游ゴシック"/>
                        </a:rPr>
                        <a:t>停止時の対象ロット範囲をあらかじめ規定（本会議で確定）。</a:t>
                      </a:r>
                    </a:p>
                  </a:txBody>
                  <a:tcPr anchor="ctr" marT="27432" marB="27432" marL="54864">
                    <a:solidFill>
                      <a:srgbClr val="FFFFFF"/>
                    </a:solidFill>
                  </a:tcPr>
                </a:tc>
              </a:tr>
              <a:tr h="537210">
                <a:tc>
                  <a:txBody>
                    <a:bodyPr/>
                    <a:lstStyle/>
                    <a:p>
                      <a:r>
                        <a:rPr sz="1050" b="1">
                          <a:solidFill>
                            <a:srgbClr val="003F7E"/>
                          </a:solidFill>
                          <a:latin typeface="游ゴシック"/>
                          <a:ea typeface="游ゴシック"/>
                          <a:cs typeface="游ゴシック"/>
                        </a:rPr>
                        <a:t>早期判定の保険</a:t>
                      </a:r>
                    </a:p>
                  </a:txBody>
                  <a:tcPr anchor="ctr" marT="27432" marB="27432" marL="54864">
                    <a:solidFill>
                      <a:srgbClr val="D7E0E5"/>
                    </a:solidFill>
                  </a:tcPr>
                </a:tc>
                <a:tc>
                  <a:txBody>
                    <a:bodyPr/>
                    <a:lstStyle/>
                    <a:p>
                      <a:r>
                        <a:rPr sz="1000" b="0">
                          <a:solidFill>
                            <a:srgbClr val="222222"/>
                          </a:solidFill>
                          <a:latin typeface="游ゴシック"/>
                          <a:ea typeface="游ゴシック"/>
                          <a:cs typeface="游ゴシック"/>
                        </a:rPr>
                        <a:t>UV450単独に依らず、全項目規格内を必須とし保守的マージンを併用（偽陰性対策）。</a:t>
                      </a:r>
                    </a:p>
                  </a:txBody>
                  <a:tcPr anchor="ctr" marT="27432" marB="27432" marL="54864">
                    <a:solidFill>
                      <a:srgbClr val="FFFFFF"/>
                    </a:solidFill>
                  </a:tcPr>
                </a:tc>
              </a:tr>
            </a:tbl>
          </a:graphicData>
        </a:graphic>
      </p:graphicFrame>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400" b="1">
                <a:solidFill>
                  <a:srgbClr val="000000"/>
                </a:solidFill>
                <a:latin typeface="游ゴシック"/>
                <a:ea typeface="游ゴシック"/>
                <a:cs typeface="游ゴシック"/>
              </a:rPr>
              <a:t>スタートアップに向けて（対応と進め方）</a:t>
            </a:r>
          </a:p>
        </p:txBody>
      </p:sp>
      <p:sp>
        <p:nvSpPr>
          <p:cNvPr id="3" name="Rounded Rectangle 2"/>
          <p:cNvSpPr/>
          <p:nvPr/>
        </p:nvSpPr>
        <p:spPr>
          <a:xfrm>
            <a:off x="548640" y="1371600"/>
            <a:ext cx="11064240" cy="1078992"/>
          </a:xfrm>
          <a:prstGeom prst="roundRect">
            <a:avLst/>
          </a:prstGeom>
          <a:solidFill>
            <a:srgbClr val="EBEFF2"/>
          </a:solidFill>
          <a:ln w="12700">
            <a:solidFill>
              <a:srgbClr val="C9D2D8"/>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09728"/>
          <a:lstStyle/>
          <a:p>
            <a:pPr algn="ctr"/>
            <a:r>
              <a:rPr sz="1400" b="1">
                <a:solidFill>
                  <a:srgbClr val="000000"/>
                </a:solidFill>
                <a:latin typeface="游ゴシック"/>
                <a:ea typeface="游ゴシック"/>
                <a:cs typeface="游ゴシック"/>
              </a:rPr>
              <a:t>① 対応は整った</a:t>
            </a:r>
          </a:p>
          <a:p>
            <a:r>
              <a:rPr sz="1200">
                <a:solidFill>
                  <a:srgbClr val="222222"/>
                </a:solidFill>
                <a:latin typeface="游ゴシック"/>
                <a:ea typeface="游ゴシック"/>
                <a:cs typeface="游ゴシック"/>
              </a:rPr>
              <a:t>触媒交換（実施済）・設備洗浄（実施済）・運転条件（NaOH非投入／MEG塔温度を下げない／リン酸で緩和）。色相悪化の再発を抑える備えができた。</a:t>
            </a:r>
          </a:p>
        </p:txBody>
      </p:sp>
      <p:sp>
        <p:nvSpPr>
          <p:cNvPr id="4" name="Rounded Rectangle 3"/>
          <p:cNvSpPr/>
          <p:nvPr/>
        </p:nvSpPr>
        <p:spPr>
          <a:xfrm>
            <a:off x="548640" y="2560320"/>
            <a:ext cx="11064240" cy="1078992"/>
          </a:xfrm>
          <a:prstGeom prst="roundRect">
            <a:avLst/>
          </a:prstGeom>
          <a:solidFill>
            <a:srgbClr val="EBEFF2"/>
          </a:solidFill>
          <a:ln w="12700">
            <a:solidFill>
              <a:srgbClr val="C9D2D8"/>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09728"/>
          <a:lstStyle/>
          <a:p>
            <a:pPr algn="ctr"/>
            <a:r>
              <a:rPr sz="1400" b="1">
                <a:solidFill>
                  <a:srgbClr val="000000"/>
                </a:solidFill>
                <a:latin typeface="游ゴシック"/>
                <a:ea typeface="游ゴシック"/>
                <a:cs typeface="游ゴシック"/>
              </a:rPr>
              <a:t>② 出口実測で歯止めをかけながら進める</a:t>
            </a:r>
          </a:p>
          <a:p>
            <a:r>
              <a:rPr sz="1200">
                <a:solidFill>
                  <a:srgbClr val="222222"/>
                </a:solidFill>
                <a:latin typeface="游ゴシック"/>
                <a:ea typeface="游ゴシック"/>
                <a:cs typeface="游ゴシック"/>
              </a:rPr>
              <a:t>初期流動品が全項目規格内、かつタンク保管中のUV・色相が経時で不変であることを確認しながら出荷を再開する。仮説の真偽に依らず実測で歯止め。判定基準の具体値は本会議で確定。</a:t>
            </a:r>
          </a:p>
        </p:txBody>
      </p:sp>
      <p:sp>
        <p:nvSpPr>
          <p:cNvPr id="5" name="Rounded Rectangle 4"/>
          <p:cNvSpPr/>
          <p:nvPr/>
        </p:nvSpPr>
        <p:spPr>
          <a:xfrm>
            <a:off x="548640" y="3749039"/>
            <a:ext cx="11064240" cy="1078992"/>
          </a:xfrm>
          <a:prstGeom prst="roundRect">
            <a:avLst/>
          </a:prstGeom>
          <a:solidFill>
            <a:srgbClr val="EBEFF2"/>
          </a:solidFill>
          <a:ln w="12700">
            <a:solidFill>
              <a:srgbClr val="C9D2D8"/>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09728"/>
          <a:lstStyle/>
          <a:p>
            <a:pPr algn="ctr"/>
            <a:r>
              <a:rPr sz="1400" b="1">
                <a:solidFill>
                  <a:srgbClr val="000000"/>
                </a:solidFill>
                <a:latin typeface="游ゴシック"/>
                <a:ea typeface="游ゴシック"/>
                <a:cs typeface="游ゴシック"/>
              </a:rPr>
              <a:t>③ なぜ起きたか（参考）</a:t>
            </a:r>
          </a:p>
          <a:p>
            <a:r>
              <a:rPr sz="1200">
                <a:solidFill>
                  <a:srgbClr val="222222"/>
                </a:solidFill>
                <a:latin typeface="游ゴシック"/>
                <a:ea typeface="游ゴシック"/>
                <a:cs typeface="游ゴシック"/>
              </a:rPr>
              <a:t>触媒劣化で増えたアルデヒドが縮合して前駆体になり、タンクで熟成・共役伸長して450nm（最有力仮説・ベンチ未再現）。</a:t>
            </a:r>
          </a:p>
        </p:txBody>
      </p:sp>
      <p:sp>
        <p:nvSpPr>
          <p:cNvPr id="6" name="Rounded Rectangle 5"/>
          <p:cNvSpPr/>
          <p:nvPr/>
        </p:nvSpPr>
        <p:spPr>
          <a:xfrm>
            <a:off x="548640" y="5074920"/>
            <a:ext cx="11064240" cy="868680"/>
          </a:xfrm>
          <a:prstGeom prst="roundRect">
            <a:avLst/>
          </a:prstGeom>
          <a:solidFill>
            <a:srgbClr val="DCE6EF"/>
          </a:solidFill>
          <a:ln w="15875">
            <a:solidFill>
              <a:srgbClr val="005BAB"/>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73152"/>
          <a:lstStyle/>
          <a:p>
            <a:pPr algn="ctr"/>
            <a:r>
              <a:rPr sz="1550" b="1">
                <a:solidFill>
                  <a:srgbClr val="000000"/>
                </a:solidFill>
                <a:latin typeface="游ゴシック"/>
                <a:ea typeface="游ゴシック"/>
                <a:cs typeface="游ゴシック"/>
              </a:rPr>
              <a:t>上記の対応と出口実測の歯止めのもとで、プラントのスタートアップを進める。</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400" b="1">
                <a:solidFill>
                  <a:srgbClr val="000000"/>
                </a:solidFill>
                <a:latin typeface="游ゴシック"/>
                <a:ea typeface="游ゴシック"/>
                <a:cs typeface="游ゴシック"/>
              </a:rPr>
              <a:t>（参考）工程別グリッド</a:t>
            </a:r>
          </a:p>
        </p:txBody>
      </p:sp>
      <p:sp>
        <p:nvSpPr>
          <p:cNvPr id="3" name="TextBox 2"/>
          <p:cNvSpPr txBox="1"/>
          <p:nvPr/>
        </p:nvSpPr>
        <p:spPr>
          <a:xfrm>
            <a:off x="320040" y="1170432"/>
            <a:ext cx="11521440" cy="411480"/>
          </a:xfrm>
          <a:prstGeom prst="rect">
            <a:avLst/>
          </a:prstGeom>
          <a:noFill/>
        </p:spPr>
        <p:txBody>
          <a:bodyPr wrap="square">
            <a:spAutoFit/>
          </a:bodyPr>
          <a:lstStyle/>
          <a:p>
            <a:pPr>
              <a:spcBef>
                <a:spcPts val="0"/>
              </a:spcBef>
              <a:spcAft>
                <a:spcPts val="400"/>
              </a:spcAft>
            </a:pPr>
            <a:r>
              <a:rPr sz="1000" b="0">
                <a:solidFill>
                  <a:srgbClr val="666666"/>
                </a:solidFill>
                <a:latin typeface="游ゴシック"/>
                <a:ea typeface="游ゴシック"/>
                <a:cs typeface="游ゴシック"/>
              </a:rPr>
              <a:t>横＝工程／縦＝項目。空欄＝確実な情報なし（無理に埋めない）。◎○△＝裏付けの強さ。色＝緑：事実／灰：一般原理／青灰：小結論。</a:t>
            </a:r>
          </a:p>
        </p:txBody>
      </p:sp>
      <p:graphicFrame>
        <p:nvGraphicFramePr>
          <p:cNvPr id="4" name="Table 3"/>
          <p:cNvGraphicFramePr>
            <a:graphicFrameLocks noGrp="1"/>
          </p:cNvGraphicFramePr>
          <p:nvPr/>
        </p:nvGraphicFramePr>
        <p:xfrm>
          <a:off x="320040" y="1627632"/>
          <a:ext cx="11521439" cy="4846320"/>
        </p:xfrm>
        <a:graphic>
          <a:graphicData uri="http://schemas.openxmlformats.org/drawingml/2006/table">
            <a:tbl>
              <a:tblPr firstRow="1" bandRow="1">
                <a:tableStyleId>{5C22544A-7EE6-4342-B048-85BDC9FD1C3A}</a:tableStyleId>
              </a:tblPr>
              <a:tblGrid>
                <a:gridCol w="1371600"/>
                <a:gridCol w="1449977"/>
                <a:gridCol w="1449977"/>
                <a:gridCol w="1449977"/>
                <a:gridCol w="1449977"/>
                <a:gridCol w="1449977"/>
                <a:gridCol w="1449977"/>
                <a:gridCol w="1449977"/>
              </a:tblGrid>
              <a:tr h="692331">
                <a:tc>
                  <a:txBody>
                    <a:bodyPr/>
                    <a:lstStyle/>
                    <a:p>
                      <a:r>
                        <a:rPr sz="800" b="1">
                          <a:solidFill>
                            <a:srgbClr val="003F7E"/>
                          </a:solidFill>
                          <a:latin typeface="游ゴシック"/>
                          <a:ea typeface="游ゴシック"/>
                          <a:cs typeface="游ゴシック"/>
                        </a:rPr>
                        <a:t>項目</a:t>
                      </a:r>
                    </a:p>
                  </a:txBody>
                  <a:tcPr anchor="t" marL="27432" marR="18288" marT="18288" marB="18288">
                    <a:solidFill>
                      <a:srgbClr val="EBEFF2"/>
                    </a:solidFill>
                  </a:tcPr>
                </a:tc>
                <a:tc>
                  <a:txBody>
                    <a:bodyPr/>
                    <a:lstStyle/>
                    <a:p>
                      <a:r>
                        <a:rPr sz="750" b="1">
                          <a:solidFill>
                            <a:srgbClr val="003F7E"/>
                          </a:solidFill>
                          <a:latin typeface="游ゴシック"/>
                          <a:ea typeface="游ゴシック"/>
                          <a:cs typeface="游ゴシック"/>
                        </a:rPr>
                        <a:t>EO反応系 (R-1101)</a:t>
                      </a:r>
                    </a:p>
                  </a:txBody>
                  <a:tcPr anchor="t" marL="27432" marR="18288" marT="18288" marB="18288">
                    <a:solidFill>
                      <a:srgbClr val="D7E0E5"/>
                    </a:solidFill>
                  </a:tcPr>
                </a:tc>
                <a:tc>
                  <a:txBody>
                    <a:bodyPr/>
                    <a:lstStyle/>
                    <a:p>
                      <a:r>
                        <a:rPr sz="750" b="1">
                          <a:solidFill>
                            <a:srgbClr val="003F7E"/>
                          </a:solidFill>
                          <a:latin typeface="游ゴシック"/>
                          <a:ea typeface="游ゴシック"/>
                          <a:cs typeface="游ゴシック"/>
                        </a:rPr>
                        <a:t>EG反応系 (R-1401)</a:t>
                      </a:r>
                    </a:p>
                  </a:txBody>
                  <a:tcPr anchor="t" marL="27432" marR="18288" marT="18288" marB="18288">
                    <a:solidFill>
                      <a:srgbClr val="D7E0E5"/>
                    </a:solidFill>
                  </a:tcPr>
                </a:tc>
                <a:tc>
                  <a:txBody>
                    <a:bodyPr/>
                    <a:lstStyle/>
                    <a:p>
                      <a:r>
                        <a:rPr sz="750" b="1">
                          <a:solidFill>
                            <a:srgbClr val="003F7E"/>
                          </a:solidFill>
                          <a:latin typeface="游ゴシック"/>
                          <a:ea typeface="游ゴシック"/>
                          <a:cs typeface="游ゴシック"/>
                        </a:rPr>
                        <a:t>EG濃縮系</a:t>
                      </a:r>
                    </a:p>
                  </a:txBody>
                  <a:tcPr anchor="t" marL="27432" marR="18288" marT="18288" marB="18288">
                    <a:solidFill>
                      <a:srgbClr val="D7E0E5"/>
                    </a:solidFill>
                  </a:tcPr>
                </a:tc>
                <a:tc>
                  <a:txBody>
                    <a:bodyPr/>
                    <a:lstStyle/>
                    <a:p>
                      <a:r>
                        <a:rPr sz="750" b="1">
                          <a:solidFill>
                            <a:srgbClr val="003F7E"/>
                          </a:solidFill>
                          <a:latin typeface="游ゴシック"/>
                          <a:ea typeface="游ゴシック"/>
                          <a:cs typeface="游ゴシック"/>
                        </a:rPr>
                        <a:t>EG脱水系 (C-1404)</a:t>
                      </a:r>
                    </a:p>
                  </a:txBody>
                  <a:tcPr anchor="t" marL="27432" marR="18288" marT="18288" marB="18288">
                    <a:solidFill>
                      <a:srgbClr val="D7E0E5"/>
                    </a:solidFill>
                  </a:tcPr>
                </a:tc>
                <a:tc>
                  <a:txBody>
                    <a:bodyPr/>
                    <a:lstStyle/>
                    <a:p>
                      <a:r>
                        <a:rPr sz="750" b="1">
                          <a:solidFill>
                            <a:srgbClr val="003F7E"/>
                          </a:solidFill>
                          <a:latin typeface="游ゴシック"/>
                          <a:ea typeface="游ゴシック"/>
                          <a:cs typeface="游ゴシック"/>
                        </a:rPr>
                        <a:t>MEG精製系 (C-1501/1502)</a:t>
                      </a:r>
                    </a:p>
                  </a:txBody>
                  <a:tcPr anchor="t" marL="27432" marR="18288" marT="18288" marB="18288">
                    <a:solidFill>
                      <a:srgbClr val="D7E0E5"/>
                    </a:solidFill>
                  </a:tcPr>
                </a:tc>
                <a:tc>
                  <a:txBody>
                    <a:bodyPr/>
                    <a:lstStyle/>
                    <a:p>
                      <a:r>
                        <a:rPr sz="750" b="1">
                          <a:solidFill>
                            <a:srgbClr val="003F7E"/>
                          </a:solidFill>
                          <a:latin typeface="游ゴシック"/>
                          <a:ea typeface="游ゴシック"/>
                          <a:cs typeface="游ゴシック"/>
                        </a:rPr>
                        <a:t>DEG精製系 (C-1503)</a:t>
                      </a:r>
                    </a:p>
                  </a:txBody>
                  <a:tcPr anchor="t" marL="27432" marR="18288" marT="18288" marB="18288">
                    <a:solidFill>
                      <a:srgbClr val="D7E0E5"/>
                    </a:solidFill>
                  </a:tcPr>
                </a:tc>
                <a:tc>
                  <a:txBody>
                    <a:bodyPr/>
                    <a:lstStyle/>
                    <a:p>
                      <a:r>
                        <a:rPr sz="750" b="1">
                          <a:solidFill>
                            <a:srgbClr val="003F7E"/>
                          </a:solidFill>
                          <a:latin typeface="游ゴシック"/>
                          <a:ea typeface="游ゴシック"/>
                          <a:cs typeface="游ゴシック"/>
                        </a:rPr>
                        <a:t>製品タンク (T-555)</a:t>
                      </a:r>
                    </a:p>
                  </a:txBody>
                  <a:tcPr anchor="t" marL="27432" marR="18288" marT="18288" marB="18288">
                    <a:solidFill>
                      <a:srgbClr val="D7E0E5"/>
                    </a:solidFill>
                  </a:tcPr>
                </a:tc>
              </a:tr>
              <a:tr h="692331">
                <a:tc>
                  <a:txBody>
                    <a:bodyPr/>
                    <a:lstStyle/>
                    <a:p>
                      <a:r>
                        <a:rPr sz="800" b="1">
                          <a:solidFill>
                            <a:srgbClr val="003F7E"/>
                          </a:solidFill>
                          <a:latin typeface="游ゴシック"/>
                          <a:ea typeface="游ゴシック"/>
                          <a:cs typeface="游ゴシック"/>
                        </a:rPr>
                        <a:t>裏付け強度</a:t>
                      </a:r>
                    </a:p>
                  </a:txBody>
                  <a:tcPr anchor="t" marL="27432" marR="18288" marT="18288" marB="18288">
                    <a:solidFill>
                      <a:srgbClr val="EBEFF2"/>
                    </a:solidFill>
                  </a:tcPr>
                </a:tc>
                <a:tc>
                  <a:txBody>
                    <a:bodyPr/>
                    <a:lstStyle/>
                    <a:p>
                      <a:r>
                        <a:rPr sz="1200" b="1">
                          <a:solidFill>
                            <a:srgbClr val="003F7E"/>
                          </a:solidFill>
                          <a:latin typeface="游ゴシック"/>
                          <a:ea typeface="游ゴシック"/>
                          <a:cs typeface="游ゴシック"/>
                        </a:rPr>
                        <a:t>○</a:t>
                      </a:r>
                    </a:p>
                  </a:txBody>
                  <a:tcPr anchor="t" marL="27432" marR="18288" marT="18288" marB="18288">
                    <a:solidFill>
                      <a:srgbClr val="FFFFFF"/>
                    </a:solidFill>
                  </a:tcPr>
                </a:tc>
                <a:tc>
                  <a:txBody>
                    <a:bodyPr/>
                    <a:lstStyle/>
                    <a:p>
                      <a:r>
                        <a:rPr sz="1200" b="1">
                          <a:solidFill>
                            <a:srgbClr val="003F7E"/>
                          </a:solidFill>
                          <a:latin typeface="游ゴシック"/>
                          <a:ea typeface="游ゴシック"/>
                          <a:cs typeface="游ゴシック"/>
                        </a:rPr>
                        <a:t>○</a:t>
                      </a:r>
                    </a:p>
                  </a:txBody>
                  <a:tcPr anchor="t" marL="27432" marR="18288" marT="18288" marB="18288">
                    <a:solidFill>
                      <a:srgbClr val="FFFFFF"/>
                    </a:solidFill>
                  </a:tcPr>
                </a:tc>
                <a:tc>
                  <a:txBody>
                    <a:bodyPr/>
                    <a:lstStyle/>
                    <a:p>
                      <a:r>
                        <a:rPr sz="1200" b="1">
                          <a:solidFill>
                            <a:srgbClr val="C07A00"/>
                          </a:solidFill>
                          <a:latin typeface="游ゴシック"/>
                          <a:ea typeface="游ゴシック"/>
                          <a:cs typeface="游ゴシック"/>
                        </a:rPr>
                        <a:t>△</a:t>
                      </a:r>
                    </a:p>
                  </a:txBody>
                  <a:tcPr anchor="t" marL="27432" marR="18288" marT="18288" marB="18288">
                    <a:solidFill>
                      <a:srgbClr val="FFFFFF"/>
                    </a:solidFill>
                  </a:tcPr>
                </a:tc>
                <a:tc>
                  <a:txBody>
                    <a:bodyPr/>
                    <a:lstStyle/>
                    <a:p>
                      <a:r>
                        <a:rPr sz="1200" b="1">
                          <a:solidFill>
                            <a:srgbClr val="003F7E"/>
                          </a:solidFill>
                          <a:latin typeface="游ゴシック"/>
                          <a:ea typeface="游ゴシック"/>
                          <a:cs typeface="游ゴシック"/>
                        </a:rPr>
                        <a:t>○</a:t>
                      </a:r>
                    </a:p>
                  </a:txBody>
                  <a:tcPr anchor="t" marL="27432" marR="18288" marT="18288" marB="18288">
                    <a:solidFill>
                      <a:srgbClr val="FFFFFF"/>
                    </a:solidFill>
                  </a:tcPr>
                </a:tc>
                <a:tc>
                  <a:txBody>
                    <a:bodyPr/>
                    <a:lstStyle/>
                    <a:p>
                      <a:r>
                        <a:rPr sz="1200" b="1">
                          <a:solidFill>
                            <a:srgbClr val="003F7E"/>
                          </a:solidFill>
                          <a:latin typeface="游ゴシック"/>
                          <a:ea typeface="游ゴシック"/>
                          <a:cs typeface="游ゴシック"/>
                        </a:rPr>
                        <a:t>○</a:t>
                      </a:r>
                    </a:p>
                  </a:txBody>
                  <a:tcPr anchor="t" marL="27432" marR="18288" marT="18288" marB="18288">
                    <a:solidFill>
                      <a:srgbClr val="FFFFFF"/>
                    </a:solidFill>
                  </a:tcPr>
                </a:tc>
                <a:tc>
                  <a:txBody>
                    <a:bodyPr/>
                    <a:lstStyle/>
                    <a:p>
                      <a:r>
                        <a:rPr sz="1200" b="1">
                          <a:solidFill>
                            <a:srgbClr val="005BAB"/>
                          </a:solidFill>
                          <a:latin typeface="游ゴシック"/>
                          <a:ea typeface="游ゴシック"/>
                          <a:cs typeface="游ゴシック"/>
                        </a:rPr>
                        <a:t>◎</a:t>
                      </a:r>
                    </a:p>
                  </a:txBody>
                  <a:tcPr anchor="t" marL="27432" marR="18288" marT="18288" marB="18288">
                    <a:solidFill>
                      <a:srgbClr val="FFFFFF"/>
                    </a:solidFill>
                  </a:tcPr>
                </a:tc>
                <a:tc>
                  <a:txBody>
                    <a:bodyPr/>
                    <a:lstStyle/>
                    <a:p>
                      <a:r>
                        <a:rPr sz="1200" b="1">
                          <a:solidFill>
                            <a:srgbClr val="005BAB"/>
                          </a:solidFill>
                          <a:latin typeface="游ゴシック"/>
                          <a:ea typeface="游ゴシック"/>
                          <a:cs typeface="游ゴシック"/>
                        </a:rPr>
                        <a:t>◎</a:t>
                      </a:r>
                    </a:p>
                  </a:txBody>
                  <a:tcPr anchor="t" marL="27432" marR="18288" marT="18288" marB="18288">
                    <a:solidFill>
                      <a:srgbClr val="FFFFFF"/>
                    </a:solidFill>
                  </a:tcPr>
                </a:tc>
              </a:tr>
              <a:tr h="692331">
                <a:tc>
                  <a:txBody>
                    <a:bodyPr/>
                    <a:lstStyle/>
                    <a:p>
                      <a:r>
                        <a:rPr sz="750" b="1">
                          <a:solidFill>
                            <a:srgbClr val="003F7E"/>
                          </a:solidFill>
                          <a:latin typeface="游ゴシック"/>
                          <a:ea typeface="游ゴシック"/>
                          <a:cs typeface="游ゴシック"/>
                        </a:rPr>
                        <a:t>① 運転で見えた事実</a:t>
                      </a:r>
                    </a:p>
                  </a:txBody>
                  <a:tcPr anchor="t" marL="27432" marR="18288" marT="18288" marB="18288">
                    <a:solidFill>
                      <a:srgbClr val="EBEFF2"/>
                    </a:solidFill>
                  </a:tcPr>
                </a:tc>
                <a:tc>
                  <a:txBody>
                    <a:bodyPr/>
                    <a:lstStyle/>
                    <a:p>
                      <a:r>
                        <a:rPr sz="700" b="0">
                          <a:solidFill>
                            <a:srgbClr val="222222"/>
                          </a:solidFill>
                          <a:latin typeface="游ゴシック"/>
                          <a:ea typeface="游ゴシック"/>
                          <a:cs typeface="游ゴシック"/>
                        </a:rPr>
                        <a:t>触媒選択性の低下で、アルデヒド類（A-ALD・F-ALD）の副生が増えた。</a:t>
                      </a:r>
                    </a:p>
                  </a:txBody>
                  <a:tcPr anchor="t" marL="27432" marR="18288" marT="18288" marB="18288">
                    <a:solidFill>
                      <a:srgbClr val="E8F1E5"/>
                    </a:solidFill>
                  </a:tcPr>
                </a:tc>
                <a:tc>
                  <a:txBody>
                    <a:bodyPr/>
                    <a:lstStyle/>
                    <a:p>
                      <a:r>
                        <a:rPr sz="700" b="0">
                          <a:solidFill>
                            <a:srgbClr val="222222"/>
                          </a:solidFill>
                          <a:latin typeface="游ゴシック"/>
                          <a:ea typeface="游ゴシック"/>
                          <a:cs typeface="游ゴシック"/>
                        </a:rPr>
                        <a:t>原料EO中のA-ALD/EO＝0.78kg/t（過去実績の上位、通常0.11〜0.35）。F-ALDも増加。</a:t>
                      </a:r>
                    </a:p>
                  </a:txBody>
                  <a:tcPr anchor="t" marL="27432" marR="18288" marT="18288" marB="18288">
                    <a:solidFill>
                      <a:srgbClr val="E8F1E5"/>
                    </a:solidFill>
                  </a:tcPr>
                </a:tc>
                <a:tc>
                  <a:txBody>
                    <a:bodyPr/>
                    <a:lstStyle/>
                    <a:p>
                      <a:r>
                        <a:rPr sz="700" b="0">
                          <a:solidFill>
                            <a:srgbClr val="222222"/>
                          </a:solidFill>
                          <a:latin typeface="游ゴシック"/>
                          <a:ea typeface="游ゴシック"/>
                          <a:cs typeface="游ゴシック"/>
                        </a:rPr>
                        <a:t>EG濃縮系出口（C-1403ボトム）のアルデヒド濃度は過去並み。</a:t>
                      </a:r>
                    </a:p>
                  </a:txBody>
                  <a:tcPr anchor="t" marL="27432" marR="18288" marT="18288" marB="18288">
                    <a:solidFill>
                      <a:srgbClr val="E8F1E5"/>
                    </a:solidFill>
                  </a:tcPr>
                </a:tc>
                <a:tc>
                  <a:txBody>
                    <a:bodyPr/>
                    <a:lstStyle/>
                    <a:p>
                      <a:r>
                        <a:rPr sz="700" b="0">
                          <a:solidFill>
                            <a:srgbClr val="222222"/>
                          </a:solidFill>
                          <a:latin typeface="游ゴシック"/>
                          <a:ea typeface="游ゴシック"/>
                          <a:cs typeface="游ゴシック"/>
                        </a:rPr>
                        <a:t>EG脱水塔ボトム（C-1404）のアルデヒド濃度は過去並み。</a:t>
                      </a:r>
                    </a:p>
                  </a:txBody>
                  <a:tcPr anchor="t" marL="27432" marR="18288" marT="18288" marB="18288">
                    <a:solidFill>
                      <a:srgbClr val="E8F1E5"/>
                    </a:solidFill>
                  </a:tcPr>
                </a:tc>
                <a:tc>
                  <a:txBody>
                    <a:bodyPr/>
                    <a:lstStyle/>
                    <a:p>
                      <a:r>
                        <a:rPr sz="700" b="0">
                          <a:solidFill>
                            <a:srgbClr val="222222"/>
                          </a:solidFill>
                          <a:latin typeface="游ゴシック"/>
                          <a:ea typeface="游ゴシック"/>
                          <a:cs typeface="游ゴシック"/>
                        </a:rPr>
                        <a:t>MEG精製塔C-1502トップでA-ALDが一時的に異常高（3〜7ppm、過去1ppm以下）。物質収支の入量より多い。C-1501塔底温度を下げるとA-ALDが低下。</a:t>
                      </a:r>
                    </a:p>
                  </a:txBody>
                  <a:tcPr anchor="t" marL="27432" marR="18288" marT="18288" marB="18288">
                    <a:solidFill>
                      <a:srgbClr val="E8F1E5"/>
                    </a:solidFill>
                  </a:tcPr>
                </a:tc>
                <a:tc>
                  <a:txBody>
                    <a:bodyPr/>
                    <a:lstStyle/>
                    <a:p>
                      <a:r>
                        <a:rPr sz="700" b="0">
                          <a:solidFill>
                            <a:srgbClr val="222222"/>
                          </a:solidFill>
                          <a:latin typeface="游ゴシック"/>
                          <a:ea typeface="游ゴシック"/>
                          <a:cs typeface="游ゴシック"/>
                        </a:rPr>
                        <a:t>製品DEG出口は常に規格内（APHA&lt;5）。</a:t>
                      </a:r>
                    </a:p>
                  </a:txBody>
                  <a:tcPr anchor="t" marL="27432" marR="18288" marT="18288" marB="18288">
                    <a:solidFill>
                      <a:srgbClr val="E8F1E5"/>
                    </a:solidFill>
                  </a:tcPr>
                </a:tc>
                <a:tc>
                  <a:txBody>
                    <a:bodyPr/>
                    <a:lstStyle/>
                    <a:p>
                      <a:r>
                        <a:rPr sz="700" b="0">
                          <a:solidFill>
                            <a:srgbClr val="222222"/>
                          </a:solidFill>
                          <a:latin typeface="游ゴシック"/>
                          <a:ea typeface="游ゴシック"/>
                          <a:cs typeface="游ゴシック"/>
                        </a:rPr>
                        <a:t>窒素封入タンクで約6週間にAPHA&lt;5→25〜35へ上昇。残液は5/18（APHA30）以降は上昇せず。大気接触のドラム・SPでは進まない。</a:t>
                      </a:r>
                    </a:p>
                  </a:txBody>
                  <a:tcPr anchor="t" marL="27432" marR="18288" marT="18288" marB="18288">
                    <a:solidFill>
                      <a:srgbClr val="E8F1E5"/>
                    </a:solidFill>
                  </a:tcPr>
                </a:tc>
              </a:tr>
              <a:tr h="692331">
                <a:tc>
                  <a:txBody>
                    <a:bodyPr/>
                    <a:lstStyle/>
                    <a:p>
                      <a:r>
                        <a:rPr sz="750" b="1">
                          <a:solidFill>
                            <a:srgbClr val="003F7E"/>
                          </a:solidFill>
                          <a:latin typeface="游ゴシック"/>
                          <a:ea typeface="游ゴシック"/>
                          <a:cs typeface="游ゴシック"/>
                        </a:rPr>
                        <a:t>② 開放・検査で見えた事実</a:t>
                      </a:r>
                    </a:p>
                  </a:txBody>
                  <a:tcPr anchor="t" marL="27432" marR="18288" marT="18288" marB="18288">
                    <a:solidFill>
                      <a:srgbClr val="EBEFF2"/>
                    </a:solidFill>
                  </a:tcPr>
                </a:tc>
                <a:tc>
                  <a:txBody>
                    <a:bodyPr/>
                    <a:lstStyle/>
                    <a:p>
                      <a:r>
                        <a:rPr sz="700" b="0">
                          <a:solidFill>
                            <a:srgbClr val="222222"/>
                          </a:solidFill>
                          <a:latin typeface="游ゴシック"/>
                          <a:ea typeface="游ゴシック"/>
                          <a:cs typeface="游ゴシック"/>
                        </a:rPr>
                        <a:t/>
                      </a:r>
                    </a:p>
                  </a:txBody>
                  <a:tcPr anchor="t" marL="27432" marR="18288" marT="18288" marB="18288">
                    <a:solidFill>
                      <a:srgbClr val="E8F1E5"/>
                    </a:solidFill>
                  </a:tcPr>
                </a:tc>
                <a:tc>
                  <a:txBody>
                    <a:bodyPr/>
                    <a:lstStyle/>
                    <a:p>
                      <a:r>
                        <a:rPr sz="700" b="0">
                          <a:solidFill>
                            <a:srgbClr val="222222"/>
                          </a:solidFill>
                          <a:latin typeface="游ゴシック"/>
                          <a:ea typeface="游ゴシック"/>
                          <a:cs typeface="游ゴシック"/>
                        </a:rPr>
                        <a:t/>
                      </a:r>
                    </a:p>
                  </a:txBody>
                  <a:tcPr anchor="t" marL="27432" marR="18288" marT="18288" marB="18288">
                    <a:solidFill>
                      <a:srgbClr val="E8F1E5"/>
                    </a:solidFill>
                  </a:tcPr>
                </a:tc>
                <a:tc>
                  <a:txBody>
                    <a:bodyPr/>
                    <a:lstStyle/>
                    <a:p>
                      <a:r>
                        <a:rPr sz="700" b="0">
                          <a:solidFill>
                            <a:srgbClr val="222222"/>
                          </a:solidFill>
                          <a:latin typeface="游ゴシック"/>
                          <a:ea typeface="游ゴシック"/>
                          <a:cs typeface="游ゴシック"/>
                        </a:rPr>
                        <a:t/>
                      </a:r>
                    </a:p>
                  </a:txBody>
                  <a:tcPr anchor="t" marL="27432" marR="18288" marT="18288" marB="18288">
                    <a:solidFill>
                      <a:srgbClr val="E8F1E5"/>
                    </a:solidFill>
                  </a:tcPr>
                </a:tc>
                <a:tc>
                  <a:txBody>
                    <a:bodyPr/>
                    <a:lstStyle/>
                    <a:p>
                      <a:r>
                        <a:rPr sz="700" b="0">
                          <a:solidFill>
                            <a:srgbClr val="222222"/>
                          </a:solidFill>
                          <a:latin typeface="游ゴシック"/>
                          <a:ea typeface="游ゴシック"/>
                          <a:cs typeface="游ゴシック"/>
                        </a:rPr>
                        <a:t>EG脱水塔の鉄錆を除去（健全化）。</a:t>
                      </a:r>
                    </a:p>
                  </a:txBody>
                  <a:tcPr anchor="t" marL="27432" marR="18288" marT="18288" marB="18288">
                    <a:solidFill>
                      <a:srgbClr val="E8F1E5"/>
                    </a:solidFill>
                  </a:tcPr>
                </a:tc>
                <a:tc>
                  <a:txBody>
                    <a:bodyPr/>
                    <a:lstStyle/>
                    <a:p>
                      <a:r>
                        <a:rPr sz="700" b="0">
                          <a:solidFill>
                            <a:srgbClr val="222222"/>
                          </a:solidFill>
                          <a:latin typeface="游ゴシック"/>
                          <a:ea typeface="游ゴシック"/>
                          <a:cs typeface="游ゴシック"/>
                        </a:rPr>
                        <a:t>MEG精製塔C-1501／C-1502を開放、異常な汚れ・活性金属なし。C-1501塔底〜C-1502配管のSUS化部も錆込みなし。</a:t>
                      </a:r>
                    </a:p>
                  </a:txBody>
                  <a:tcPr anchor="t" marL="27432" marR="18288" marT="18288" marB="18288">
                    <a:solidFill>
                      <a:srgbClr val="E8F1E5"/>
                    </a:solidFill>
                  </a:tcPr>
                </a:tc>
                <a:tc>
                  <a:txBody>
                    <a:bodyPr/>
                    <a:lstStyle/>
                    <a:p>
                      <a:r>
                        <a:rPr sz="700" b="0">
                          <a:solidFill>
                            <a:srgbClr val="222222"/>
                          </a:solidFill>
                          <a:latin typeface="游ゴシック"/>
                          <a:ea typeface="游ゴシック"/>
                          <a:cs typeface="游ゴシック"/>
                        </a:rPr>
                        <a:t>DEG精製塔C-1503トップに黒色付着物（XRFでほぼ鉄＝サビ）。水抽出でギ酸70ppm・グリコール酸12ppm。</a:t>
                      </a:r>
                    </a:p>
                  </a:txBody>
                  <a:tcPr anchor="t" marL="27432" marR="18288" marT="18288" marB="18288">
                    <a:solidFill>
                      <a:srgbClr val="E8F1E5"/>
                    </a:solidFill>
                  </a:tcPr>
                </a:tc>
                <a:tc>
                  <a:txBody>
                    <a:bodyPr/>
                    <a:lstStyle/>
                    <a:p>
                      <a:r>
                        <a:rPr sz="700" b="0">
                          <a:solidFill>
                            <a:srgbClr val="222222"/>
                          </a:solidFill>
                          <a:latin typeface="游ゴシック"/>
                          <a:ea typeface="游ゴシック"/>
                          <a:cs typeface="游ゴシック"/>
                        </a:rPr>
                        <a:t>製品タンクT-555／T-615を開放。異物は鉄サビ（T-615の一部は砂が過半＋鉄10〜12%）。</a:t>
                      </a:r>
                    </a:p>
                  </a:txBody>
                  <a:tcPr anchor="t" marL="27432" marR="18288" marT="18288" marB="18288">
                    <a:solidFill>
                      <a:srgbClr val="E8F1E5"/>
                    </a:solidFill>
                  </a:tcPr>
                </a:tc>
              </a:tr>
              <a:tr h="692331">
                <a:tc>
                  <a:txBody>
                    <a:bodyPr/>
                    <a:lstStyle/>
                    <a:p>
                      <a:r>
                        <a:rPr sz="750" b="1">
                          <a:solidFill>
                            <a:srgbClr val="003F7E"/>
                          </a:solidFill>
                          <a:latin typeface="游ゴシック"/>
                          <a:ea typeface="游ゴシック"/>
                          <a:cs typeface="游ゴシック"/>
                        </a:rPr>
                        <a:t>③ RDで検証した事実</a:t>
                      </a:r>
                    </a:p>
                  </a:txBody>
                  <a:tcPr anchor="t" marL="27432" marR="18288" marT="18288" marB="18288">
                    <a:solidFill>
                      <a:srgbClr val="EBEFF2"/>
                    </a:solidFill>
                  </a:tcPr>
                </a:tc>
                <a:tc>
                  <a:txBody>
                    <a:bodyPr/>
                    <a:lstStyle/>
                    <a:p>
                      <a:r>
                        <a:rPr sz="700" b="0">
                          <a:solidFill>
                            <a:srgbClr val="222222"/>
                          </a:solidFill>
                          <a:latin typeface="游ゴシック"/>
                          <a:ea typeface="游ゴシック"/>
                          <a:cs typeface="游ゴシック"/>
                        </a:rPr>
                        <a:t/>
                      </a:r>
                    </a:p>
                  </a:txBody>
                  <a:tcPr anchor="t" marL="27432" marR="18288" marT="18288" marB="18288">
                    <a:solidFill>
                      <a:srgbClr val="E8F1E5"/>
                    </a:solidFill>
                  </a:tcPr>
                </a:tc>
                <a:tc>
                  <a:txBody>
                    <a:bodyPr/>
                    <a:lstStyle/>
                    <a:p>
                      <a:r>
                        <a:rPr sz="700" b="0">
                          <a:solidFill>
                            <a:srgbClr val="222222"/>
                          </a:solidFill>
                          <a:latin typeface="游ゴシック"/>
                          <a:ea typeface="游ゴシック"/>
                          <a:cs typeface="游ゴシック"/>
                        </a:rPr>
                        <a:t>ラボでEG反応器出口を模擬し、F-ALD・A-ALDを添加するとUVが悪化（両者の共存でより大きい）。</a:t>
                      </a:r>
                    </a:p>
                  </a:txBody>
                  <a:tcPr anchor="t" marL="27432" marR="18288" marT="18288" marB="18288">
                    <a:solidFill>
                      <a:srgbClr val="E8F1E5"/>
                    </a:solidFill>
                  </a:tcPr>
                </a:tc>
                <a:tc>
                  <a:txBody>
                    <a:bodyPr/>
                    <a:lstStyle/>
                    <a:p>
                      <a:r>
                        <a:rPr sz="700" b="0">
                          <a:solidFill>
                            <a:srgbClr val="222222"/>
                          </a:solidFill>
                          <a:latin typeface="游ゴシック"/>
                          <a:ea typeface="游ゴシック"/>
                          <a:cs typeface="游ゴシック"/>
                        </a:rPr>
                        <a:t/>
                      </a:r>
                    </a:p>
                  </a:txBody>
                  <a:tcPr anchor="t" marL="27432" marR="18288" marT="18288" marB="18288">
                    <a:solidFill>
                      <a:srgbClr val="E8F1E5"/>
                    </a:solidFill>
                  </a:tcPr>
                </a:tc>
                <a:tc>
                  <a:txBody>
                    <a:bodyPr/>
                    <a:lstStyle/>
                    <a:p>
                      <a:r>
                        <a:rPr sz="700" b="0">
                          <a:solidFill>
                            <a:srgbClr val="222222"/>
                          </a:solidFill>
                          <a:latin typeface="游ゴシック"/>
                          <a:ea typeface="游ゴシック"/>
                          <a:cs typeface="游ゴシック"/>
                        </a:rPr>
                        <a:t>基礎研の見立てでは、水分が多いほど縮合は進みにくく、効きは感度として全体の2〜3割程度。</a:t>
                      </a:r>
                    </a:p>
                  </a:txBody>
                  <a:tcPr anchor="t" marL="27432" marR="18288" marT="18288" marB="18288">
                    <a:solidFill>
                      <a:srgbClr val="E8F1E5"/>
                    </a:solidFill>
                  </a:tcPr>
                </a:tc>
                <a:tc>
                  <a:txBody>
                    <a:bodyPr/>
                    <a:lstStyle/>
                    <a:p>
                      <a:r>
                        <a:rPr sz="700" b="0">
                          <a:solidFill>
                            <a:srgbClr val="222222"/>
                          </a:solidFill>
                          <a:latin typeface="游ゴシック"/>
                          <a:ea typeface="游ゴシック"/>
                          <a:cs typeface="游ゴシック"/>
                        </a:rPr>
                        <a:t/>
                      </a:r>
                    </a:p>
                  </a:txBody>
                  <a:tcPr anchor="t" marL="27432" marR="18288" marT="18288" marB="18288">
                    <a:solidFill>
                      <a:srgbClr val="E8F1E5"/>
                    </a:solidFill>
                  </a:tcPr>
                </a:tc>
                <a:tc>
                  <a:txBody>
                    <a:bodyPr/>
                    <a:lstStyle/>
                    <a:p>
                      <a:r>
                        <a:rPr sz="700" b="0">
                          <a:solidFill>
                            <a:srgbClr val="222222"/>
                          </a:solidFill>
                          <a:latin typeface="游ゴシック"/>
                          <a:ea typeface="游ゴシック"/>
                          <a:cs typeface="游ゴシック"/>
                        </a:rPr>
                        <a:t>C-1503の付着物をDEGに加えて保管すると380nmの吸収は出るが、実機の450nmは出ない。蒸留DEGを短時間置いても450nmは出ない＝付着物は実機の着色（450nm）を作らない。</a:t>
                      </a:r>
                    </a:p>
                  </a:txBody>
                  <a:tcPr anchor="t" marL="27432" marR="18288" marT="18288" marB="18288">
                    <a:solidFill>
                      <a:srgbClr val="E8F1E5"/>
                    </a:solidFill>
                  </a:tcPr>
                </a:tc>
                <a:tc>
                  <a:txBody>
                    <a:bodyPr/>
                    <a:lstStyle/>
                    <a:p>
                      <a:r>
                        <a:rPr sz="700" b="0">
                          <a:solidFill>
                            <a:srgbClr val="222222"/>
                          </a:solidFill>
                          <a:latin typeface="游ゴシック"/>
                          <a:ea typeface="游ゴシック"/>
                          <a:cs typeface="游ゴシック"/>
                        </a:rPr>
                        <a:t>着色物質をGPC・GCで分析＝分子量200〜800・457nm吸収のポリエナール（ppbオーダー）。酸素があると前駆体が有機酸へ酸化され、縮合が進まない。</a:t>
                      </a:r>
                    </a:p>
                  </a:txBody>
                  <a:tcPr anchor="t" marL="27432" marR="18288" marT="18288" marB="18288">
                    <a:solidFill>
                      <a:srgbClr val="E8F1E5"/>
                    </a:solidFill>
                  </a:tcPr>
                </a:tc>
              </a:tr>
              <a:tr h="692331">
                <a:tc>
                  <a:txBody>
                    <a:bodyPr/>
                    <a:lstStyle/>
                    <a:p>
                      <a:r>
                        <a:rPr sz="750" b="1">
                          <a:solidFill>
                            <a:srgbClr val="003F7E"/>
                          </a:solidFill>
                          <a:latin typeface="游ゴシック"/>
                          <a:ea typeface="游ゴシック"/>
                          <a:cs typeface="游ゴシック"/>
                        </a:rPr>
                        <a:t>④ 一般原理（起こり得る反応）</a:t>
                      </a:r>
                    </a:p>
                  </a:txBody>
                  <a:tcPr anchor="t" marL="27432" marR="18288" marT="18288" marB="18288">
                    <a:solidFill>
                      <a:srgbClr val="EBEFF2"/>
                    </a:solidFill>
                  </a:tcPr>
                </a:tc>
                <a:tc>
                  <a:txBody>
                    <a:bodyPr/>
                    <a:lstStyle/>
                    <a:p>
                      <a:r>
                        <a:rPr sz="700" b="0">
                          <a:solidFill>
                            <a:srgbClr val="222222"/>
                          </a:solidFill>
                          <a:latin typeface="游ゴシック"/>
                          <a:ea typeface="游ゴシック"/>
                          <a:cs typeface="游ゴシック"/>
                        </a:rPr>
                        <a:t/>
                      </a:r>
                    </a:p>
                  </a:txBody>
                  <a:tcPr anchor="t" marL="27432" marR="18288" marT="18288" marB="18288">
                    <a:solidFill>
                      <a:srgbClr val="F1F1F1"/>
                    </a:solidFill>
                  </a:tcPr>
                </a:tc>
                <a:tc>
                  <a:txBody>
                    <a:bodyPr/>
                    <a:lstStyle/>
                    <a:p>
                      <a:r>
                        <a:rPr sz="700" b="0">
                          <a:solidFill>
                            <a:srgbClr val="222222"/>
                          </a:solidFill>
                          <a:latin typeface="游ゴシック"/>
                          <a:ea typeface="游ゴシック"/>
                          <a:cs typeface="游ゴシック"/>
                        </a:rPr>
                        <a:t>水和反応でEGを生成。ここでアルデヒドがグリコールと共存し始める。</a:t>
                      </a:r>
                    </a:p>
                  </a:txBody>
                  <a:tcPr anchor="t" marL="27432" marR="18288" marT="18288" marB="18288">
                    <a:solidFill>
                      <a:srgbClr val="F1F1F1"/>
                    </a:solidFill>
                  </a:tcPr>
                </a:tc>
                <a:tc>
                  <a:txBody>
                    <a:bodyPr/>
                    <a:lstStyle/>
                    <a:p>
                      <a:r>
                        <a:rPr sz="700" b="0">
                          <a:solidFill>
                            <a:srgbClr val="222222"/>
                          </a:solidFill>
                          <a:latin typeface="游ゴシック"/>
                          <a:ea typeface="游ゴシック"/>
                          <a:cs typeface="游ゴシック"/>
                        </a:rPr>
                        <a:t>アルデヒドの大半は蒸気側からパージで系外へ。軽いアルデヒドは抜けるが、一部は下流へ持ち込まれ得る。</a:t>
                      </a:r>
                    </a:p>
                  </a:txBody>
                  <a:tcPr anchor="t" marL="27432" marR="18288" marT="18288" marB="18288">
                    <a:solidFill>
                      <a:srgbClr val="F1F1F1"/>
                    </a:solidFill>
                  </a:tcPr>
                </a:tc>
                <a:tc>
                  <a:txBody>
                    <a:bodyPr/>
                    <a:lstStyle/>
                    <a:p>
                      <a:r>
                        <a:rPr sz="700" b="0">
                          <a:solidFill>
                            <a:srgbClr val="222222"/>
                          </a:solidFill>
                          <a:latin typeface="游ゴシック"/>
                          <a:ea typeface="游ゴシック"/>
                          <a:cs typeface="游ゴシック"/>
                        </a:rPr>
                        <a:t>アルドール縮合は水を出す平衡反応で、水が少ないほど縮合が進む。縮合した重い化合物は沸点が高く、重質側（DEG留分）に残りやすい。</a:t>
                      </a:r>
                    </a:p>
                  </a:txBody>
                  <a:tcPr anchor="t" marL="27432" marR="18288" marT="18288" marB="18288">
                    <a:solidFill>
                      <a:srgbClr val="F1F1F1"/>
                    </a:solidFill>
                  </a:tcPr>
                </a:tc>
                <a:tc>
                  <a:txBody>
                    <a:bodyPr/>
                    <a:lstStyle/>
                    <a:p>
                      <a:r>
                        <a:rPr sz="700" b="0">
                          <a:solidFill>
                            <a:srgbClr val="222222"/>
                          </a:solidFill>
                          <a:latin typeface="游ゴシック"/>
                          <a:ea typeface="游ゴシック"/>
                          <a:cs typeface="游ゴシック"/>
                        </a:rPr>
                        <a:t>検出位置＝生成位置とは限らない。重い縮合物が塔間の循環で運ばれ、C-1502付近でレトロアルドールによりアルデヒドに戻って検出され得る。</a:t>
                      </a:r>
                    </a:p>
                  </a:txBody>
                  <a:tcPr anchor="t" marL="27432" marR="18288" marT="18288" marB="18288">
                    <a:solidFill>
                      <a:srgbClr val="F1F1F1"/>
                    </a:solidFill>
                  </a:tcPr>
                </a:tc>
                <a:tc>
                  <a:txBody>
                    <a:bodyPr/>
                    <a:lstStyle/>
                    <a:p>
                      <a:r>
                        <a:rPr sz="700" b="0">
                          <a:solidFill>
                            <a:srgbClr val="222222"/>
                          </a:solidFill>
                          <a:latin typeface="游ゴシック"/>
                          <a:ea typeface="游ゴシック"/>
                          <a:cs typeface="游ゴシック"/>
                        </a:rPr>
                        <a:t>塩基性・高温下でアルドール縮合が進み、共役の短い前駆体（UV330nm付近・分子量150程度）ができる。</a:t>
                      </a:r>
                    </a:p>
                  </a:txBody>
                  <a:tcPr anchor="t" marL="27432" marR="18288" marT="18288" marB="18288">
                    <a:solidFill>
                      <a:srgbClr val="F1F1F1"/>
                    </a:solidFill>
                  </a:tcPr>
                </a:tc>
                <a:tc>
                  <a:txBody>
                    <a:bodyPr/>
                    <a:lstStyle/>
                    <a:p>
                      <a:r>
                        <a:rPr sz="700" b="0">
                          <a:solidFill>
                            <a:srgbClr val="222222"/>
                          </a:solidFill>
                          <a:latin typeface="游ゴシック"/>
                          <a:ea typeface="游ゴシック"/>
                          <a:cs typeface="游ゴシック"/>
                        </a:rPr>
                        <a:t>前駆体どうしがさらに脱水縮合して共役が伸び、450nm（黄）に達する。前駆体を使い切るとAPHA30程度で頭打ち。共役系は微量で発色する。</a:t>
                      </a:r>
                    </a:p>
                  </a:txBody>
                  <a:tcPr anchor="t" marL="27432" marR="18288" marT="18288" marB="18288">
                    <a:solidFill>
                      <a:srgbClr val="F1F1F1"/>
                    </a:solidFill>
                  </a:tcPr>
                </a:tc>
              </a:tr>
              <a:tr h="692334">
                <a:tc>
                  <a:txBody>
                    <a:bodyPr/>
                    <a:lstStyle/>
                    <a:p>
                      <a:r>
                        <a:rPr sz="750" b="1">
                          <a:solidFill>
                            <a:srgbClr val="003F7E"/>
                          </a:solidFill>
                          <a:latin typeface="游ゴシック"/>
                          <a:ea typeface="游ゴシック"/>
                          <a:cs typeface="游ゴシック"/>
                        </a:rPr>
                        <a:t>⑤ この工程で言えること</a:t>
                      </a:r>
                    </a:p>
                  </a:txBody>
                  <a:tcPr anchor="t" marL="27432" marR="18288" marT="18288" marB="18288">
                    <a:solidFill>
                      <a:srgbClr val="EBEFF2"/>
                    </a:solidFill>
                  </a:tcPr>
                </a:tc>
                <a:tc>
                  <a:txBody>
                    <a:bodyPr/>
                    <a:lstStyle/>
                    <a:p>
                      <a:r>
                        <a:rPr sz="700" b="0">
                          <a:solidFill>
                            <a:srgbClr val="222222"/>
                          </a:solidFill>
                          <a:latin typeface="游ゴシック"/>
                          <a:ea typeface="游ゴシック"/>
                          <a:cs typeface="游ゴシック"/>
                        </a:rPr>
                        <a:t>種となるアルデヒドが増えた＝着色の起点。</a:t>
                      </a:r>
                    </a:p>
                  </a:txBody>
                  <a:tcPr anchor="t" marL="27432" marR="18288" marT="18288" marB="18288">
                    <a:solidFill>
                      <a:srgbClr val="DCE6EF"/>
                    </a:solidFill>
                  </a:tcPr>
                </a:tc>
                <a:tc>
                  <a:txBody>
                    <a:bodyPr/>
                    <a:lstStyle/>
                    <a:p>
                      <a:r>
                        <a:rPr sz="700" b="0">
                          <a:solidFill>
                            <a:srgbClr val="222222"/>
                          </a:solidFill>
                          <a:latin typeface="游ゴシック"/>
                          <a:ea typeface="游ゴシック"/>
                          <a:cs typeface="游ゴシック"/>
                        </a:rPr>
                        <a:t>アルデヒドがEG生成系に持ち込まれ、UV成分の素地になる。</a:t>
                      </a:r>
                    </a:p>
                  </a:txBody>
                  <a:tcPr anchor="t" marL="27432" marR="18288" marT="18288" marB="18288">
                    <a:solidFill>
                      <a:srgbClr val="DCE6EF"/>
                    </a:solidFill>
                  </a:tcPr>
                </a:tc>
                <a:tc>
                  <a:txBody>
                    <a:bodyPr/>
                    <a:lstStyle/>
                    <a:p>
                      <a:r>
                        <a:rPr sz="700" b="0">
                          <a:solidFill>
                            <a:srgbClr val="222222"/>
                          </a:solidFill>
                          <a:latin typeface="游ゴシック"/>
                          <a:ea typeface="游ゴシック"/>
                          <a:cs typeface="游ゴシック"/>
                        </a:rPr>
                        <a:t>大半はパージされ、一部が下流へ持ち込まれ得る。</a:t>
                      </a:r>
                    </a:p>
                  </a:txBody>
                  <a:tcPr anchor="t" marL="27432" marR="18288" marT="18288" marB="18288">
                    <a:solidFill>
                      <a:srgbClr val="DCE6EF"/>
                    </a:solidFill>
                  </a:tcPr>
                </a:tc>
                <a:tc>
                  <a:txBody>
                    <a:bodyPr/>
                    <a:lstStyle/>
                    <a:p>
                      <a:r>
                        <a:rPr sz="700" b="0">
                          <a:solidFill>
                            <a:srgbClr val="222222"/>
                          </a:solidFill>
                          <a:latin typeface="游ゴシック"/>
                          <a:ea typeface="游ゴシック"/>
                          <a:cs typeface="游ゴシック"/>
                        </a:rPr>
                        <a:t>アルデヒドが多い条件では、ここで縮合が進み、重い形で下流へ運ばれ得る。</a:t>
                      </a:r>
                    </a:p>
                  </a:txBody>
                  <a:tcPr anchor="t" marL="27432" marR="18288" marT="18288" marB="18288">
                    <a:solidFill>
                      <a:srgbClr val="DCE6EF"/>
                    </a:solidFill>
                  </a:tcPr>
                </a:tc>
                <a:tc>
                  <a:txBody>
                    <a:bodyPr/>
                    <a:lstStyle/>
                    <a:p>
                      <a:r>
                        <a:rPr sz="700" b="0">
                          <a:solidFill>
                            <a:srgbClr val="222222"/>
                          </a:solidFill>
                          <a:latin typeface="游ゴシック"/>
                          <a:ea typeface="游ゴシック"/>
                          <a:cs typeface="游ゴシック"/>
                        </a:rPr>
                        <a:t>活性金属がなく、着色の生成場ではない。C-1502の見かけの生成は循環由来で通過点（要追検証）。</a:t>
                      </a:r>
                    </a:p>
                  </a:txBody>
                  <a:tcPr anchor="t" marL="27432" marR="18288" marT="18288" marB="18288">
                    <a:solidFill>
                      <a:srgbClr val="DCE6EF"/>
                    </a:solidFill>
                  </a:tcPr>
                </a:tc>
                <a:tc>
                  <a:txBody>
                    <a:bodyPr/>
                    <a:lstStyle/>
                    <a:p>
                      <a:r>
                        <a:rPr sz="700" b="0">
                          <a:solidFill>
                            <a:srgbClr val="222222"/>
                          </a:solidFill>
                          <a:latin typeface="游ゴシック"/>
                          <a:ea typeface="游ゴシック"/>
                          <a:cs typeface="游ゴシック"/>
                        </a:rPr>
                        <a:t>前駆体が生成する場。鉄サビ・付着物は450nmの主因ではない（局所の380nm）。</a:t>
                      </a:r>
                    </a:p>
                  </a:txBody>
                  <a:tcPr anchor="t" marL="27432" marR="18288" marT="18288" marB="18288">
                    <a:solidFill>
                      <a:srgbClr val="DCE6EF"/>
                    </a:solidFill>
                  </a:tcPr>
                </a:tc>
                <a:tc>
                  <a:txBody>
                    <a:bodyPr/>
                    <a:lstStyle/>
                    <a:p>
                      <a:r>
                        <a:rPr sz="700" b="0">
                          <a:solidFill>
                            <a:srgbClr val="222222"/>
                          </a:solidFill>
                          <a:latin typeface="游ゴシック"/>
                          <a:ea typeface="游ゴシック"/>
                          <a:cs typeface="游ゴシック"/>
                        </a:rPr>
                        <a:t>着色が成長する＝熟成の場。窒素で進み、大気で止まる。</a:t>
                      </a:r>
                    </a:p>
                  </a:txBody>
                  <a:tcPr anchor="t" marL="27432" marR="18288" marT="18288" marB="18288">
                    <a:solidFill>
                      <a:srgbClr val="DCE6EF"/>
                    </a:solidFill>
                  </a:tcPr>
                </a:tc>
              </a:tr>
            </a:tbl>
          </a:graphicData>
        </a:graphic>
      </p:graphicFrame>
    </p:spTree>
  </p:cSld>
  <p:clrMapOvr>
    <a:masterClrMapping/>
  </p:clrMapOvr>
</p:sld>
</file>

<file path=ppt/theme/theme1.xml><?xml version="1.0" encoding="utf-8"?>
<a:theme xmlns:a="http://schemas.openxmlformats.org/drawingml/2006/main" name="Main template_Blue and Cool gray">
  <a:themeElements>
    <a:clrScheme name="blue and cool gray 1">
      <a:dk1>
        <a:srgbClr val="000000"/>
      </a:dk1>
      <a:lt1>
        <a:srgbClr val="FFFFFF"/>
      </a:lt1>
      <a:dk2>
        <a:srgbClr val="D6E0E5"/>
      </a:dk2>
      <a:lt2>
        <a:srgbClr val="EBEFF2"/>
      </a:lt2>
      <a:accent1>
        <a:srgbClr val="005BAB"/>
      </a:accent1>
      <a:accent2>
        <a:srgbClr val="003F7E"/>
      </a:accent2>
      <a:accent3>
        <a:srgbClr val="8A9093"/>
      </a:accent3>
      <a:accent4>
        <a:srgbClr val="B3BBBF"/>
      </a:accent4>
      <a:accent5>
        <a:srgbClr val="D7E0E5"/>
      </a:accent5>
      <a:accent6>
        <a:srgbClr val="6F92CC"/>
      </a:accent6>
      <a:hlink>
        <a:srgbClr val="005BAB"/>
      </a:hlink>
      <a:folHlink>
        <a:srgbClr val="000000"/>
      </a:folHlink>
    </a:clrScheme>
    <a:fontScheme name="游ゴシックMR＋Arial">
      <a:majorFont>
        <a:latin typeface="Arial"/>
        <a:ea typeface="游ゴシック"/>
        <a:cs typeface=""/>
      </a:majorFont>
      <a:minorFont>
        <a:latin typeface="Arial"/>
        <a:ea typeface="游ゴシック Medium"/>
        <a:cs typeface=""/>
      </a:minorFont>
    </a:fontScheme>
    <a:fmtScheme name="ホワイト">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rgbClr val="0000FF"/>
        </a:solidFill>
        <a:ln>
          <a:solidFill>
            <a:srgbClr val="0000FF"/>
          </a:solidFill>
        </a:ln>
      </a:spPr>
      <a:bodyPr rtlCol="0" anchor="ctr"/>
      <a:lstStyle>
        <a:defPPr algn="ctr">
          <a:defRPr kumimoji="1"/>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lIns="0" tIns="72000" rIns="234000" bIns="0" anchor="t" anchorCtr="0">
        <a:noAutofit/>
      </a:bodyPr>
      <a:lstStyle>
        <a:defPPr algn="l">
          <a:defRPr dirty="0" err="1" smtClean="0"/>
        </a:defPPr>
      </a:lstStyle>
    </a:txDef>
  </a:objectDefaults>
  <a:extraClrSchemeLst/>
  <a:extLst>
    <a:ext uri="{05A4C25C-085E-4340-85A3-A5531E510DB2}">
      <thm15:themeFamily xmlns:thm15="http://schemas.microsoft.com/office/thememl/2012/main" name="190904_KIOXIA_PPTTemplate_16×9_EN.pptx" id="{5AD8D898-F077-B642-BDB7-6C321C9FDD91}" vid="{90AFABDF-A4D8-0844-B6E0-EEFE7C005DB1}"/>
    </a:ext>
  </a:extLst>
</a:theme>
</file>

<file path=ppt/theme/theme2.xml><?xml version="1.0" encoding="utf-8"?>
<a:theme xmlns:a="http://schemas.openxmlformats.org/drawingml/2006/main" name="13_Basic template">
  <a:themeElements>
    <a:clrScheme name="Office 2007-2010">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ユーザー定義 メイリオ">
      <a:majorFont>
        <a:latin typeface="メイリオ"/>
        <a:ea typeface="メイリオ"/>
        <a:cs typeface=""/>
      </a:majorFont>
      <a:minorFont>
        <a:latin typeface="メイリオ"/>
        <a:ea typeface="メイリオ"/>
        <a:cs typeface=""/>
      </a:minorFont>
    </a:fontScheme>
    <a:fmtScheme name="ホワイト">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noFill/>
      </a:spPr>
      <a:bodyPr wrap="square" lIns="0" tIns="72000" rIns="234000" bIns="0" anchor="t" anchorCtr="0">
        <a:noAutofit/>
      </a:bodyPr>
      <a:lstStyle>
        <a:defPPr algn="l">
          <a:defRPr dirty="0" err="1" smtClean="0"/>
        </a:defPPr>
      </a:lstStyle>
    </a:txDef>
  </a:objectDefaults>
  <a:extraClrSchemeLst/>
  <a:extLst>
    <a:ext uri="{05A4C25C-085E-4340-85A3-A5531E510DB2}">
      <thm15:themeFamily xmlns:thm15="http://schemas.microsoft.com/office/thememl/2012/main" name="MCG_PPT_template_confidential_jp_16_9_メイリオ_Onodera.potx" id="{31355D5F-194C-40D1-89D7-55709F389C65}" vid="{34A5398F-9B00-4E7A-A1AF-B1B05C577760}"/>
    </a:ext>
  </a:extLst>
</a:theme>
</file>

<file path=ppt/theme/theme3.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ドキュメント" ma:contentTypeID="0x010100121777EA4116404EBCD08B01038DDD81" ma:contentTypeVersion="11" ma:contentTypeDescription="新しいドキュメントを作成します。" ma:contentTypeScope="" ma:versionID="e8467fdb1e700d9a56c8e9754f18a21b">
  <xsd:schema xmlns:xsd="http://www.w3.org/2001/XMLSchema" xmlns:xs="http://www.w3.org/2001/XMLSchema" xmlns:p="http://schemas.microsoft.com/office/2006/metadata/properties" xmlns:ns2="6274f615-996e-4d4a-96d1-1958034f14d4" xmlns:ns3="11a50968-8ed5-4cc4-a3c1-125207e326f1" targetNamespace="http://schemas.microsoft.com/office/2006/metadata/properties" ma:root="true" ma:fieldsID="14337017600c68fde88e50e2c4b09256" ns2:_="" ns3:_="">
    <xsd:import namespace="6274f615-996e-4d4a-96d1-1958034f14d4"/>
    <xsd:import namespace="11a50968-8ed5-4cc4-a3c1-125207e326f1"/>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DateTaken" minOccurs="0"/>
                <xsd:element ref="ns2:lcf76f155ced4ddcb4097134ff3c332f" minOccurs="0"/>
                <xsd:element ref="ns3:TaxCatchAll" minOccurs="0"/>
                <xsd:element ref="ns2:MediaServiceGenerationTime" minOccurs="0"/>
                <xsd:element ref="ns2:MediaServiceEventHashCode" minOccurs="0"/>
                <xsd:element ref="ns2:MediaLengthInSecond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274f615-996e-4d4a-96d1-1958034f14d4"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DateTaken" ma:index="11" nillable="true" ma:displayName="MediaServiceDateTaken" ma:hidden="true" ma:indexed="true" ma:internalName="MediaServiceDateTaken" ma:readOnly="true">
      <xsd:simpleType>
        <xsd:restriction base="dms:Text"/>
      </xsd:simpleType>
    </xsd:element>
    <xsd:element name="lcf76f155ced4ddcb4097134ff3c332f" ma:index="13" nillable="true" ma:taxonomy="true" ma:internalName="lcf76f155ced4ddcb4097134ff3c332f" ma:taxonomyFieldName="MediaServiceImageTags" ma:displayName="画像タグ" ma:readOnly="false" ma:fieldId="{5cf76f15-5ced-4ddc-b409-7134ff3c332f}" ma:taxonomyMulti="true" ma:sspId="08ec21e9-19a1-4e51-8266-82527bcf3341" ma:termSetId="09814cd3-568e-fe90-9814-8d621ff8fb84" ma:anchorId="fba54fb3-c3e1-fe81-a776-ca4b69148c4d" ma:open="true" ma:isKeyword="false">
      <xsd:complexType>
        <xsd:sequence>
          <xsd:element ref="pc:Terms" minOccurs="0" maxOccurs="1"/>
        </xsd:sequence>
      </xsd:complex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LengthInSeconds" ma:index="17" nillable="true" ma:displayName="MediaLengthInSeconds" ma:hidden="true" ma:internalName="MediaLengthInSeconds" ma:readOnly="true">
      <xsd:simpleType>
        <xsd:restriction base="dms:Unknown"/>
      </xsd:simpleType>
    </xsd:element>
    <xsd:element name="MediaServiceBillingMetadata" ma:index="18"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11a50968-8ed5-4cc4-a3c1-125207e326f1" elementFormDefault="qualified">
    <xsd:import namespace="http://schemas.microsoft.com/office/2006/documentManagement/types"/>
    <xsd:import namespace="http://schemas.microsoft.com/office/infopath/2007/PartnerControls"/>
    <xsd:element name="TaxCatchAll" ma:index="14" nillable="true" ma:displayName="Taxonomy Catch All Column" ma:hidden="true" ma:list="{b8989f4f-a55e-4664-9cc5-c95c85b57d68}" ma:internalName="TaxCatchAll" ma:showField="CatchAllData" ma:web="11a50968-8ed5-4cc4-a3c1-125207e326f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コンテンツ タイプ"/>
        <xsd:element ref="dc:title" minOccurs="0" maxOccurs="1" ma:index="4" ma:displayName="タイトル"/>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TaxCatchAll xmlns="11a50968-8ed5-4cc4-a3c1-125207e326f1" xsi:nil="true"/>
    <lcf76f155ced4ddcb4097134ff3c332f xmlns="6274f615-996e-4d4a-96d1-1958034f14d4">
      <Terms xmlns="http://schemas.microsoft.com/office/infopath/2007/PartnerControls"/>
    </lcf76f155ced4ddcb4097134ff3c332f>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B4B411E0-F5DC-409A-AB13-B854FFF65545}">
  <ds:schemaRefs>
    <ds:schemaRef ds:uri="11a50968-8ed5-4cc4-a3c1-125207e326f1"/>
    <ds:schemaRef ds:uri="6274f615-996e-4d4a-96d1-1958034f14d4"/>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B2A672AD-688F-4051-BFAD-DB42F238CB31}">
  <ds:schemaRefs>
    <ds:schemaRef ds:uri="11a50968-8ed5-4cc4-a3c1-125207e326f1"/>
    <ds:schemaRef ds:uri="6274f615-996e-4d4a-96d1-1958034f14d4"/>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3.xml><?xml version="1.0" encoding="utf-8"?>
<ds:datastoreItem xmlns:ds="http://schemas.openxmlformats.org/officeDocument/2006/customXml" ds:itemID="{8AC91D0F-875C-45F5-8C50-156BC000D329}">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
  <Application>Microsoft Office PowerPoint</Application>
  <PresentationFormat>Widescreen</PresentationFormat>
  <Slides>8</Slides>
  <Notes>0</Notes>
  <HiddenSlides>0</HiddenSlides>
  <ScaleCrop>false</ScaleCrop>
  <HeadingPairs>
    <vt:vector size="4" baseType="variant">
      <vt:variant>
        <vt:lpstr>Theme</vt:lpstr>
      </vt:variant>
      <vt:variant>
        <vt:i4>2</vt:i4>
      </vt:variant>
      <vt:variant>
        <vt:lpstr>Slide Titles</vt:lpstr>
      </vt:variant>
      <vt:variant>
        <vt:i4>8</vt:i4>
      </vt:variant>
    </vt:vector>
  </HeadingPairs>
  <TitlesOfParts>
    <vt:vector size="10" baseType="lpstr">
      <vt:lpstr>Main template_Blue and Cool gray</vt:lpstr>
      <vt:lpstr>13_Basic template</vt:lpstr>
      <vt:lpstr>DEG色相悪化対応まとめ</vt:lpstr>
      <vt:lpstr>DEG色相悪化対応まとめ（EO課 機器）</vt:lpstr>
      <vt:lpstr>DEG色相悪化対応まとめ（EO課 配管）</vt:lpstr>
      <vt:lpstr>DEG色相悪化対応まとめ(共通配管帯、操油課）</vt:lpstr>
      <vt:lpstr>サンプル分析 </vt:lpstr>
      <vt:lpstr>DEG色相悪化メカニズム（推定）</vt:lpstr>
      <vt:lpstr>スタートアップ時の対応</vt:lpstr>
      <vt:lpstr>運転条件整理</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製品DEG色相悪化 対策会議</dc:title>
  <dc:subject/>
  <dc:creator/>
  <cp:keywords/>
  <dc:description/>
  <cp:revision>1</cp:revision>
  <cp:lastPrinted>2026-04-20T10:22:20Z</cp:lastPrinted>
  <dcterms:created xsi:type="dcterms:W3CDTF">2022-06-15T12:36:54Z</dcterms:created>
  <dcterms:modified xsi:type="dcterms:W3CDTF">2026-06-17T11:06:35Z</dcterms:modified>
  <cp:category/>
  <cp:lastModifiedB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0x010100121777EA4116404EBCD08B01038DDD81</vt:lpwstr>
  </property>
  <property fmtid="{D5CDD505-2E9C-101B-9397-08002B2CF9AE}" pid="3" name="MediaServiceImageTags">
    <vt:lpwstr/>
  </property>
  <property fmtid="{D5CDD505-2E9C-101B-9397-08002B2CF9AE}" pid="4" name="NXPowerLiteLastOptimized">
    <vt:lpwstr>1534308</vt:lpwstr>
  </property>
  <property fmtid="{D5CDD505-2E9C-101B-9397-08002B2CF9AE}" pid="5" name="NXPowerLiteSettings">
    <vt:lpwstr>E700052003A000</vt:lpwstr>
  </property>
  <property fmtid="{D5CDD505-2E9C-101B-9397-08002B2CF9AE}" pid="6" name="NXPowerLiteVersion">
    <vt:lpwstr>D9.1.3</vt:lpwstr>
  </property>
</Properties>
</file>